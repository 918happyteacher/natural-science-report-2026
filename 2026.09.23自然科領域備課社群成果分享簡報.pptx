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20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70" r:id="rId15"/>
    <p:sldId id="271" r:id="rId16"/>
    <p:sldId id="267" r:id="rId17"/>
    <p:sldId id="268" r:id="rId18"/>
    <p:sldId id="269" r:id="rId19"/>
  </p:sldIdLst>
  <p:sldSz cx="9144000" cy="5143500" type="screen16x9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B843B02-12D6-43D2-B32D-B3C6C55DE2E7}">
  <a:tblStyle styleId="{9B843B02-12D6-43D2-B32D-B3C6C55DE2E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7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rgbClr val="F4EA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>
            <a:extLst>
              <a:ext uri="{FF2B5EF4-FFF2-40B4-BE49-F238E27FC236}">
                <a16:creationId xmlns:a16="http://schemas.microsoft.com/office/drawing/2014/main" id="{C894BAA1-CC31-4CC8-B7CE-C41CE2B97C2F}"/>
              </a:ext>
            </a:extLst>
          </p:cNvPr>
          <p:cNvSpPr>
            <a:spLocks noGrp="1"/>
          </p:cNvSpPr>
          <p:nvPr/>
        </p:nvSpPr>
        <p:spPr>
          <a:xfrm>
            <a:off x="7443771" y="314850"/>
            <a:ext cx="1703578" cy="1028252"/>
          </a:xfrm>
          <a:custGeom>
            <a:avLst/>
            <a:gdLst/>
            <a:ahLst/>
            <a:cxnLst/>
            <a:rect l="l" t="t" r="r" b="b"/>
            <a:pathLst>
              <a:path w="63113" h="38094">
                <a:moveTo>
                  <a:pt x="47921" y="1"/>
                </a:moveTo>
                <a:cubicBezTo>
                  <a:pt x="41395" y="1"/>
                  <a:pt x="37275" y="6989"/>
                  <a:pt x="34809" y="12210"/>
                </a:cubicBezTo>
                <a:cubicBezTo>
                  <a:pt x="31453" y="8175"/>
                  <a:pt x="26770" y="3749"/>
                  <a:pt x="21361" y="3749"/>
                </a:cubicBezTo>
                <a:cubicBezTo>
                  <a:pt x="19855" y="3749"/>
                  <a:pt x="18292" y="4093"/>
                  <a:pt x="16686" y="4883"/>
                </a:cubicBezTo>
                <a:cubicBezTo>
                  <a:pt x="8469" y="8764"/>
                  <a:pt x="10957" y="16661"/>
                  <a:pt x="12966" y="23143"/>
                </a:cubicBezTo>
                <a:cubicBezTo>
                  <a:pt x="8195" y="24079"/>
                  <a:pt x="1" y="26864"/>
                  <a:pt x="3402" y="33392"/>
                </a:cubicBezTo>
                <a:cubicBezTo>
                  <a:pt x="5753" y="37660"/>
                  <a:pt x="12715" y="37911"/>
                  <a:pt x="16892" y="38048"/>
                </a:cubicBezTo>
                <a:cubicBezTo>
                  <a:pt x="19816" y="38069"/>
                  <a:pt x="23341" y="38085"/>
                  <a:pt x="27109" y="38085"/>
                </a:cubicBezTo>
                <a:cubicBezTo>
                  <a:pt x="35899" y="38085"/>
                  <a:pt x="46003" y="37996"/>
                  <a:pt x="52841" y="37660"/>
                </a:cubicBezTo>
                <a:cubicBezTo>
                  <a:pt x="54941" y="37843"/>
                  <a:pt x="58822" y="38071"/>
                  <a:pt x="63113" y="38094"/>
                </a:cubicBezTo>
                <a:lnTo>
                  <a:pt x="63113" y="12735"/>
                </a:lnTo>
                <a:cubicBezTo>
                  <a:pt x="61173" y="13739"/>
                  <a:pt x="59347" y="15314"/>
                  <a:pt x="57772" y="16661"/>
                </a:cubicBezTo>
                <a:cubicBezTo>
                  <a:pt x="58000" y="10544"/>
                  <a:pt x="57178" y="1870"/>
                  <a:pt x="49988" y="227"/>
                </a:cubicBezTo>
                <a:cubicBezTo>
                  <a:pt x="49274" y="73"/>
                  <a:pt x="48585" y="1"/>
                  <a:pt x="47921" y="1"/>
                </a:cubicBezTo>
                <a:close/>
              </a:path>
            </a:pathLst>
          </a:custGeom>
          <a:solidFill>
            <a:srgbClr val="F8F4EC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>
            <a:extLst>
              <a:ext uri="{FF2B5EF4-FFF2-40B4-BE49-F238E27FC236}">
                <a16:creationId xmlns:a16="http://schemas.microsoft.com/office/drawing/2014/main" id="{78378C20-3114-4E17-A325-5317A3833799}"/>
              </a:ext>
            </a:extLst>
          </p:cNvPr>
          <p:cNvSpPr>
            <a:spLocks noGrp="1"/>
          </p:cNvSpPr>
          <p:nvPr/>
        </p:nvSpPr>
        <p:spPr>
          <a:xfrm>
            <a:off x="0" y="3670025"/>
            <a:ext cx="9144012" cy="1487949"/>
          </a:xfrm>
          <a:custGeom>
            <a:avLst/>
            <a:gdLst/>
            <a:ahLst/>
            <a:cxnLst/>
            <a:rect l="l" t="t" r="r" b="b"/>
            <a:pathLst>
              <a:path w="284838" h="50589">
                <a:moveTo>
                  <a:pt x="133359" y="0"/>
                </a:moveTo>
                <a:cubicBezTo>
                  <a:pt x="132063" y="0"/>
                  <a:pt x="130757" y="60"/>
                  <a:pt x="129443" y="190"/>
                </a:cubicBezTo>
                <a:cubicBezTo>
                  <a:pt x="121021" y="1012"/>
                  <a:pt x="114059" y="3979"/>
                  <a:pt x="107554" y="6810"/>
                </a:cubicBezTo>
                <a:cubicBezTo>
                  <a:pt x="99839" y="10165"/>
                  <a:pt x="91987" y="14411"/>
                  <a:pt x="81830" y="15209"/>
                </a:cubicBezTo>
                <a:cubicBezTo>
                  <a:pt x="80619" y="15306"/>
                  <a:pt x="79418" y="15351"/>
                  <a:pt x="78227" y="15351"/>
                </a:cubicBezTo>
                <a:cubicBezTo>
                  <a:pt x="70438" y="15351"/>
                  <a:pt x="63068" y="13440"/>
                  <a:pt x="56060" y="11717"/>
                </a:cubicBezTo>
                <a:cubicBezTo>
                  <a:pt x="47272" y="9572"/>
                  <a:pt x="38302" y="7449"/>
                  <a:pt x="28715" y="6696"/>
                </a:cubicBezTo>
                <a:cubicBezTo>
                  <a:pt x="26227" y="6492"/>
                  <a:pt x="23698" y="6384"/>
                  <a:pt x="21170" y="6384"/>
                </a:cubicBezTo>
                <a:cubicBezTo>
                  <a:pt x="15464" y="6384"/>
                  <a:pt x="9763" y="6937"/>
                  <a:pt x="4543" y="8202"/>
                </a:cubicBezTo>
                <a:cubicBezTo>
                  <a:pt x="2968" y="8567"/>
                  <a:pt x="1462" y="9001"/>
                  <a:pt x="1" y="9457"/>
                </a:cubicBezTo>
                <a:lnTo>
                  <a:pt x="1" y="50589"/>
                </a:lnTo>
                <a:lnTo>
                  <a:pt x="284838" y="50589"/>
                </a:lnTo>
                <a:lnTo>
                  <a:pt x="284838" y="13155"/>
                </a:lnTo>
                <a:cubicBezTo>
                  <a:pt x="283742" y="12744"/>
                  <a:pt x="282624" y="12333"/>
                  <a:pt x="281528" y="11900"/>
                </a:cubicBezTo>
                <a:cubicBezTo>
                  <a:pt x="273083" y="8704"/>
                  <a:pt x="264752" y="4664"/>
                  <a:pt x="254868" y="2838"/>
                </a:cubicBezTo>
                <a:cubicBezTo>
                  <a:pt x="251879" y="2285"/>
                  <a:pt x="248783" y="1967"/>
                  <a:pt x="245668" y="1967"/>
                </a:cubicBezTo>
                <a:cubicBezTo>
                  <a:pt x="244026" y="1967"/>
                  <a:pt x="242379" y="2056"/>
                  <a:pt x="240739" y="2245"/>
                </a:cubicBezTo>
                <a:cubicBezTo>
                  <a:pt x="236403" y="2770"/>
                  <a:pt x="232408" y="3751"/>
                  <a:pt x="228619" y="5007"/>
                </a:cubicBezTo>
                <a:cubicBezTo>
                  <a:pt x="220813" y="7563"/>
                  <a:pt x="213806" y="11010"/>
                  <a:pt x="205383" y="12973"/>
                </a:cubicBezTo>
                <a:cubicBezTo>
                  <a:pt x="201139" y="13960"/>
                  <a:pt x="196833" y="14451"/>
                  <a:pt x="192530" y="14451"/>
                </a:cubicBezTo>
                <a:cubicBezTo>
                  <a:pt x="188177" y="14451"/>
                  <a:pt x="183826" y="13948"/>
                  <a:pt x="179545" y="12950"/>
                </a:cubicBezTo>
                <a:cubicBezTo>
                  <a:pt x="171008" y="10964"/>
                  <a:pt x="163750" y="7723"/>
                  <a:pt x="156126" y="4892"/>
                </a:cubicBezTo>
                <a:cubicBezTo>
                  <a:pt x="149458" y="2446"/>
                  <a:pt x="141614" y="0"/>
                  <a:pt x="133359" y="0"/>
                </a:cubicBezTo>
                <a:close/>
              </a:path>
            </a:pathLst>
          </a:custGeom>
          <a:solidFill>
            <a:srgbClr val="EADBC5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>
            <a:extLst>
              <a:ext uri="{FF2B5EF4-FFF2-40B4-BE49-F238E27FC236}">
                <a16:creationId xmlns:a16="http://schemas.microsoft.com/office/drawing/2014/main" id="{41513273-43E2-44B2-8731-1370171CB164}"/>
              </a:ext>
            </a:extLst>
          </p:cNvPr>
          <p:cNvSpPr>
            <a:spLocks noGrp="1"/>
          </p:cNvSpPr>
          <p:nvPr/>
        </p:nvSpPr>
        <p:spPr>
          <a:xfrm>
            <a:off x="-8" y="189794"/>
            <a:ext cx="1171232" cy="814904"/>
          </a:xfrm>
          <a:custGeom>
            <a:avLst/>
            <a:gdLst/>
            <a:ahLst/>
            <a:cxnLst/>
            <a:rect l="l" t="t" r="r" b="b"/>
            <a:pathLst>
              <a:path w="43391" h="30190">
                <a:moveTo>
                  <a:pt x="13854" y="1"/>
                </a:moveTo>
                <a:cubicBezTo>
                  <a:pt x="8679" y="1"/>
                  <a:pt x="5416" y="5534"/>
                  <a:pt x="3469" y="9676"/>
                </a:cubicBezTo>
                <a:cubicBezTo>
                  <a:pt x="2465" y="8466"/>
                  <a:pt x="1301" y="7188"/>
                  <a:pt x="0" y="6092"/>
                </a:cubicBezTo>
                <a:lnTo>
                  <a:pt x="0" y="30173"/>
                </a:lnTo>
                <a:cubicBezTo>
                  <a:pt x="6277" y="30150"/>
                  <a:pt x="13010" y="30059"/>
                  <a:pt x="17758" y="29831"/>
                </a:cubicBezTo>
                <a:cubicBezTo>
                  <a:pt x="19544" y="29981"/>
                  <a:pt x="22955" y="30190"/>
                  <a:pt x="26662" y="30190"/>
                </a:cubicBezTo>
                <a:cubicBezTo>
                  <a:pt x="32523" y="30190"/>
                  <a:pt x="39125" y="29668"/>
                  <a:pt x="41223" y="27571"/>
                </a:cubicBezTo>
                <a:cubicBezTo>
                  <a:pt x="43277" y="25448"/>
                  <a:pt x="43391" y="22801"/>
                  <a:pt x="41245" y="20952"/>
                </a:cubicBezTo>
                <a:cubicBezTo>
                  <a:pt x="40126" y="19961"/>
                  <a:pt x="38737" y="19706"/>
                  <a:pt x="37270" y="19706"/>
                </a:cubicBezTo>
                <a:cubicBezTo>
                  <a:pt x="35705" y="19706"/>
                  <a:pt x="34052" y="19997"/>
                  <a:pt x="32548" y="19997"/>
                </a:cubicBezTo>
                <a:cubicBezTo>
                  <a:pt x="32213" y="19997"/>
                  <a:pt x="31885" y="19983"/>
                  <a:pt x="31567" y="19947"/>
                </a:cubicBezTo>
                <a:cubicBezTo>
                  <a:pt x="33005" y="16683"/>
                  <a:pt x="36018" y="12826"/>
                  <a:pt x="31704" y="10018"/>
                </a:cubicBezTo>
                <a:cubicBezTo>
                  <a:pt x="30798" y="9444"/>
                  <a:pt x="29892" y="9204"/>
                  <a:pt x="29002" y="9204"/>
                </a:cubicBezTo>
                <a:cubicBezTo>
                  <a:pt x="26284" y="9204"/>
                  <a:pt x="23707" y="11437"/>
                  <a:pt x="21661" y="13191"/>
                </a:cubicBezTo>
                <a:cubicBezTo>
                  <a:pt x="21821" y="8352"/>
                  <a:pt x="21182" y="1482"/>
                  <a:pt x="15498" y="181"/>
                </a:cubicBezTo>
                <a:cubicBezTo>
                  <a:pt x="14930" y="58"/>
                  <a:pt x="14382" y="1"/>
                  <a:pt x="13854" y="1"/>
                </a:cubicBezTo>
                <a:close/>
              </a:path>
            </a:pathLst>
          </a:custGeom>
          <a:solidFill>
            <a:srgbClr val="F8F4EC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>
            <a:extLst>
              <a:ext uri="{FF2B5EF4-FFF2-40B4-BE49-F238E27FC236}">
                <a16:creationId xmlns:a16="http://schemas.microsoft.com/office/drawing/2014/main" id="{8AAAFBB9-6CF9-446B-8BD5-481CE7465839}"/>
              </a:ext>
            </a:extLst>
          </p:cNvPr>
          <p:cNvSpPr>
            <a:spLocks noGrp="1"/>
          </p:cNvSpPr>
          <p:nvPr/>
        </p:nvSpPr>
        <p:spPr>
          <a:xfrm>
            <a:off x="6799996" y="189605"/>
            <a:ext cx="91235" cy="82489"/>
          </a:xfrm>
          <a:custGeom>
            <a:avLst/>
            <a:gdLst/>
            <a:ahLst/>
            <a:cxnLst/>
            <a:rect l="l" t="t" r="r" b="b"/>
            <a:pathLst>
              <a:path w="3380" h="3056">
                <a:moveTo>
                  <a:pt x="990" y="1"/>
                </a:moveTo>
                <a:cubicBezTo>
                  <a:pt x="898" y="1"/>
                  <a:pt x="774" y="66"/>
                  <a:pt x="754" y="165"/>
                </a:cubicBezTo>
                <a:cubicBezTo>
                  <a:pt x="708" y="507"/>
                  <a:pt x="731" y="850"/>
                  <a:pt x="800" y="1169"/>
                </a:cubicBezTo>
                <a:cubicBezTo>
                  <a:pt x="572" y="1329"/>
                  <a:pt x="366" y="1466"/>
                  <a:pt x="161" y="1649"/>
                </a:cubicBezTo>
                <a:cubicBezTo>
                  <a:pt x="1" y="1786"/>
                  <a:pt x="138" y="2014"/>
                  <a:pt x="298" y="2014"/>
                </a:cubicBezTo>
                <a:cubicBezTo>
                  <a:pt x="549" y="2037"/>
                  <a:pt x="777" y="2059"/>
                  <a:pt x="1028" y="2082"/>
                </a:cubicBezTo>
                <a:lnTo>
                  <a:pt x="1051" y="2128"/>
                </a:lnTo>
                <a:cubicBezTo>
                  <a:pt x="1074" y="2356"/>
                  <a:pt x="1119" y="2562"/>
                  <a:pt x="1211" y="2767"/>
                </a:cubicBezTo>
                <a:cubicBezTo>
                  <a:pt x="1233" y="2813"/>
                  <a:pt x="1233" y="2835"/>
                  <a:pt x="1279" y="2858"/>
                </a:cubicBezTo>
                <a:cubicBezTo>
                  <a:pt x="1302" y="2904"/>
                  <a:pt x="1325" y="2950"/>
                  <a:pt x="1348" y="2995"/>
                </a:cubicBezTo>
                <a:cubicBezTo>
                  <a:pt x="1382" y="3038"/>
                  <a:pt x="1429" y="3055"/>
                  <a:pt x="1477" y="3055"/>
                </a:cubicBezTo>
                <a:cubicBezTo>
                  <a:pt x="1559" y="3055"/>
                  <a:pt x="1647" y="3007"/>
                  <a:pt x="1690" y="2950"/>
                </a:cubicBezTo>
                <a:cubicBezTo>
                  <a:pt x="1850" y="2676"/>
                  <a:pt x="2010" y="2402"/>
                  <a:pt x="2146" y="2105"/>
                </a:cubicBezTo>
                <a:cubicBezTo>
                  <a:pt x="2443" y="2105"/>
                  <a:pt x="2763" y="2105"/>
                  <a:pt x="3060" y="2082"/>
                </a:cubicBezTo>
                <a:cubicBezTo>
                  <a:pt x="3242" y="2082"/>
                  <a:pt x="3379" y="1854"/>
                  <a:pt x="3219" y="1717"/>
                </a:cubicBezTo>
                <a:cubicBezTo>
                  <a:pt x="2991" y="1512"/>
                  <a:pt x="2763" y="1329"/>
                  <a:pt x="2535" y="1146"/>
                </a:cubicBezTo>
                <a:cubicBezTo>
                  <a:pt x="2649" y="873"/>
                  <a:pt x="2763" y="576"/>
                  <a:pt x="2877" y="302"/>
                </a:cubicBezTo>
                <a:cubicBezTo>
                  <a:pt x="2933" y="152"/>
                  <a:pt x="2774" y="33"/>
                  <a:pt x="2639" y="33"/>
                </a:cubicBezTo>
                <a:cubicBezTo>
                  <a:pt x="2610" y="33"/>
                  <a:pt x="2582" y="39"/>
                  <a:pt x="2557" y="51"/>
                </a:cubicBezTo>
                <a:cubicBezTo>
                  <a:pt x="2306" y="211"/>
                  <a:pt x="2055" y="370"/>
                  <a:pt x="1804" y="530"/>
                </a:cubicBezTo>
                <a:cubicBezTo>
                  <a:pt x="1576" y="325"/>
                  <a:pt x="1325" y="119"/>
                  <a:pt x="1028" y="5"/>
                </a:cubicBezTo>
                <a:cubicBezTo>
                  <a:pt x="1016" y="2"/>
                  <a:pt x="1003" y="1"/>
                  <a:pt x="990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>
            <a:extLst>
              <a:ext uri="{FF2B5EF4-FFF2-40B4-BE49-F238E27FC236}">
                <a16:creationId xmlns:a16="http://schemas.microsoft.com/office/drawing/2014/main" id="{82271254-6703-46C5-BB6D-AE9186FAB0DB}"/>
              </a:ext>
            </a:extLst>
          </p:cNvPr>
          <p:cNvSpPr>
            <a:spLocks noGrp="1"/>
          </p:cNvSpPr>
          <p:nvPr/>
        </p:nvSpPr>
        <p:spPr>
          <a:xfrm>
            <a:off x="8280675" y="1246200"/>
            <a:ext cx="236590" cy="224853"/>
          </a:xfrm>
          <a:custGeom>
            <a:avLst/>
            <a:gdLst/>
            <a:ahLst/>
            <a:cxnLst/>
            <a:rect l="l" t="t" r="r" b="b"/>
            <a:pathLst>
              <a:path w="6894" h="6552">
                <a:moveTo>
                  <a:pt x="3447" y="1"/>
                </a:moveTo>
                <a:lnTo>
                  <a:pt x="2374" y="2146"/>
                </a:lnTo>
                <a:lnTo>
                  <a:pt x="1" y="2489"/>
                </a:lnTo>
                <a:lnTo>
                  <a:pt x="1735" y="4178"/>
                </a:lnTo>
                <a:lnTo>
                  <a:pt x="1325" y="6552"/>
                </a:lnTo>
                <a:lnTo>
                  <a:pt x="3447" y="5433"/>
                </a:lnTo>
                <a:lnTo>
                  <a:pt x="5570" y="6552"/>
                </a:lnTo>
                <a:lnTo>
                  <a:pt x="5159" y="4178"/>
                </a:lnTo>
                <a:lnTo>
                  <a:pt x="6894" y="2489"/>
                </a:lnTo>
                <a:lnTo>
                  <a:pt x="4520" y="2146"/>
                </a:lnTo>
                <a:lnTo>
                  <a:pt x="3447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2">
            <a:extLst>
              <a:ext uri="{FF2B5EF4-FFF2-40B4-BE49-F238E27FC236}">
                <a16:creationId xmlns:a16="http://schemas.microsoft.com/office/drawing/2014/main" id="{830290BB-8C81-4ED8-B0D5-F9A3710D835F}"/>
              </a:ext>
            </a:extLst>
          </p:cNvPr>
          <p:cNvSpPr>
            <a:spLocks noGrp="1"/>
          </p:cNvSpPr>
          <p:nvPr/>
        </p:nvSpPr>
        <p:spPr>
          <a:xfrm>
            <a:off x="6863006" y="3116786"/>
            <a:ext cx="236590" cy="224853"/>
          </a:xfrm>
          <a:custGeom>
            <a:avLst/>
            <a:gdLst/>
            <a:ahLst/>
            <a:cxnLst/>
            <a:rect l="l" t="t" r="r" b="b"/>
            <a:pathLst>
              <a:path w="6894" h="6552">
                <a:moveTo>
                  <a:pt x="3447" y="1"/>
                </a:moveTo>
                <a:lnTo>
                  <a:pt x="2397" y="2169"/>
                </a:lnTo>
                <a:lnTo>
                  <a:pt x="1" y="2511"/>
                </a:lnTo>
                <a:lnTo>
                  <a:pt x="1735" y="4200"/>
                </a:lnTo>
                <a:lnTo>
                  <a:pt x="1325" y="6551"/>
                </a:lnTo>
                <a:lnTo>
                  <a:pt x="1325" y="6551"/>
                </a:lnTo>
                <a:lnTo>
                  <a:pt x="3447" y="5433"/>
                </a:lnTo>
                <a:lnTo>
                  <a:pt x="5570" y="6551"/>
                </a:lnTo>
                <a:lnTo>
                  <a:pt x="5182" y="4200"/>
                </a:lnTo>
                <a:lnTo>
                  <a:pt x="6894" y="2511"/>
                </a:lnTo>
                <a:lnTo>
                  <a:pt x="4520" y="2169"/>
                </a:lnTo>
                <a:lnTo>
                  <a:pt x="3447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5;p2">
            <a:extLst>
              <a:ext uri="{FF2B5EF4-FFF2-40B4-BE49-F238E27FC236}">
                <a16:creationId xmlns:a16="http://schemas.microsoft.com/office/drawing/2014/main" id="{07AB12A1-9446-44FE-BBB8-1B5962E5918B}"/>
              </a:ext>
            </a:extLst>
          </p:cNvPr>
          <p:cNvSpPr>
            <a:spLocks noGrp="1"/>
          </p:cNvSpPr>
          <p:nvPr/>
        </p:nvSpPr>
        <p:spPr>
          <a:xfrm>
            <a:off x="6609222" y="4067745"/>
            <a:ext cx="144926" cy="137891"/>
          </a:xfrm>
          <a:custGeom>
            <a:avLst/>
            <a:gdLst/>
            <a:ahLst/>
            <a:cxnLst/>
            <a:rect l="l" t="t" r="r" b="b"/>
            <a:pathLst>
              <a:path w="4223" h="4018">
                <a:moveTo>
                  <a:pt x="2123" y="0"/>
                </a:moveTo>
                <a:lnTo>
                  <a:pt x="1461" y="1324"/>
                </a:lnTo>
                <a:lnTo>
                  <a:pt x="0" y="1530"/>
                </a:lnTo>
                <a:lnTo>
                  <a:pt x="1050" y="2557"/>
                </a:lnTo>
                <a:lnTo>
                  <a:pt x="799" y="4018"/>
                </a:lnTo>
                <a:lnTo>
                  <a:pt x="2123" y="3333"/>
                </a:lnTo>
                <a:lnTo>
                  <a:pt x="3424" y="4018"/>
                </a:lnTo>
                <a:lnTo>
                  <a:pt x="3173" y="2557"/>
                </a:lnTo>
                <a:lnTo>
                  <a:pt x="4223" y="1530"/>
                </a:lnTo>
                <a:lnTo>
                  <a:pt x="2762" y="1324"/>
                </a:lnTo>
                <a:lnTo>
                  <a:pt x="2123" y="0"/>
                </a:lnTo>
                <a:close/>
              </a:path>
            </a:pathLst>
          </a:custGeom>
          <a:solidFill>
            <a:srgbClr val="F8F4EC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2">
            <a:extLst>
              <a:ext uri="{FF2B5EF4-FFF2-40B4-BE49-F238E27FC236}">
                <a16:creationId xmlns:a16="http://schemas.microsoft.com/office/drawing/2014/main" id="{94C7DD31-0543-432C-B087-D8FD004C36EC}"/>
              </a:ext>
            </a:extLst>
          </p:cNvPr>
          <p:cNvSpPr>
            <a:spLocks noGrp="1"/>
          </p:cNvSpPr>
          <p:nvPr/>
        </p:nvSpPr>
        <p:spPr>
          <a:xfrm>
            <a:off x="5615835" y="540292"/>
            <a:ext cx="46859" cy="36386"/>
          </a:xfrm>
          <a:custGeom>
            <a:avLst/>
            <a:gdLst/>
            <a:ahLst/>
            <a:cxnLst/>
            <a:rect l="l" t="t" r="r" b="b"/>
            <a:pathLst>
              <a:path w="1736" h="1348">
                <a:moveTo>
                  <a:pt x="868" y="1"/>
                </a:moveTo>
                <a:cubicBezTo>
                  <a:pt x="1" y="1"/>
                  <a:pt x="1" y="1347"/>
                  <a:pt x="868" y="1347"/>
                </a:cubicBezTo>
                <a:cubicBezTo>
                  <a:pt x="1735" y="1347"/>
                  <a:pt x="1735" y="1"/>
                  <a:pt x="868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2">
            <a:extLst>
              <a:ext uri="{FF2B5EF4-FFF2-40B4-BE49-F238E27FC236}">
                <a16:creationId xmlns:a16="http://schemas.microsoft.com/office/drawing/2014/main" id="{4C0E121A-5EFB-415E-9AFB-3F26339B17EF}"/>
              </a:ext>
            </a:extLst>
          </p:cNvPr>
          <p:cNvSpPr>
            <a:spLocks noGrp="1"/>
          </p:cNvSpPr>
          <p:nvPr/>
        </p:nvSpPr>
        <p:spPr>
          <a:xfrm>
            <a:off x="5652194" y="468222"/>
            <a:ext cx="46859" cy="35765"/>
          </a:xfrm>
          <a:custGeom>
            <a:avLst/>
            <a:gdLst/>
            <a:ahLst/>
            <a:cxnLst/>
            <a:rect l="l" t="t" r="r" b="b"/>
            <a:pathLst>
              <a:path w="1736" h="1325">
                <a:moveTo>
                  <a:pt x="868" y="0"/>
                </a:moveTo>
                <a:cubicBezTo>
                  <a:pt x="0" y="0"/>
                  <a:pt x="0" y="1324"/>
                  <a:pt x="868" y="1324"/>
                </a:cubicBezTo>
                <a:cubicBezTo>
                  <a:pt x="1735" y="1324"/>
                  <a:pt x="1735" y="0"/>
                  <a:pt x="868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2">
            <a:extLst>
              <a:ext uri="{FF2B5EF4-FFF2-40B4-BE49-F238E27FC236}">
                <a16:creationId xmlns:a16="http://schemas.microsoft.com/office/drawing/2014/main" id="{C1B397D3-800A-4B53-B2E8-BB5005B01378}"/>
              </a:ext>
            </a:extLst>
          </p:cNvPr>
          <p:cNvSpPr>
            <a:spLocks noGrp="1"/>
          </p:cNvSpPr>
          <p:nvPr/>
        </p:nvSpPr>
        <p:spPr>
          <a:xfrm>
            <a:off x="5688553" y="540292"/>
            <a:ext cx="46832" cy="36386"/>
          </a:xfrm>
          <a:custGeom>
            <a:avLst/>
            <a:gdLst/>
            <a:ahLst/>
            <a:cxnLst/>
            <a:rect l="l" t="t" r="r" b="b"/>
            <a:pathLst>
              <a:path w="1735" h="1348">
                <a:moveTo>
                  <a:pt x="867" y="1"/>
                </a:moveTo>
                <a:cubicBezTo>
                  <a:pt x="0" y="1"/>
                  <a:pt x="0" y="1347"/>
                  <a:pt x="867" y="1347"/>
                </a:cubicBezTo>
                <a:cubicBezTo>
                  <a:pt x="1735" y="1347"/>
                  <a:pt x="1735" y="1"/>
                  <a:pt x="867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2">
            <a:extLst>
              <a:ext uri="{FF2B5EF4-FFF2-40B4-BE49-F238E27FC236}">
                <a16:creationId xmlns:a16="http://schemas.microsoft.com/office/drawing/2014/main" id="{FC37F8BF-57FD-4B5A-8A78-EF3EF4919989}"/>
              </a:ext>
            </a:extLst>
          </p:cNvPr>
          <p:cNvSpPr>
            <a:spLocks noGrp="1"/>
          </p:cNvSpPr>
          <p:nvPr/>
        </p:nvSpPr>
        <p:spPr>
          <a:xfrm>
            <a:off x="2675832" y="4108757"/>
            <a:ext cx="145715" cy="138680"/>
          </a:xfrm>
          <a:custGeom>
            <a:avLst/>
            <a:gdLst/>
            <a:ahLst/>
            <a:cxnLst/>
            <a:rect l="l" t="t" r="r" b="b"/>
            <a:pathLst>
              <a:path w="4246" h="4041">
                <a:moveTo>
                  <a:pt x="2123" y="1"/>
                </a:moveTo>
                <a:lnTo>
                  <a:pt x="1461" y="1325"/>
                </a:lnTo>
                <a:lnTo>
                  <a:pt x="0" y="1530"/>
                </a:lnTo>
                <a:lnTo>
                  <a:pt x="1073" y="2580"/>
                </a:lnTo>
                <a:lnTo>
                  <a:pt x="822" y="4041"/>
                </a:lnTo>
                <a:lnTo>
                  <a:pt x="822" y="4041"/>
                </a:lnTo>
                <a:lnTo>
                  <a:pt x="2123" y="3333"/>
                </a:lnTo>
                <a:lnTo>
                  <a:pt x="3424" y="4041"/>
                </a:lnTo>
                <a:lnTo>
                  <a:pt x="3173" y="2580"/>
                </a:lnTo>
                <a:lnTo>
                  <a:pt x="4246" y="1530"/>
                </a:lnTo>
                <a:lnTo>
                  <a:pt x="2785" y="1325"/>
                </a:lnTo>
                <a:lnTo>
                  <a:pt x="2123" y="1"/>
                </a:lnTo>
                <a:close/>
              </a:path>
            </a:pathLst>
          </a:custGeom>
          <a:solidFill>
            <a:srgbClr val="F8F4EC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2">
            <a:extLst>
              <a:ext uri="{FF2B5EF4-FFF2-40B4-BE49-F238E27FC236}">
                <a16:creationId xmlns:a16="http://schemas.microsoft.com/office/drawing/2014/main" id="{372063FF-E4FB-4C29-B751-76E149FBDDDC}"/>
              </a:ext>
            </a:extLst>
          </p:cNvPr>
          <p:cNvSpPr>
            <a:spLocks noGrp="1"/>
          </p:cNvSpPr>
          <p:nvPr/>
        </p:nvSpPr>
        <p:spPr>
          <a:xfrm>
            <a:off x="1875255" y="3583173"/>
            <a:ext cx="59577" cy="46227"/>
          </a:xfrm>
          <a:custGeom>
            <a:avLst/>
            <a:gdLst/>
            <a:ahLst/>
            <a:cxnLst/>
            <a:rect l="l" t="t" r="r" b="b"/>
            <a:pathLst>
              <a:path w="1736" h="1347">
                <a:moveTo>
                  <a:pt x="868" y="0"/>
                </a:moveTo>
                <a:cubicBezTo>
                  <a:pt x="1" y="0"/>
                  <a:pt x="1" y="1347"/>
                  <a:pt x="868" y="1347"/>
                </a:cubicBezTo>
                <a:cubicBezTo>
                  <a:pt x="1736" y="1347"/>
                  <a:pt x="1736" y="0"/>
                  <a:pt x="868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2">
            <a:extLst>
              <a:ext uri="{FF2B5EF4-FFF2-40B4-BE49-F238E27FC236}">
                <a16:creationId xmlns:a16="http://schemas.microsoft.com/office/drawing/2014/main" id="{AAB12324-66B8-44B7-9379-130F23389A98}"/>
              </a:ext>
            </a:extLst>
          </p:cNvPr>
          <p:cNvSpPr>
            <a:spLocks noGrp="1"/>
          </p:cNvSpPr>
          <p:nvPr/>
        </p:nvSpPr>
        <p:spPr>
          <a:xfrm>
            <a:off x="1921482" y="3491509"/>
            <a:ext cx="58787" cy="45472"/>
          </a:xfrm>
          <a:custGeom>
            <a:avLst/>
            <a:gdLst/>
            <a:ahLst/>
            <a:cxnLst/>
            <a:rect l="l" t="t" r="r" b="b"/>
            <a:pathLst>
              <a:path w="1713" h="1325">
                <a:moveTo>
                  <a:pt x="868" y="1"/>
                </a:moveTo>
                <a:cubicBezTo>
                  <a:pt x="0" y="1"/>
                  <a:pt x="0" y="1324"/>
                  <a:pt x="868" y="1324"/>
                </a:cubicBezTo>
                <a:cubicBezTo>
                  <a:pt x="1712" y="1324"/>
                  <a:pt x="1712" y="1"/>
                  <a:pt x="868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2">
            <a:extLst>
              <a:ext uri="{FF2B5EF4-FFF2-40B4-BE49-F238E27FC236}">
                <a16:creationId xmlns:a16="http://schemas.microsoft.com/office/drawing/2014/main" id="{DE65E3FA-F890-4856-A9A5-1A4980FB2CEB}"/>
              </a:ext>
            </a:extLst>
          </p:cNvPr>
          <p:cNvSpPr>
            <a:spLocks noGrp="1"/>
          </p:cNvSpPr>
          <p:nvPr/>
        </p:nvSpPr>
        <p:spPr>
          <a:xfrm>
            <a:off x="1966919" y="3583173"/>
            <a:ext cx="59577" cy="46227"/>
          </a:xfrm>
          <a:custGeom>
            <a:avLst/>
            <a:gdLst/>
            <a:ahLst/>
            <a:cxnLst/>
            <a:rect l="l" t="t" r="r" b="b"/>
            <a:pathLst>
              <a:path w="1736" h="1347">
                <a:moveTo>
                  <a:pt x="868" y="0"/>
                </a:moveTo>
                <a:cubicBezTo>
                  <a:pt x="0" y="0"/>
                  <a:pt x="0" y="1347"/>
                  <a:pt x="868" y="1347"/>
                </a:cubicBezTo>
                <a:cubicBezTo>
                  <a:pt x="1735" y="1347"/>
                  <a:pt x="1735" y="0"/>
                  <a:pt x="868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2">
            <a:extLst>
              <a:ext uri="{FF2B5EF4-FFF2-40B4-BE49-F238E27FC236}">
                <a16:creationId xmlns:a16="http://schemas.microsoft.com/office/drawing/2014/main" id="{DEEB53AC-B16A-475A-8640-633B8393EE68}"/>
              </a:ext>
            </a:extLst>
          </p:cNvPr>
          <p:cNvSpPr>
            <a:spLocks noGrp="1"/>
          </p:cNvSpPr>
          <p:nvPr/>
        </p:nvSpPr>
        <p:spPr>
          <a:xfrm>
            <a:off x="1600026" y="532275"/>
            <a:ext cx="72718" cy="56117"/>
          </a:xfrm>
          <a:custGeom>
            <a:avLst/>
            <a:gdLst/>
            <a:ahLst/>
            <a:cxnLst/>
            <a:rect l="l" t="t" r="r" b="b"/>
            <a:pathLst>
              <a:path w="2694" h="2079">
                <a:moveTo>
                  <a:pt x="1347" y="1"/>
                </a:moveTo>
                <a:cubicBezTo>
                  <a:pt x="0" y="1"/>
                  <a:pt x="0" y="2078"/>
                  <a:pt x="1347" y="2078"/>
                </a:cubicBezTo>
                <a:cubicBezTo>
                  <a:pt x="2694" y="2078"/>
                  <a:pt x="2694" y="1"/>
                  <a:pt x="1347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2">
            <a:extLst>
              <a:ext uri="{FF2B5EF4-FFF2-40B4-BE49-F238E27FC236}">
                <a16:creationId xmlns:a16="http://schemas.microsoft.com/office/drawing/2014/main" id="{AD0A8D79-05FB-4097-9B3E-889D24C84B14}"/>
              </a:ext>
            </a:extLst>
          </p:cNvPr>
          <p:cNvSpPr>
            <a:spLocks noGrp="1"/>
          </p:cNvSpPr>
          <p:nvPr/>
        </p:nvSpPr>
        <p:spPr>
          <a:xfrm>
            <a:off x="1656711" y="419527"/>
            <a:ext cx="72097" cy="56711"/>
          </a:xfrm>
          <a:custGeom>
            <a:avLst/>
            <a:gdLst/>
            <a:ahLst/>
            <a:cxnLst/>
            <a:rect l="l" t="t" r="r" b="b"/>
            <a:pathLst>
              <a:path w="2671" h="2101">
                <a:moveTo>
                  <a:pt x="1324" y="1"/>
                </a:moveTo>
                <a:cubicBezTo>
                  <a:pt x="0" y="1"/>
                  <a:pt x="0" y="2101"/>
                  <a:pt x="1324" y="2101"/>
                </a:cubicBezTo>
                <a:cubicBezTo>
                  <a:pt x="2671" y="2101"/>
                  <a:pt x="2671" y="1"/>
                  <a:pt x="1324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2">
            <a:extLst>
              <a:ext uri="{FF2B5EF4-FFF2-40B4-BE49-F238E27FC236}">
                <a16:creationId xmlns:a16="http://schemas.microsoft.com/office/drawing/2014/main" id="{B20EEE68-E174-4B74-8228-B3438C4AAA3E}"/>
              </a:ext>
            </a:extLst>
          </p:cNvPr>
          <p:cNvSpPr>
            <a:spLocks noGrp="1"/>
          </p:cNvSpPr>
          <p:nvPr/>
        </p:nvSpPr>
        <p:spPr>
          <a:xfrm>
            <a:off x="1712774" y="532275"/>
            <a:ext cx="72718" cy="56117"/>
          </a:xfrm>
          <a:custGeom>
            <a:avLst/>
            <a:gdLst/>
            <a:ahLst/>
            <a:cxnLst/>
            <a:rect l="l" t="t" r="r" b="b"/>
            <a:pathLst>
              <a:path w="2694" h="2079">
                <a:moveTo>
                  <a:pt x="1347" y="1"/>
                </a:moveTo>
                <a:cubicBezTo>
                  <a:pt x="0" y="1"/>
                  <a:pt x="0" y="2078"/>
                  <a:pt x="1347" y="2078"/>
                </a:cubicBezTo>
                <a:cubicBezTo>
                  <a:pt x="2694" y="2078"/>
                  <a:pt x="2694" y="1"/>
                  <a:pt x="1347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2">
            <a:extLst>
              <a:ext uri="{FF2B5EF4-FFF2-40B4-BE49-F238E27FC236}">
                <a16:creationId xmlns:a16="http://schemas.microsoft.com/office/drawing/2014/main" id="{0C3B484F-E455-43A7-8617-AFAE9E298F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32250" y="3101422"/>
            <a:ext cx="6079500" cy="4974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000">
                <a:solidFill>
                  <a:schemeClr val="dk2"/>
                </a:solidFill>
                <a:latin typeface="Barlow Medium"/>
                <a:ea typeface="Barlow Medium"/>
                <a:cs typeface="Barlow Medium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7" name="Google Shape;27;p2">
            <a:extLst>
              <a:ext uri="{FF2B5EF4-FFF2-40B4-BE49-F238E27FC236}">
                <a16:creationId xmlns:a16="http://schemas.microsoft.com/office/drawing/2014/main" id="{33DE734A-3F5D-4770-AC95-18EEEE1AF9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79975" y="852600"/>
            <a:ext cx="5984100" cy="2052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Sriracha"/>
              <a:buNone/>
              <a:defRPr sz="7800">
                <a:solidFill>
                  <a:schemeClr val="dk2"/>
                </a:solidFill>
                <a:latin typeface="Sriracha"/>
                <a:ea typeface="Sriracha"/>
                <a:cs typeface="Sriracha"/>
              </a:defRPr>
            </a:lvl1pPr>
            <a:lvl2pPr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Sriracha"/>
              <a:buNone/>
              <a:defRPr sz="5200">
                <a:solidFill>
                  <a:schemeClr val="dk2"/>
                </a:solidFill>
                <a:latin typeface="Sriracha"/>
                <a:ea typeface="Sriracha"/>
                <a:cs typeface="Sriracha"/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Sriracha"/>
              <a:buNone/>
              <a:defRPr sz="5200">
                <a:solidFill>
                  <a:schemeClr val="dk2"/>
                </a:solidFill>
                <a:latin typeface="Sriracha"/>
                <a:ea typeface="Sriracha"/>
                <a:cs typeface="Sriracha"/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Sriracha"/>
              <a:buNone/>
              <a:defRPr sz="5200">
                <a:solidFill>
                  <a:schemeClr val="dk2"/>
                </a:solidFill>
                <a:latin typeface="Sriracha"/>
                <a:ea typeface="Sriracha"/>
                <a:cs typeface="Sriracha"/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Sriracha"/>
              <a:buNone/>
              <a:defRPr sz="5200">
                <a:solidFill>
                  <a:schemeClr val="dk2"/>
                </a:solidFill>
                <a:latin typeface="Sriracha"/>
                <a:ea typeface="Sriracha"/>
                <a:cs typeface="Sriracha"/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Sriracha"/>
              <a:buNone/>
              <a:defRPr sz="5200">
                <a:solidFill>
                  <a:schemeClr val="dk2"/>
                </a:solidFill>
                <a:latin typeface="Sriracha"/>
                <a:ea typeface="Sriracha"/>
                <a:cs typeface="Sriracha"/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Sriracha"/>
              <a:buNone/>
              <a:defRPr sz="5200">
                <a:solidFill>
                  <a:schemeClr val="dk2"/>
                </a:solidFill>
                <a:latin typeface="Sriracha"/>
                <a:ea typeface="Sriracha"/>
                <a:cs typeface="Sriracha"/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Sriracha"/>
              <a:buNone/>
              <a:defRPr sz="5200">
                <a:solidFill>
                  <a:schemeClr val="dk2"/>
                </a:solidFill>
                <a:latin typeface="Sriracha"/>
                <a:ea typeface="Sriracha"/>
                <a:cs typeface="Sriracha"/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Sriracha"/>
              <a:buNone/>
              <a:defRPr sz="5200">
                <a:solidFill>
                  <a:schemeClr val="dk2"/>
                </a:solidFill>
                <a:latin typeface="Sriracha"/>
                <a:ea typeface="Sriracha"/>
                <a:cs typeface="Sriracha"/>
              </a:defRPr>
            </a:lvl9pPr>
          </a:lstStyle>
          <a:p>
            <a:endParaRPr/>
          </a:p>
        </p:txBody>
      </p:sp>
      <p:sp>
        <p:nvSpPr>
          <p:cNvPr id="28" name="Google Shape;28;p2">
            <a:extLst>
              <a:ext uri="{FF2B5EF4-FFF2-40B4-BE49-F238E27FC236}">
                <a16:creationId xmlns:a16="http://schemas.microsoft.com/office/drawing/2014/main" id="{F0A8AE2C-42F6-40E9-B6B6-45D266613DE3}"/>
              </a:ext>
            </a:extLst>
          </p:cNvPr>
          <p:cNvSpPr>
            <a:spLocks noGrp="1"/>
          </p:cNvSpPr>
          <p:nvPr/>
        </p:nvSpPr>
        <p:spPr>
          <a:xfrm>
            <a:off x="1462634" y="1982609"/>
            <a:ext cx="114610" cy="109077"/>
          </a:xfrm>
          <a:custGeom>
            <a:avLst/>
            <a:gdLst/>
            <a:ahLst/>
            <a:cxnLst/>
            <a:rect l="l" t="t" r="r" b="b"/>
            <a:pathLst>
              <a:path w="4246" h="4041">
                <a:moveTo>
                  <a:pt x="2123" y="1"/>
                </a:moveTo>
                <a:lnTo>
                  <a:pt x="1461" y="1324"/>
                </a:lnTo>
                <a:lnTo>
                  <a:pt x="0" y="1553"/>
                </a:lnTo>
                <a:lnTo>
                  <a:pt x="1050" y="2580"/>
                </a:lnTo>
                <a:lnTo>
                  <a:pt x="799" y="4041"/>
                </a:lnTo>
                <a:lnTo>
                  <a:pt x="2123" y="3356"/>
                </a:lnTo>
                <a:lnTo>
                  <a:pt x="3424" y="4041"/>
                </a:lnTo>
                <a:lnTo>
                  <a:pt x="3173" y="2580"/>
                </a:lnTo>
                <a:lnTo>
                  <a:pt x="4246" y="1553"/>
                </a:lnTo>
                <a:lnTo>
                  <a:pt x="2762" y="1324"/>
                </a:lnTo>
                <a:lnTo>
                  <a:pt x="2123" y="1"/>
                </a:lnTo>
                <a:close/>
              </a:path>
            </a:pathLst>
          </a:custGeom>
          <a:solidFill>
            <a:srgbClr val="F8F4EC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2">
            <a:extLst>
              <a:ext uri="{FF2B5EF4-FFF2-40B4-BE49-F238E27FC236}">
                <a16:creationId xmlns:a16="http://schemas.microsoft.com/office/drawing/2014/main" id="{F1EF7F63-F7D8-4F53-9385-712773FB1AA7}"/>
              </a:ext>
            </a:extLst>
          </p:cNvPr>
          <p:cNvSpPr>
            <a:spLocks noGrp="1"/>
          </p:cNvSpPr>
          <p:nvPr/>
        </p:nvSpPr>
        <p:spPr>
          <a:xfrm>
            <a:off x="1717048" y="2662757"/>
            <a:ext cx="235796" cy="224848"/>
          </a:xfrm>
          <a:custGeom>
            <a:avLst/>
            <a:gdLst/>
            <a:ahLst/>
            <a:cxnLst/>
            <a:rect l="l" t="t" r="r" b="b"/>
            <a:pathLst>
              <a:path w="6871" h="6552">
                <a:moveTo>
                  <a:pt x="3424" y="1"/>
                </a:moveTo>
                <a:lnTo>
                  <a:pt x="2374" y="2146"/>
                </a:lnTo>
                <a:lnTo>
                  <a:pt x="0" y="2488"/>
                </a:lnTo>
                <a:lnTo>
                  <a:pt x="1712" y="4178"/>
                </a:lnTo>
                <a:lnTo>
                  <a:pt x="1301" y="6551"/>
                </a:lnTo>
                <a:lnTo>
                  <a:pt x="3424" y="5433"/>
                </a:lnTo>
                <a:lnTo>
                  <a:pt x="5569" y="6551"/>
                </a:lnTo>
                <a:lnTo>
                  <a:pt x="5159" y="4178"/>
                </a:lnTo>
                <a:lnTo>
                  <a:pt x="6870" y="2488"/>
                </a:lnTo>
                <a:lnTo>
                  <a:pt x="4497" y="2146"/>
                </a:lnTo>
                <a:lnTo>
                  <a:pt x="3424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2">
            <a:extLst>
              <a:ext uri="{FF2B5EF4-FFF2-40B4-BE49-F238E27FC236}">
                <a16:creationId xmlns:a16="http://schemas.microsoft.com/office/drawing/2014/main" id="{2F80C5CB-1B7D-4C0E-BF77-54A4C1EEFBF4}"/>
              </a:ext>
            </a:extLst>
          </p:cNvPr>
          <p:cNvSpPr>
            <a:spLocks noGrp="1"/>
          </p:cNvSpPr>
          <p:nvPr/>
        </p:nvSpPr>
        <p:spPr>
          <a:xfrm>
            <a:off x="6862988" y="2091679"/>
            <a:ext cx="145746" cy="138677"/>
          </a:xfrm>
          <a:custGeom>
            <a:avLst/>
            <a:gdLst/>
            <a:ahLst/>
            <a:cxnLst/>
            <a:rect l="l" t="t" r="r" b="b"/>
            <a:pathLst>
              <a:path w="4247" h="4041">
                <a:moveTo>
                  <a:pt x="2123" y="1"/>
                </a:moveTo>
                <a:lnTo>
                  <a:pt x="1461" y="1325"/>
                </a:lnTo>
                <a:lnTo>
                  <a:pt x="1" y="1530"/>
                </a:lnTo>
                <a:lnTo>
                  <a:pt x="1073" y="2580"/>
                </a:lnTo>
                <a:lnTo>
                  <a:pt x="822" y="4041"/>
                </a:lnTo>
                <a:lnTo>
                  <a:pt x="2123" y="3333"/>
                </a:lnTo>
                <a:lnTo>
                  <a:pt x="3424" y="4041"/>
                </a:lnTo>
                <a:lnTo>
                  <a:pt x="3196" y="2580"/>
                </a:lnTo>
                <a:lnTo>
                  <a:pt x="4246" y="1530"/>
                </a:lnTo>
                <a:lnTo>
                  <a:pt x="2785" y="1325"/>
                </a:lnTo>
                <a:lnTo>
                  <a:pt x="2123" y="1"/>
                </a:lnTo>
                <a:close/>
              </a:path>
            </a:pathLst>
          </a:custGeom>
          <a:solidFill>
            <a:srgbClr val="F8F4EC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">
            <a:extLst>
              <a:ext uri="{FF2B5EF4-FFF2-40B4-BE49-F238E27FC236}">
                <a16:creationId xmlns:a16="http://schemas.microsoft.com/office/drawing/2014/main" id="{35F1D755-AC75-45A3-BD65-BA639EF09CA8}"/>
              </a:ext>
            </a:extLst>
          </p:cNvPr>
          <p:cNvSpPr>
            <a:spLocks noGrp="1"/>
          </p:cNvSpPr>
          <p:nvPr/>
        </p:nvSpPr>
        <p:spPr>
          <a:xfrm>
            <a:off x="1230373" y="2154080"/>
            <a:ext cx="1392747" cy="623529"/>
          </a:xfrm>
          <a:custGeom>
            <a:avLst/>
            <a:gdLst/>
            <a:ahLst/>
            <a:cxnLst/>
            <a:rect l="l" t="t" r="r" b="b"/>
            <a:pathLst>
              <a:path w="35084" h="15707">
                <a:moveTo>
                  <a:pt x="19722" y="0"/>
                </a:moveTo>
                <a:cubicBezTo>
                  <a:pt x="17040" y="0"/>
                  <a:pt x="15328" y="2890"/>
                  <a:pt x="14312" y="5046"/>
                </a:cubicBezTo>
                <a:cubicBezTo>
                  <a:pt x="12935" y="3382"/>
                  <a:pt x="10996" y="1550"/>
                  <a:pt x="8761" y="1550"/>
                </a:cubicBezTo>
                <a:cubicBezTo>
                  <a:pt x="8144" y="1550"/>
                  <a:pt x="7505" y="1689"/>
                  <a:pt x="6849" y="2010"/>
                </a:cubicBezTo>
                <a:cubicBezTo>
                  <a:pt x="3470" y="3630"/>
                  <a:pt x="4498" y="6872"/>
                  <a:pt x="5319" y="9542"/>
                </a:cubicBezTo>
                <a:cubicBezTo>
                  <a:pt x="3356" y="9930"/>
                  <a:pt x="1" y="11071"/>
                  <a:pt x="1393" y="13765"/>
                </a:cubicBezTo>
                <a:cubicBezTo>
                  <a:pt x="2352" y="15522"/>
                  <a:pt x="5228" y="15614"/>
                  <a:pt x="6940" y="15682"/>
                </a:cubicBezTo>
                <a:cubicBezTo>
                  <a:pt x="8210" y="15689"/>
                  <a:pt x="9757" y="15697"/>
                  <a:pt x="11405" y="15697"/>
                </a:cubicBezTo>
                <a:cubicBezTo>
                  <a:pt x="14968" y="15697"/>
                  <a:pt x="19007" y="15663"/>
                  <a:pt x="21753" y="15522"/>
                </a:cubicBezTo>
                <a:cubicBezTo>
                  <a:pt x="22672" y="15601"/>
                  <a:pt x="24416" y="15707"/>
                  <a:pt x="26317" y="15707"/>
                </a:cubicBezTo>
                <a:cubicBezTo>
                  <a:pt x="29376" y="15707"/>
                  <a:pt x="32844" y="15433"/>
                  <a:pt x="33942" y="14335"/>
                </a:cubicBezTo>
                <a:cubicBezTo>
                  <a:pt x="35015" y="13240"/>
                  <a:pt x="35083" y="11870"/>
                  <a:pt x="33965" y="10912"/>
                </a:cubicBezTo>
                <a:cubicBezTo>
                  <a:pt x="33378" y="10384"/>
                  <a:pt x="32652" y="10247"/>
                  <a:pt x="31886" y="10247"/>
                </a:cubicBezTo>
                <a:cubicBezTo>
                  <a:pt x="31057" y="10247"/>
                  <a:pt x="30181" y="10408"/>
                  <a:pt x="29382" y="10408"/>
                </a:cubicBezTo>
                <a:cubicBezTo>
                  <a:pt x="29225" y="10408"/>
                  <a:pt x="29071" y="10401"/>
                  <a:pt x="28921" y="10387"/>
                </a:cubicBezTo>
                <a:cubicBezTo>
                  <a:pt x="29674" y="8675"/>
                  <a:pt x="31249" y="6666"/>
                  <a:pt x="28989" y="5228"/>
                </a:cubicBezTo>
                <a:cubicBezTo>
                  <a:pt x="28519" y="4922"/>
                  <a:pt x="28048" y="4795"/>
                  <a:pt x="27585" y="4795"/>
                </a:cubicBezTo>
                <a:cubicBezTo>
                  <a:pt x="26183" y="4795"/>
                  <a:pt x="24849" y="5962"/>
                  <a:pt x="23785" y="6872"/>
                </a:cubicBezTo>
                <a:cubicBezTo>
                  <a:pt x="23876" y="4338"/>
                  <a:pt x="23534" y="777"/>
                  <a:pt x="20567" y="93"/>
                </a:cubicBezTo>
                <a:cubicBezTo>
                  <a:pt x="20275" y="30"/>
                  <a:pt x="19994" y="0"/>
                  <a:pt x="19722" y="0"/>
                </a:cubicBezTo>
                <a:close/>
              </a:path>
            </a:pathLst>
          </a:custGeom>
          <a:solidFill>
            <a:srgbClr val="F8F4EC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3">
            <a:extLst>
              <a:ext uri="{FF2B5EF4-FFF2-40B4-BE49-F238E27FC236}">
                <a16:creationId xmlns:a16="http://schemas.microsoft.com/office/drawing/2014/main" id="{B79795C5-A826-4B96-AEC7-8C8B7D880D7A}"/>
              </a:ext>
            </a:extLst>
          </p:cNvPr>
          <p:cNvSpPr>
            <a:spLocks noGrp="1"/>
          </p:cNvSpPr>
          <p:nvPr/>
        </p:nvSpPr>
        <p:spPr>
          <a:xfrm>
            <a:off x="3" y="422077"/>
            <a:ext cx="1594511" cy="1109407"/>
          </a:xfrm>
          <a:custGeom>
            <a:avLst/>
            <a:gdLst/>
            <a:ahLst/>
            <a:cxnLst/>
            <a:rect l="l" t="t" r="r" b="b"/>
            <a:pathLst>
              <a:path w="43391" h="30190">
                <a:moveTo>
                  <a:pt x="13854" y="1"/>
                </a:moveTo>
                <a:cubicBezTo>
                  <a:pt x="8679" y="1"/>
                  <a:pt x="5416" y="5534"/>
                  <a:pt x="3469" y="9676"/>
                </a:cubicBezTo>
                <a:cubicBezTo>
                  <a:pt x="2465" y="8466"/>
                  <a:pt x="1301" y="7188"/>
                  <a:pt x="0" y="6092"/>
                </a:cubicBezTo>
                <a:lnTo>
                  <a:pt x="0" y="30173"/>
                </a:lnTo>
                <a:cubicBezTo>
                  <a:pt x="6277" y="30150"/>
                  <a:pt x="13010" y="30059"/>
                  <a:pt x="17758" y="29831"/>
                </a:cubicBezTo>
                <a:cubicBezTo>
                  <a:pt x="19544" y="29981"/>
                  <a:pt x="22955" y="30190"/>
                  <a:pt x="26662" y="30190"/>
                </a:cubicBezTo>
                <a:cubicBezTo>
                  <a:pt x="32523" y="30190"/>
                  <a:pt x="39125" y="29668"/>
                  <a:pt x="41223" y="27571"/>
                </a:cubicBezTo>
                <a:cubicBezTo>
                  <a:pt x="43277" y="25448"/>
                  <a:pt x="43391" y="22801"/>
                  <a:pt x="41245" y="20952"/>
                </a:cubicBezTo>
                <a:cubicBezTo>
                  <a:pt x="40126" y="19961"/>
                  <a:pt x="38737" y="19706"/>
                  <a:pt x="37270" y="19706"/>
                </a:cubicBezTo>
                <a:cubicBezTo>
                  <a:pt x="35705" y="19706"/>
                  <a:pt x="34052" y="19997"/>
                  <a:pt x="32548" y="19997"/>
                </a:cubicBezTo>
                <a:cubicBezTo>
                  <a:pt x="32213" y="19997"/>
                  <a:pt x="31885" y="19983"/>
                  <a:pt x="31567" y="19947"/>
                </a:cubicBezTo>
                <a:cubicBezTo>
                  <a:pt x="33005" y="16683"/>
                  <a:pt x="36018" y="12826"/>
                  <a:pt x="31704" y="10018"/>
                </a:cubicBezTo>
                <a:cubicBezTo>
                  <a:pt x="30798" y="9444"/>
                  <a:pt x="29892" y="9204"/>
                  <a:pt x="29002" y="9204"/>
                </a:cubicBezTo>
                <a:cubicBezTo>
                  <a:pt x="26284" y="9204"/>
                  <a:pt x="23707" y="11437"/>
                  <a:pt x="21661" y="13191"/>
                </a:cubicBezTo>
                <a:cubicBezTo>
                  <a:pt x="21821" y="8352"/>
                  <a:pt x="21182" y="1482"/>
                  <a:pt x="15498" y="181"/>
                </a:cubicBezTo>
                <a:cubicBezTo>
                  <a:pt x="14930" y="58"/>
                  <a:pt x="14382" y="1"/>
                  <a:pt x="13854" y="1"/>
                </a:cubicBezTo>
                <a:close/>
              </a:path>
            </a:pathLst>
          </a:custGeom>
          <a:solidFill>
            <a:srgbClr val="F8F4EC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3">
            <a:extLst>
              <a:ext uri="{FF2B5EF4-FFF2-40B4-BE49-F238E27FC236}">
                <a16:creationId xmlns:a16="http://schemas.microsoft.com/office/drawing/2014/main" id="{27B13FFE-88C2-4197-8B01-649BD6FC194D}"/>
              </a:ext>
            </a:extLst>
          </p:cNvPr>
          <p:cNvSpPr>
            <a:spLocks noGrp="1"/>
          </p:cNvSpPr>
          <p:nvPr/>
        </p:nvSpPr>
        <p:spPr>
          <a:xfrm>
            <a:off x="0" y="3670025"/>
            <a:ext cx="9144012" cy="1487949"/>
          </a:xfrm>
          <a:custGeom>
            <a:avLst/>
            <a:gdLst/>
            <a:ahLst/>
            <a:cxnLst/>
            <a:rect l="l" t="t" r="r" b="b"/>
            <a:pathLst>
              <a:path w="284838" h="50589">
                <a:moveTo>
                  <a:pt x="133359" y="0"/>
                </a:moveTo>
                <a:cubicBezTo>
                  <a:pt x="132063" y="0"/>
                  <a:pt x="130757" y="60"/>
                  <a:pt x="129443" y="190"/>
                </a:cubicBezTo>
                <a:cubicBezTo>
                  <a:pt x="121021" y="1012"/>
                  <a:pt x="114059" y="3979"/>
                  <a:pt x="107554" y="6810"/>
                </a:cubicBezTo>
                <a:cubicBezTo>
                  <a:pt x="99839" y="10165"/>
                  <a:pt x="91987" y="14411"/>
                  <a:pt x="81830" y="15209"/>
                </a:cubicBezTo>
                <a:cubicBezTo>
                  <a:pt x="80619" y="15306"/>
                  <a:pt x="79418" y="15351"/>
                  <a:pt x="78227" y="15351"/>
                </a:cubicBezTo>
                <a:cubicBezTo>
                  <a:pt x="70438" y="15351"/>
                  <a:pt x="63068" y="13440"/>
                  <a:pt x="56060" y="11717"/>
                </a:cubicBezTo>
                <a:cubicBezTo>
                  <a:pt x="47272" y="9572"/>
                  <a:pt x="38302" y="7449"/>
                  <a:pt x="28715" y="6696"/>
                </a:cubicBezTo>
                <a:cubicBezTo>
                  <a:pt x="26227" y="6492"/>
                  <a:pt x="23698" y="6384"/>
                  <a:pt x="21170" y="6384"/>
                </a:cubicBezTo>
                <a:cubicBezTo>
                  <a:pt x="15464" y="6384"/>
                  <a:pt x="9763" y="6937"/>
                  <a:pt x="4543" y="8202"/>
                </a:cubicBezTo>
                <a:cubicBezTo>
                  <a:pt x="2968" y="8567"/>
                  <a:pt x="1462" y="9001"/>
                  <a:pt x="1" y="9457"/>
                </a:cubicBezTo>
                <a:lnTo>
                  <a:pt x="1" y="50589"/>
                </a:lnTo>
                <a:lnTo>
                  <a:pt x="284838" y="50589"/>
                </a:lnTo>
                <a:lnTo>
                  <a:pt x="284838" y="13155"/>
                </a:lnTo>
                <a:cubicBezTo>
                  <a:pt x="283742" y="12744"/>
                  <a:pt x="282624" y="12333"/>
                  <a:pt x="281528" y="11900"/>
                </a:cubicBezTo>
                <a:cubicBezTo>
                  <a:pt x="273083" y="8704"/>
                  <a:pt x="264752" y="4664"/>
                  <a:pt x="254868" y="2838"/>
                </a:cubicBezTo>
                <a:cubicBezTo>
                  <a:pt x="251879" y="2285"/>
                  <a:pt x="248783" y="1967"/>
                  <a:pt x="245668" y="1967"/>
                </a:cubicBezTo>
                <a:cubicBezTo>
                  <a:pt x="244026" y="1967"/>
                  <a:pt x="242379" y="2056"/>
                  <a:pt x="240739" y="2245"/>
                </a:cubicBezTo>
                <a:cubicBezTo>
                  <a:pt x="236403" y="2770"/>
                  <a:pt x="232408" y="3751"/>
                  <a:pt x="228619" y="5007"/>
                </a:cubicBezTo>
                <a:cubicBezTo>
                  <a:pt x="220813" y="7563"/>
                  <a:pt x="213806" y="11010"/>
                  <a:pt x="205383" y="12973"/>
                </a:cubicBezTo>
                <a:cubicBezTo>
                  <a:pt x="201139" y="13960"/>
                  <a:pt x="196833" y="14451"/>
                  <a:pt x="192530" y="14451"/>
                </a:cubicBezTo>
                <a:cubicBezTo>
                  <a:pt x="188177" y="14451"/>
                  <a:pt x="183826" y="13948"/>
                  <a:pt x="179545" y="12950"/>
                </a:cubicBezTo>
                <a:cubicBezTo>
                  <a:pt x="171008" y="10964"/>
                  <a:pt x="163750" y="7723"/>
                  <a:pt x="156126" y="4892"/>
                </a:cubicBezTo>
                <a:cubicBezTo>
                  <a:pt x="149458" y="2446"/>
                  <a:pt x="141614" y="0"/>
                  <a:pt x="133359" y="0"/>
                </a:cubicBezTo>
                <a:close/>
              </a:path>
            </a:pathLst>
          </a:custGeom>
          <a:solidFill>
            <a:srgbClr val="EADBC5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3">
            <a:extLst>
              <a:ext uri="{FF2B5EF4-FFF2-40B4-BE49-F238E27FC236}">
                <a16:creationId xmlns:a16="http://schemas.microsoft.com/office/drawing/2014/main" id="{5A322BEF-30F4-4513-8E4D-64E7D63667F9}"/>
              </a:ext>
            </a:extLst>
          </p:cNvPr>
          <p:cNvSpPr>
            <a:spLocks noGrp="1"/>
          </p:cNvSpPr>
          <p:nvPr/>
        </p:nvSpPr>
        <p:spPr>
          <a:xfrm>
            <a:off x="245721" y="1852055"/>
            <a:ext cx="91235" cy="82489"/>
          </a:xfrm>
          <a:custGeom>
            <a:avLst/>
            <a:gdLst/>
            <a:ahLst/>
            <a:cxnLst/>
            <a:rect l="l" t="t" r="r" b="b"/>
            <a:pathLst>
              <a:path w="3380" h="3056">
                <a:moveTo>
                  <a:pt x="990" y="1"/>
                </a:moveTo>
                <a:cubicBezTo>
                  <a:pt x="898" y="1"/>
                  <a:pt x="774" y="66"/>
                  <a:pt x="754" y="165"/>
                </a:cubicBezTo>
                <a:cubicBezTo>
                  <a:pt x="708" y="507"/>
                  <a:pt x="731" y="850"/>
                  <a:pt x="800" y="1169"/>
                </a:cubicBezTo>
                <a:cubicBezTo>
                  <a:pt x="572" y="1329"/>
                  <a:pt x="366" y="1466"/>
                  <a:pt x="161" y="1649"/>
                </a:cubicBezTo>
                <a:cubicBezTo>
                  <a:pt x="1" y="1786"/>
                  <a:pt x="138" y="2014"/>
                  <a:pt x="298" y="2014"/>
                </a:cubicBezTo>
                <a:cubicBezTo>
                  <a:pt x="549" y="2037"/>
                  <a:pt x="777" y="2059"/>
                  <a:pt x="1028" y="2082"/>
                </a:cubicBezTo>
                <a:lnTo>
                  <a:pt x="1051" y="2128"/>
                </a:lnTo>
                <a:cubicBezTo>
                  <a:pt x="1074" y="2356"/>
                  <a:pt x="1119" y="2562"/>
                  <a:pt x="1211" y="2767"/>
                </a:cubicBezTo>
                <a:cubicBezTo>
                  <a:pt x="1233" y="2813"/>
                  <a:pt x="1233" y="2835"/>
                  <a:pt x="1279" y="2858"/>
                </a:cubicBezTo>
                <a:cubicBezTo>
                  <a:pt x="1302" y="2904"/>
                  <a:pt x="1325" y="2950"/>
                  <a:pt x="1348" y="2995"/>
                </a:cubicBezTo>
                <a:cubicBezTo>
                  <a:pt x="1382" y="3038"/>
                  <a:pt x="1429" y="3055"/>
                  <a:pt x="1477" y="3055"/>
                </a:cubicBezTo>
                <a:cubicBezTo>
                  <a:pt x="1559" y="3055"/>
                  <a:pt x="1647" y="3007"/>
                  <a:pt x="1690" y="2950"/>
                </a:cubicBezTo>
                <a:cubicBezTo>
                  <a:pt x="1850" y="2676"/>
                  <a:pt x="2010" y="2402"/>
                  <a:pt x="2146" y="2105"/>
                </a:cubicBezTo>
                <a:cubicBezTo>
                  <a:pt x="2443" y="2105"/>
                  <a:pt x="2763" y="2105"/>
                  <a:pt x="3060" y="2082"/>
                </a:cubicBezTo>
                <a:cubicBezTo>
                  <a:pt x="3242" y="2082"/>
                  <a:pt x="3379" y="1854"/>
                  <a:pt x="3219" y="1717"/>
                </a:cubicBezTo>
                <a:cubicBezTo>
                  <a:pt x="2991" y="1512"/>
                  <a:pt x="2763" y="1329"/>
                  <a:pt x="2535" y="1146"/>
                </a:cubicBezTo>
                <a:cubicBezTo>
                  <a:pt x="2649" y="873"/>
                  <a:pt x="2763" y="576"/>
                  <a:pt x="2877" y="302"/>
                </a:cubicBezTo>
                <a:cubicBezTo>
                  <a:pt x="2933" y="152"/>
                  <a:pt x="2774" y="33"/>
                  <a:pt x="2639" y="33"/>
                </a:cubicBezTo>
                <a:cubicBezTo>
                  <a:pt x="2610" y="33"/>
                  <a:pt x="2582" y="39"/>
                  <a:pt x="2557" y="51"/>
                </a:cubicBezTo>
                <a:cubicBezTo>
                  <a:pt x="2306" y="211"/>
                  <a:pt x="2055" y="370"/>
                  <a:pt x="1804" y="530"/>
                </a:cubicBezTo>
                <a:cubicBezTo>
                  <a:pt x="1576" y="325"/>
                  <a:pt x="1325" y="119"/>
                  <a:pt x="1028" y="5"/>
                </a:cubicBezTo>
                <a:cubicBezTo>
                  <a:pt x="1016" y="2"/>
                  <a:pt x="1003" y="1"/>
                  <a:pt x="990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3">
            <a:extLst>
              <a:ext uri="{FF2B5EF4-FFF2-40B4-BE49-F238E27FC236}">
                <a16:creationId xmlns:a16="http://schemas.microsoft.com/office/drawing/2014/main" id="{7CD21030-27E1-4F25-A79B-65BD4F5696CD}"/>
              </a:ext>
            </a:extLst>
          </p:cNvPr>
          <p:cNvSpPr>
            <a:spLocks noGrp="1"/>
          </p:cNvSpPr>
          <p:nvPr/>
        </p:nvSpPr>
        <p:spPr>
          <a:xfrm>
            <a:off x="1620043" y="746323"/>
            <a:ext cx="59576" cy="46226"/>
          </a:xfrm>
          <a:custGeom>
            <a:avLst/>
            <a:gdLst/>
            <a:ahLst/>
            <a:cxnLst/>
            <a:rect l="l" t="t" r="r" b="b"/>
            <a:pathLst>
              <a:path w="1736" h="1347">
                <a:moveTo>
                  <a:pt x="868" y="0"/>
                </a:moveTo>
                <a:cubicBezTo>
                  <a:pt x="1" y="0"/>
                  <a:pt x="1" y="1347"/>
                  <a:pt x="868" y="1347"/>
                </a:cubicBezTo>
                <a:cubicBezTo>
                  <a:pt x="1736" y="1347"/>
                  <a:pt x="1736" y="0"/>
                  <a:pt x="868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3">
            <a:extLst>
              <a:ext uri="{FF2B5EF4-FFF2-40B4-BE49-F238E27FC236}">
                <a16:creationId xmlns:a16="http://schemas.microsoft.com/office/drawing/2014/main" id="{F557B410-6E0F-4145-81B7-6421D75E4408}"/>
              </a:ext>
            </a:extLst>
          </p:cNvPr>
          <p:cNvSpPr>
            <a:spLocks noGrp="1"/>
          </p:cNvSpPr>
          <p:nvPr/>
        </p:nvSpPr>
        <p:spPr>
          <a:xfrm>
            <a:off x="1666270" y="654659"/>
            <a:ext cx="58787" cy="45471"/>
          </a:xfrm>
          <a:custGeom>
            <a:avLst/>
            <a:gdLst/>
            <a:ahLst/>
            <a:cxnLst/>
            <a:rect l="l" t="t" r="r" b="b"/>
            <a:pathLst>
              <a:path w="1713" h="1325">
                <a:moveTo>
                  <a:pt x="868" y="1"/>
                </a:moveTo>
                <a:cubicBezTo>
                  <a:pt x="0" y="1"/>
                  <a:pt x="0" y="1324"/>
                  <a:pt x="868" y="1324"/>
                </a:cubicBezTo>
                <a:cubicBezTo>
                  <a:pt x="1712" y="1324"/>
                  <a:pt x="1712" y="1"/>
                  <a:pt x="868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3">
            <a:extLst>
              <a:ext uri="{FF2B5EF4-FFF2-40B4-BE49-F238E27FC236}">
                <a16:creationId xmlns:a16="http://schemas.microsoft.com/office/drawing/2014/main" id="{4C386C8B-AEB6-482B-8D11-62B87CA33DCE}"/>
              </a:ext>
            </a:extLst>
          </p:cNvPr>
          <p:cNvSpPr>
            <a:spLocks noGrp="1"/>
          </p:cNvSpPr>
          <p:nvPr/>
        </p:nvSpPr>
        <p:spPr>
          <a:xfrm>
            <a:off x="1711708" y="746323"/>
            <a:ext cx="59576" cy="46226"/>
          </a:xfrm>
          <a:custGeom>
            <a:avLst/>
            <a:gdLst/>
            <a:ahLst/>
            <a:cxnLst/>
            <a:rect l="l" t="t" r="r" b="b"/>
            <a:pathLst>
              <a:path w="1736" h="1347">
                <a:moveTo>
                  <a:pt x="868" y="0"/>
                </a:moveTo>
                <a:cubicBezTo>
                  <a:pt x="0" y="0"/>
                  <a:pt x="0" y="1347"/>
                  <a:pt x="868" y="1347"/>
                </a:cubicBezTo>
                <a:cubicBezTo>
                  <a:pt x="1735" y="1347"/>
                  <a:pt x="1735" y="0"/>
                  <a:pt x="868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3">
            <a:extLst>
              <a:ext uri="{FF2B5EF4-FFF2-40B4-BE49-F238E27FC236}">
                <a16:creationId xmlns:a16="http://schemas.microsoft.com/office/drawing/2014/main" id="{432162E7-9B1C-43D9-9B59-0FD309CACF13}"/>
              </a:ext>
            </a:extLst>
          </p:cNvPr>
          <p:cNvSpPr>
            <a:spLocks noGrp="1"/>
          </p:cNvSpPr>
          <p:nvPr/>
        </p:nvSpPr>
        <p:spPr>
          <a:xfrm flipH="1">
            <a:off x="7549478" y="2154077"/>
            <a:ext cx="1594511" cy="1109407"/>
          </a:xfrm>
          <a:custGeom>
            <a:avLst/>
            <a:gdLst/>
            <a:ahLst/>
            <a:cxnLst/>
            <a:rect l="l" t="t" r="r" b="b"/>
            <a:pathLst>
              <a:path w="43391" h="30190">
                <a:moveTo>
                  <a:pt x="13854" y="1"/>
                </a:moveTo>
                <a:cubicBezTo>
                  <a:pt x="8679" y="1"/>
                  <a:pt x="5416" y="5534"/>
                  <a:pt x="3469" y="9676"/>
                </a:cubicBezTo>
                <a:cubicBezTo>
                  <a:pt x="2465" y="8466"/>
                  <a:pt x="1301" y="7188"/>
                  <a:pt x="0" y="6092"/>
                </a:cubicBezTo>
                <a:lnTo>
                  <a:pt x="0" y="30173"/>
                </a:lnTo>
                <a:cubicBezTo>
                  <a:pt x="6277" y="30150"/>
                  <a:pt x="13010" y="30059"/>
                  <a:pt x="17758" y="29831"/>
                </a:cubicBezTo>
                <a:cubicBezTo>
                  <a:pt x="19544" y="29981"/>
                  <a:pt x="22955" y="30190"/>
                  <a:pt x="26662" y="30190"/>
                </a:cubicBezTo>
                <a:cubicBezTo>
                  <a:pt x="32523" y="30190"/>
                  <a:pt x="39125" y="29668"/>
                  <a:pt x="41223" y="27571"/>
                </a:cubicBezTo>
                <a:cubicBezTo>
                  <a:pt x="43277" y="25448"/>
                  <a:pt x="43391" y="22801"/>
                  <a:pt x="41245" y="20952"/>
                </a:cubicBezTo>
                <a:cubicBezTo>
                  <a:pt x="40126" y="19961"/>
                  <a:pt x="38737" y="19706"/>
                  <a:pt x="37270" y="19706"/>
                </a:cubicBezTo>
                <a:cubicBezTo>
                  <a:pt x="35705" y="19706"/>
                  <a:pt x="34052" y="19997"/>
                  <a:pt x="32548" y="19997"/>
                </a:cubicBezTo>
                <a:cubicBezTo>
                  <a:pt x="32213" y="19997"/>
                  <a:pt x="31885" y="19983"/>
                  <a:pt x="31567" y="19947"/>
                </a:cubicBezTo>
                <a:cubicBezTo>
                  <a:pt x="33005" y="16683"/>
                  <a:pt x="36018" y="12826"/>
                  <a:pt x="31704" y="10018"/>
                </a:cubicBezTo>
                <a:cubicBezTo>
                  <a:pt x="30798" y="9444"/>
                  <a:pt x="29892" y="9204"/>
                  <a:pt x="29002" y="9204"/>
                </a:cubicBezTo>
                <a:cubicBezTo>
                  <a:pt x="26284" y="9204"/>
                  <a:pt x="23707" y="11437"/>
                  <a:pt x="21661" y="13191"/>
                </a:cubicBezTo>
                <a:cubicBezTo>
                  <a:pt x="21821" y="8352"/>
                  <a:pt x="21182" y="1482"/>
                  <a:pt x="15498" y="181"/>
                </a:cubicBezTo>
                <a:cubicBezTo>
                  <a:pt x="14930" y="58"/>
                  <a:pt x="14382" y="1"/>
                  <a:pt x="13854" y="1"/>
                </a:cubicBezTo>
                <a:close/>
              </a:path>
            </a:pathLst>
          </a:custGeom>
          <a:solidFill>
            <a:srgbClr val="F8F4EC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3">
            <a:extLst>
              <a:ext uri="{FF2B5EF4-FFF2-40B4-BE49-F238E27FC236}">
                <a16:creationId xmlns:a16="http://schemas.microsoft.com/office/drawing/2014/main" id="{131F6D2C-62AB-434E-9827-5B6613F7E6D8}"/>
              </a:ext>
            </a:extLst>
          </p:cNvPr>
          <p:cNvSpPr>
            <a:spLocks noGrp="1"/>
          </p:cNvSpPr>
          <p:nvPr/>
        </p:nvSpPr>
        <p:spPr>
          <a:xfrm>
            <a:off x="6265148" y="701905"/>
            <a:ext cx="1392747" cy="623529"/>
          </a:xfrm>
          <a:custGeom>
            <a:avLst/>
            <a:gdLst/>
            <a:ahLst/>
            <a:cxnLst/>
            <a:rect l="l" t="t" r="r" b="b"/>
            <a:pathLst>
              <a:path w="35084" h="15707">
                <a:moveTo>
                  <a:pt x="19722" y="0"/>
                </a:moveTo>
                <a:cubicBezTo>
                  <a:pt x="17040" y="0"/>
                  <a:pt x="15328" y="2890"/>
                  <a:pt x="14312" y="5046"/>
                </a:cubicBezTo>
                <a:cubicBezTo>
                  <a:pt x="12935" y="3382"/>
                  <a:pt x="10996" y="1550"/>
                  <a:pt x="8761" y="1550"/>
                </a:cubicBezTo>
                <a:cubicBezTo>
                  <a:pt x="8144" y="1550"/>
                  <a:pt x="7505" y="1689"/>
                  <a:pt x="6849" y="2010"/>
                </a:cubicBezTo>
                <a:cubicBezTo>
                  <a:pt x="3470" y="3630"/>
                  <a:pt x="4498" y="6872"/>
                  <a:pt x="5319" y="9542"/>
                </a:cubicBezTo>
                <a:cubicBezTo>
                  <a:pt x="3356" y="9930"/>
                  <a:pt x="1" y="11071"/>
                  <a:pt x="1393" y="13765"/>
                </a:cubicBezTo>
                <a:cubicBezTo>
                  <a:pt x="2352" y="15522"/>
                  <a:pt x="5228" y="15614"/>
                  <a:pt x="6940" y="15682"/>
                </a:cubicBezTo>
                <a:cubicBezTo>
                  <a:pt x="8210" y="15689"/>
                  <a:pt x="9757" y="15697"/>
                  <a:pt x="11405" y="15697"/>
                </a:cubicBezTo>
                <a:cubicBezTo>
                  <a:pt x="14968" y="15697"/>
                  <a:pt x="19007" y="15663"/>
                  <a:pt x="21753" y="15522"/>
                </a:cubicBezTo>
                <a:cubicBezTo>
                  <a:pt x="22672" y="15601"/>
                  <a:pt x="24416" y="15707"/>
                  <a:pt x="26317" y="15707"/>
                </a:cubicBezTo>
                <a:cubicBezTo>
                  <a:pt x="29376" y="15707"/>
                  <a:pt x="32844" y="15433"/>
                  <a:pt x="33942" y="14335"/>
                </a:cubicBezTo>
                <a:cubicBezTo>
                  <a:pt x="35015" y="13240"/>
                  <a:pt x="35083" y="11870"/>
                  <a:pt x="33965" y="10912"/>
                </a:cubicBezTo>
                <a:cubicBezTo>
                  <a:pt x="33378" y="10384"/>
                  <a:pt x="32652" y="10247"/>
                  <a:pt x="31886" y="10247"/>
                </a:cubicBezTo>
                <a:cubicBezTo>
                  <a:pt x="31057" y="10247"/>
                  <a:pt x="30181" y="10408"/>
                  <a:pt x="29382" y="10408"/>
                </a:cubicBezTo>
                <a:cubicBezTo>
                  <a:pt x="29225" y="10408"/>
                  <a:pt x="29071" y="10401"/>
                  <a:pt x="28921" y="10387"/>
                </a:cubicBezTo>
                <a:cubicBezTo>
                  <a:pt x="29674" y="8675"/>
                  <a:pt x="31249" y="6666"/>
                  <a:pt x="28989" y="5228"/>
                </a:cubicBezTo>
                <a:cubicBezTo>
                  <a:pt x="28519" y="4922"/>
                  <a:pt x="28048" y="4795"/>
                  <a:pt x="27585" y="4795"/>
                </a:cubicBezTo>
                <a:cubicBezTo>
                  <a:pt x="26183" y="4795"/>
                  <a:pt x="24849" y="5962"/>
                  <a:pt x="23785" y="6872"/>
                </a:cubicBezTo>
                <a:cubicBezTo>
                  <a:pt x="23876" y="4338"/>
                  <a:pt x="23534" y="777"/>
                  <a:pt x="20567" y="93"/>
                </a:cubicBezTo>
                <a:cubicBezTo>
                  <a:pt x="20275" y="30"/>
                  <a:pt x="19994" y="0"/>
                  <a:pt x="19722" y="0"/>
                </a:cubicBezTo>
                <a:close/>
              </a:path>
            </a:pathLst>
          </a:custGeom>
          <a:solidFill>
            <a:srgbClr val="F8F4EC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43;p3">
            <a:extLst>
              <a:ext uri="{FF2B5EF4-FFF2-40B4-BE49-F238E27FC236}">
                <a16:creationId xmlns:a16="http://schemas.microsoft.com/office/drawing/2014/main" id="{C3B18418-E400-4064-ABB7-9505FDBA9D4B}"/>
              </a:ext>
            </a:extLst>
          </p:cNvPr>
          <p:cNvSpPr>
            <a:spLocks noGrp="1"/>
          </p:cNvSpPr>
          <p:nvPr/>
        </p:nvSpPr>
        <p:spPr>
          <a:xfrm>
            <a:off x="8529105" y="3559973"/>
            <a:ext cx="59576" cy="46226"/>
          </a:xfrm>
          <a:custGeom>
            <a:avLst/>
            <a:gdLst/>
            <a:ahLst/>
            <a:cxnLst/>
            <a:rect l="l" t="t" r="r" b="b"/>
            <a:pathLst>
              <a:path w="1736" h="1347">
                <a:moveTo>
                  <a:pt x="868" y="0"/>
                </a:moveTo>
                <a:cubicBezTo>
                  <a:pt x="1" y="0"/>
                  <a:pt x="1" y="1347"/>
                  <a:pt x="868" y="1347"/>
                </a:cubicBezTo>
                <a:cubicBezTo>
                  <a:pt x="1736" y="1347"/>
                  <a:pt x="1736" y="0"/>
                  <a:pt x="868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3">
            <a:extLst>
              <a:ext uri="{FF2B5EF4-FFF2-40B4-BE49-F238E27FC236}">
                <a16:creationId xmlns:a16="http://schemas.microsoft.com/office/drawing/2014/main" id="{5AC38C14-953E-4A2A-AA78-99B726FAFDF5}"/>
              </a:ext>
            </a:extLst>
          </p:cNvPr>
          <p:cNvSpPr>
            <a:spLocks noGrp="1"/>
          </p:cNvSpPr>
          <p:nvPr/>
        </p:nvSpPr>
        <p:spPr>
          <a:xfrm>
            <a:off x="8575332" y="3468309"/>
            <a:ext cx="58787" cy="45471"/>
          </a:xfrm>
          <a:custGeom>
            <a:avLst/>
            <a:gdLst/>
            <a:ahLst/>
            <a:cxnLst/>
            <a:rect l="l" t="t" r="r" b="b"/>
            <a:pathLst>
              <a:path w="1713" h="1325">
                <a:moveTo>
                  <a:pt x="868" y="1"/>
                </a:moveTo>
                <a:cubicBezTo>
                  <a:pt x="0" y="1"/>
                  <a:pt x="0" y="1324"/>
                  <a:pt x="868" y="1324"/>
                </a:cubicBezTo>
                <a:cubicBezTo>
                  <a:pt x="1712" y="1324"/>
                  <a:pt x="1712" y="1"/>
                  <a:pt x="868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45;p3">
            <a:extLst>
              <a:ext uri="{FF2B5EF4-FFF2-40B4-BE49-F238E27FC236}">
                <a16:creationId xmlns:a16="http://schemas.microsoft.com/office/drawing/2014/main" id="{18ECFF8D-6167-4A6D-B4AD-82E41A4EEA6D}"/>
              </a:ext>
            </a:extLst>
          </p:cNvPr>
          <p:cNvSpPr>
            <a:spLocks noGrp="1"/>
          </p:cNvSpPr>
          <p:nvPr/>
        </p:nvSpPr>
        <p:spPr>
          <a:xfrm>
            <a:off x="8620770" y="3559973"/>
            <a:ext cx="59576" cy="46226"/>
          </a:xfrm>
          <a:custGeom>
            <a:avLst/>
            <a:gdLst/>
            <a:ahLst/>
            <a:cxnLst/>
            <a:rect l="l" t="t" r="r" b="b"/>
            <a:pathLst>
              <a:path w="1736" h="1347">
                <a:moveTo>
                  <a:pt x="868" y="0"/>
                </a:moveTo>
                <a:cubicBezTo>
                  <a:pt x="0" y="0"/>
                  <a:pt x="0" y="1347"/>
                  <a:pt x="868" y="1347"/>
                </a:cubicBezTo>
                <a:cubicBezTo>
                  <a:pt x="1735" y="1347"/>
                  <a:pt x="1735" y="0"/>
                  <a:pt x="868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3">
            <a:extLst>
              <a:ext uri="{FF2B5EF4-FFF2-40B4-BE49-F238E27FC236}">
                <a16:creationId xmlns:a16="http://schemas.microsoft.com/office/drawing/2014/main" id="{3D1005D7-23E5-4FC2-A6BB-6E8E93EFD13B}"/>
              </a:ext>
            </a:extLst>
          </p:cNvPr>
          <p:cNvSpPr>
            <a:spLocks noGrp="1"/>
          </p:cNvSpPr>
          <p:nvPr/>
        </p:nvSpPr>
        <p:spPr>
          <a:xfrm>
            <a:off x="8636996" y="838705"/>
            <a:ext cx="91235" cy="82489"/>
          </a:xfrm>
          <a:custGeom>
            <a:avLst/>
            <a:gdLst/>
            <a:ahLst/>
            <a:cxnLst/>
            <a:rect l="l" t="t" r="r" b="b"/>
            <a:pathLst>
              <a:path w="3380" h="3056">
                <a:moveTo>
                  <a:pt x="990" y="1"/>
                </a:moveTo>
                <a:cubicBezTo>
                  <a:pt x="898" y="1"/>
                  <a:pt x="774" y="66"/>
                  <a:pt x="754" y="165"/>
                </a:cubicBezTo>
                <a:cubicBezTo>
                  <a:pt x="708" y="507"/>
                  <a:pt x="731" y="850"/>
                  <a:pt x="800" y="1169"/>
                </a:cubicBezTo>
                <a:cubicBezTo>
                  <a:pt x="572" y="1329"/>
                  <a:pt x="366" y="1466"/>
                  <a:pt x="161" y="1649"/>
                </a:cubicBezTo>
                <a:cubicBezTo>
                  <a:pt x="1" y="1786"/>
                  <a:pt x="138" y="2014"/>
                  <a:pt x="298" y="2014"/>
                </a:cubicBezTo>
                <a:cubicBezTo>
                  <a:pt x="549" y="2037"/>
                  <a:pt x="777" y="2059"/>
                  <a:pt x="1028" y="2082"/>
                </a:cubicBezTo>
                <a:lnTo>
                  <a:pt x="1051" y="2128"/>
                </a:lnTo>
                <a:cubicBezTo>
                  <a:pt x="1074" y="2356"/>
                  <a:pt x="1119" y="2562"/>
                  <a:pt x="1211" y="2767"/>
                </a:cubicBezTo>
                <a:cubicBezTo>
                  <a:pt x="1233" y="2813"/>
                  <a:pt x="1233" y="2835"/>
                  <a:pt x="1279" y="2858"/>
                </a:cubicBezTo>
                <a:cubicBezTo>
                  <a:pt x="1302" y="2904"/>
                  <a:pt x="1325" y="2950"/>
                  <a:pt x="1348" y="2995"/>
                </a:cubicBezTo>
                <a:cubicBezTo>
                  <a:pt x="1382" y="3038"/>
                  <a:pt x="1429" y="3055"/>
                  <a:pt x="1477" y="3055"/>
                </a:cubicBezTo>
                <a:cubicBezTo>
                  <a:pt x="1559" y="3055"/>
                  <a:pt x="1647" y="3007"/>
                  <a:pt x="1690" y="2950"/>
                </a:cubicBezTo>
                <a:cubicBezTo>
                  <a:pt x="1850" y="2676"/>
                  <a:pt x="2010" y="2402"/>
                  <a:pt x="2146" y="2105"/>
                </a:cubicBezTo>
                <a:cubicBezTo>
                  <a:pt x="2443" y="2105"/>
                  <a:pt x="2763" y="2105"/>
                  <a:pt x="3060" y="2082"/>
                </a:cubicBezTo>
                <a:cubicBezTo>
                  <a:pt x="3242" y="2082"/>
                  <a:pt x="3379" y="1854"/>
                  <a:pt x="3219" y="1717"/>
                </a:cubicBezTo>
                <a:cubicBezTo>
                  <a:pt x="2991" y="1512"/>
                  <a:pt x="2763" y="1329"/>
                  <a:pt x="2535" y="1146"/>
                </a:cubicBezTo>
                <a:cubicBezTo>
                  <a:pt x="2649" y="873"/>
                  <a:pt x="2763" y="576"/>
                  <a:pt x="2877" y="302"/>
                </a:cubicBezTo>
                <a:cubicBezTo>
                  <a:pt x="2933" y="152"/>
                  <a:pt x="2774" y="33"/>
                  <a:pt x="2639" y="33"/>
                </a:cubicBezTo>
                <a:cubicBezTo>
                  <a:pt x="2610" y="33"/>
                  <a:pt x="2582" y="39"/>
                  <a:pt x="2557" y="51"/>
                </a:cubicBezTo>
                <a:cubicBezTo>
                  <a:pt x="2306" y="211"/>
                  <a:pt x="2055" y="370"/>
                  <a:pt x="1804" y="530"/>
                </a:cubicBezTo>
                <a:cubicBezTo>
                  <a:pt x="1576" y="325"/>
                  <a:pt x="1325" y="119"/>
                  <a:pt x="1028" y="5"/>
                </a:cubicBezTo>
                <a:cubicBezTo>
                  <a:pt x="1016" y="2"/>
                  <a:pt x="1003" y="1"/>
                  <a:pt x="990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3">
            <a:extLst>
              <a:ext uri="{FF2B5EF4-FFF2-40B4-BE49-F238E27FC236}">
                <a16:creationId xmlns:a16="http://schemas.microsoft.com/office/drawing/2014/main" id="{67963C19-8B6E-440E-8A5C-B56C2BDCF83B}"/>
              </a:ext>
            </a:extLst>
          </p:cNvPr>
          <p:cNvSpPr>
            <a:spLocks noGrp="1"/>
          </p:cNvSpPr>
          <p:nvPr/>
        </p:nvSpPr>
        <p:spPr>
          <a:xfrm>
            <a:off x="6915909" y="224330"/>
            <a:ext cx="91235" cy="82489"/>
          </a:xfrm>
          <a:custGeom>
            <a:avLst/>
            <a:gdLst/>
            <a:ahLst/>
            <a:cxnLst/>
            <a:rect l="l" t="t" r="r" b="b"/>
            <a:pathLst>
              <a:path w="3380" h="3056">
                <a:moveTo>
                  <a:pt x="990" y="1"/>
                </a:moveTo>
                <a:cubicBezTo>
                  <a:pt x="898" y="1"/>
                  <a:pt x="774" y="66"/>
                  <a:pt x="754" y="165"/>
                </a:cubicBezTo>
                <a:cubicBezTo>
                  <a:pt x="708" y="507"/>
                  <a:pt x="731" y="850"/>
                  <a:pt x="800" y="1169"/>
                </a:cubicBezTo>
                <a:cubicBezTo>
                  <a:pt x="572" y="1329"/>
                  <a:pt x="366" y="1466"/>
                  <a:pt x="161" y="1649"/>
                </a:cubicBezTo>
                <a:cubicBezTo>
                  <a:pt x="1" y="1786"/>
                  <a:pt x="138" y="2014"/>
                  <a:pt x="298" y="2014"/>
                </a:cubicBezTo>
                <a:cubicBezTo>
                  <a:pt x="549" y="2037"/>
                  <a:pt x="777" y="2059"/>
                  <a:pt x="1028" y="2082"/>
                </a:cubicBezTo>
                <a:lnTo>
                  <a:pt x="1051" y="2128"/>
                </a:lnTo>
                <a:cubicBezTo>
                  <a:pt x="1074" y="2356"/>
                  <a:pt x="1119" y="2562"/>
                  <a:pt x="1211" y="2767"/>
                </a:cubicBezTo>
                <a:cubicBezTo>
                  <a:pt x="1233" y="2813"/>
                  <a:pt x="1233" y="2835"/>
                  <a:pt x="1279" y="2858"/>
                </a:cubicBezTo>
                <a:cubicBezTo>
                  <a:pt x="1302" y="2904"/>
                  <a:pt x="1325" y="2950"/>
                  <a:pt x="1348" y="2995"/>
                </a:cubicBezTo>
                <a:cubicBezTo>
                  <a:pt x="1382" y="3038"/>
                  <a:pt x="1429" y="3055"/>
                  <a:pt x="1477" y="3055"/>
                </a:cubicBezTo>
                <a:cubicBezTo>
                  <a:pt x="1559" y="3055"/>
                  <a:pt x="1647" y="3007"/>
                  <a:pt x="1690" y="2950"/>
                </a:cubicBezTo>
                <a:cubicBezTo>
                  <a:pt x="1850" y="2676"/>
                  <a:pt x="2010" y="2402"/>
                  <a:pt x="2146" y="2105"/>
                </a:cubicBezTo>
                <a:cubicBezTo>
                  <a:pt x="2443" y="2105"/>
                  <a:pt x="2763" y="2105"/>
                  <a:pt x="3060" y="2082"/>
                </a:cubicBezTo>
                <a:cubicBezTo>
                  <a:pt x="3242" y="2082"/>
                  <a:pt x="3379" y="1854"/>
                  <a:pt x="3219" y="1717"/>
                </a:cubicBezTo>
                <a:cubicBezTo>
                  <a:pt x="2991" y="1512"/>
                  <a:pt x="2763" y="1329"/>
                  <a:pt x="2535" y="1146"/>
                </a:cubicBezTo>
                <a:cubicBezTo>
                  <a:pt x="2649" y="873"/>
                  <a:pt x="2763" y="576"/>
                  <a:pt x="2877" y="302"/>
                </a:cubicBezTo>
                <a:cubicBezTo>
                  <a:pt x="2933" y="152"/>
                  <a:pt x="2774" y="33"/>
                  <a:pt x="2639" y="33"/>
                </a:cubicBezTo>
                <a:cubicBezTo>
                  <a:pt x="2610" y="33"/>
                  <a:pt x="2582" y="39"/>
                  <a:pt x="2557" y="51"/>
                </a:cubicBezTo>
                <a:cubicBezTo>
                  <a:pt x="2306" y="211"/>
                  <a:pt x="2055" y="370"/>
                  <a:pt x="1804" y="530"/>
                </a:cubicBezTo>
                <a:cubicBezTo>
                  <a:pt x="1576" y="325"/>
                  <a:pt x="1325" y="119"/>
                  <a:pt x="1028" y="5"/>
                </a:cubicBezTo>
                <a:cubicBezTo>
                  <a:pt x="1016" y="2"/>
                  <a:pt x="1003" y="1"/>
                  <a:pt x="990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3">
            <a:extLst>
              <a:ext uri="{FF2B5EF4-FFF2-40B4-BE49-F238E27FC236}">
                <a16:creationId xmlns:a16="http://schemas.microsoft.com/office/drawing/2014/main" id="{A9355F3D-D0CA-4E96-827F-47C886C6955D}"/>
              </a:ext>
            </a:extLst>
          </p:cNvPr>
          <p:cNvSpPr>
            <a:spLocks noGrp="1"/>
          </p:cNvSpPr>
          <p:nvPr/>
        </p:nvSpPr>
        <p:spPr>
          <a:xfrm>
            <a:off x="1650046" y="3290092"/>
            <a:ext cx="91235" cy="82489"/>
          </a:xfrm>
          <a:custGeom>
            <a:avLst/>
            <a:gdLst/>
            <a:ahLst/>
            <a:cxnLst/>
            <a:rect l="l" t="t" r="r" b="b"/>
            <a:pathLst>
              <a:path w="3380" h="3056">
                <a:moveTo>
                  <a:pt x="990" y="1"/>
                </a:moveTo>
                <a:cubicBezTo>
                  <a:pt x="898" y="1"/>
                  <a:pt x="774" y="66"/>
                  <a:pt x="754" y="165"/>
                </a:cubicBezTo>
                <a:cubicBezTo>
                  <a:pt x="708" y="507"/>
                  <a:pt x="731" y="850"/>
                  <a:pt x="800" y="1169"/>
                </a:cubicBezTo>
                <a:cubicBezTo>
                  <a:pt x="572" y="1329"/>
                  <a:pt x="366" y="1466"/>
                  <a:pt x="161" y="1649"/>
                </a:cubicBezTo>
                <a:cubicBezTo>
                  <a:pt x="1" y="1786"/>
                  <a:pt x="138" y="2014"/>
                  <a:pt x="298" y="2014"/>
                </a:cubicBezTo>
                <a:cubicBezTo>
                  <a:pt x="549" y="2037"/>
                  <a:pt x="777" y="2059"/>
                  <a:pt x="1028" y="2082"/>
                </a:cubicBezTo>
                <a:lnTo>
                  <a:pt x="1051" y="2128"/>
                </a:lnTo>
                <a:cubicBezTo>
                  <a:pt x="1074" y="2356"/>
                  <a:pt x="1119" y="2562"/>
                  <a:pt x="1211" y="2767"/>
                </a:cubicBezTo>
                <a:cubicBezTo>
                  <a:pt x="1233" y="2813"/>
                  <a:pt x="1233" y="2835"/>
                  <a:pt x="1279" y="2858"/>
                </a:cubicBezTo>
                <a:cubicBezTo>
                  <a:pt x="1302" y="2904"/>
                  <a:pt x="1325" y="2950"/>
                  <a:pt x="1348" y="2995"/>
                </a:cubicBezTo>
                <a:cubicBezTo>
                  <a:pt x="1382" y="3038"/>
                  <a:pt x="1429" y="3055"/>
                  <a:pt x="1477" y="3055"/>
                </a:cubicBezTo>
                <a:cubicBezTo>
                  <a:pt x="1559" y="3055"/>
                  <a:pt x="1647" y="3007"/>
                  <a:pt x="1690" y="2950"/>
                </a:cubicBezTo>
                <a:cubicBezTo>
                  <a:pt x="1850" y="2676"/>
                  <a:pt x="2010" y="2402"/>
                  <a:pt x="2146" y="2105"/>
                </a:cubicBezTo>
                <a:cubicBezTo>
                  <a:pt x="2443" y="2105"/>
                  <a:pt x="2763" y="2105"/>
                  <a:pt x="3060" y="2082"/>
                </a:cubicBezTo>
                <a:cubicBezTo>
                  <a:pt x="3242" y="2082"/>
                  <a:pt x="3379" y="1854"/>
                  <a:pt x="3219" y="1717"/>
                </a:cubicBezTo>
                <a:cubicBezTo>
                  <a:pt x="2991" y="1512"/>
                  <a:pt x="2763" y="1329"/>
                  <a:pt x="2535" y="1146"/>
                </a:cubicBezTo>
                <a:cubicBezTo>
                  <a:pt x="2649" y="873"/>
                  <a:pt x="2763" y="576"/>
                  <a:pt x="2877" y="302"/>
                </a:cubicBezTo>
                <a:cubicBezTo>
                  <a:pt x="2933" y="152"/>
                  <a:pt x="2774" y="33"/>
                  <a:pt x="2639" y="33"/>
                </a:cubicBezTo>
                <a:cubicBezTo>
                  <a:pt x="2610" y="33"/>
                  <a:pt x="2582" y="39"/>
                  <a:pt x="2557" y="51"/>
                </a:cubicBezTo>
                <a:cubicBezTo>
                  <a:pt x="2306" y="211"/>
                  <a:pt x="2055" y="370"/>
                  <a:pt x="1804" y="530"/>
                </a:cubicBezTo>
                <a:cubicBezTo>
                  <a:pt x="1576" y="325"/>
                  <a:pt x="1325" y="119"/>
                  <a:pt x="1028" y="5"/>
                </a:cubicBezTo>
                <a:cubicBezTo>
                  <a:pt x="1016" y="2"/>
                  <a:pt x="1003" y="1"/>
                  <a:pt x="990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49;p3">
            <a:extLst>
              <a:ext uri="{FF2B5EF4-FFF2-40B4-BE49-F238E27FC236}">
                <a16:creationId xmlns:a16="http://schemas.microsoft.com/office/drawing/2014/main" id="{7C6492A7-9530-4967-9BA4-52F65052F325}"/>
              </a:ext>
            </a:extLst>
          </p:cNvPr>
          <p:cNvSpPr>
            <a:spLocks noGrp="1"/>
          </p:cNvSpPr>
          <p:nvPr/>
        </p:nvSpPr>
        <p:spPr>
          <a:xfrm>
            <a:off x="809521" y="2667530"/>
            <a:ext cx="91235" cy="82489"/>
          </a:xfrm>
          <a:custGeom>
            <a:avLst/>
            <a:gdLst/>
            <a:ahLst/>
            <a:cxnLst/>
            <a:rect l="l" t="t" r="r" b="b"/>
            <a:pathLst>
              <a:path w="3380" h="3056">
                <a:moveTo>
                  <a:pt x="990" y="1"/>
                </a:moveTo>
                <a:cubicBezTo>
                  <a:pt x="898" y="1"/>
                  <a:pt x="774" y="66"/>
                  <a:pt x="754" y="165"/>
                </a:cubicBezTo>
                <a:cubicBezTo>
                  <a:pt x="708" y="507"/>
                  <a:pt x="731" y="850"/>
                  <a:pt x="800" y="1169"/>
                </a:cubicBezTo>
                <a:cubicBezTo>
                  <a:pt x="572" y="1329"/>
                  <a:pt x="366" y="1466"/>
                  <a:pt x="161" y="1649"/>
                </a:cubicBezTo>
                <a:cubicBezTo>
                  <a:pt x="1" y="1786"/>
                  <a:pt x="138" y="2014"/>
                  <a:pt x="298" y="2014"/>
                </a:cubicBezTo>
                <a:cubicBezTo>
                  <a:pt x="549" y="2037"/>
                  <a:pt x="777" y="2059"/>
                  <a:pt x="1028" y="2082"/>
                </a:cubicBezTo>
                <a:lnTo>
                  <a:pt x="1051" y="2128"/>
                </a:lnTo>
                <a:cubicBezTo>
                  <a:pt x="1074" y="2356"/>
                  <a:pt x="1119" y="2562"/>
                  <a:pt x="1211" y="2767"/>
                </a:cubicBezTo>
                <a:cubicBezTo>
                  <a:pt x="1233" y="2813"/>
                  <a:pt x="1233" y="2835"/>
                  <a:pt x="1279" y="2858"/>
                </a:cubicBezTo>
                <a:cubicBezTo>
                  <a:pt x="1302" y="2904"/>
                  <a:pt x="1325" y="2950"/>
                  <a:pt x="1348" y="2995"/>
                </a:cubicBezTo>
                <a:cubicBezTo>
                  <a:pt x="1382" y="3038"/>
                  <a:pt x="1429" y="3055"/>
                  <a:pt x="1477" y="3055"/>
                </a:cubicBezTo>
                <a:cubicBezTo>
                  <a:pt x="1559" y="3055"/>
                  <a:pt x="1647" y="3007"/>
                  <a:pt x="1690" y="2950"/>
                </a:cubicBezTo>
                <a:cubicBezTo>
                  <a:pt x="1850" y="2676"/>
                  <a:pt x="2010" y="2402"/>
                  <a:pt x="2146" y="2105"/>
                </a:cubicBezTo>
                <a:cubicBezTo>
                  <a:pt x="2443" y="2105"/>
                  <a:pt x="2763" y="2105"/>
                  <a:pt x="3060" y="2082"/>
                </a:cubicBezTo>
                <a:cubicBezTo>
                  <a:pt x="3242" y="2082"/>
                  <a:pt x="3379" y="1854"/>
                  <a:pt x="3219" y="1717"/>
                </a:cubicBezTo>
                <a:cubicBezTo>
                  <a:pt x="2991" y="1512"/>
                  <a:pt x="2763" y="1329"/>
                  <a:pt x="2535" y="1146"/>
                </a:cubicBezTo>
                <a:cubicBezTo>
                  <a:pt x="2649" y="873"/>
                  <a:pt x="2763" y="576"/>
                  <a:pt x="2877" y="302"/>
                </a:cubicBezTo>
                <a:cubicBezTo>
                  <a:pt x="2933" y="152"/>
                  <a:pt x="2774" y="33"/>
                  <a:pt x="2639" y="33"/>
                </a:cubicBezTo>
                <a:cubicBezTo>
                  <a:pt x="2610" y="33"/>
                  <a:pt x="2582" y="39"/>
                  <a:pt x="2557" y="51"/>
                </a:cubicBezTo>
                <a:cubicBezTo>
                  <a:pt x="2306" y="211"/>
                  <a:pt x="2055" y="370"/>
                  <a:pt x="1804" y="530"/>
                </a:cubicBezTo>
                <a:cubicBezTo>
                  <a:pt x="1576" y="325"/>
                  <a:pt x="1325" y="119"/>
                  <a:pt x="1028" y="5"/>
                </a:cubicBezTo>
                <a:cubicBezTo>
                  <a:pt x="1016" y="2"/>
                  <a:pt x="1003" y="1"/>
                  <a:pt x="990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3">
            <a:extLst>
              <a:ext uri="{FF2B5EF4-FFF2-40B4-BE49-F238E27FC236}">
                <a16:creationId xmlns:a16="http://schemas.microsoft.com/office/drawing/2014/main" id="{F0B6B79E-C4FE-4246-AE6E-900699A061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025" y="1176725"/>
            <a:ext cx="3495900" cy="26421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SzPts val="3600"/>
              <a:buNone/>
              <a:defRPr sz="5200"/>
            </a:lvl1pPr>
            <a:lvl2pPr algn="l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algn="l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algn="l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algn="l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algn="l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algn="l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algn="l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algn="l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51" name="Google Shape;51;p3">
            <a:extLst>
              <a:ext uri="{FF2B5EF4-FFF2-40B4-BE49-F238E27FC236}">
                <a16:creationId xmlns:a16="http://schemas.microsoft.com/office/drawing/2014/main" id="{B9251E1C-0102-4874-AA35-03A5719B5C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36975" y="1176725"/>
            <a:ext cx="2582100" cy="13086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1600"/>
              <a:buFont typeface="Barlow Medium"/>
              <a:buNone/>
              <a:defRPr sz="1600">
                <a:latin typeface="Barlow Medium"/>
                <a:ea typeface="Barlow Medium"/>
                <a:cs typeface="Barlow Medium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Font typeface="Barlow Medium"/>
              <a:buNone/>
              <a:defRPr>
                <a:latin typeface="Barlow Medium"/>
                <a:ea typeface="Barlow Medium"/>
                <a:cs typeface="Barlow Medium"/>
              </a:defRPr>
            </a:lvl2pPr>
            <a:lvl3pPr>
              <a:spcBef>
                <a:spcPts val="1600"/>
              </a:spcBef>
              <a:spcAft>
                <a:spcPts val="0"/>
              </a:spcAft>
              <a:buSzPts val="1400"/>
              <a:buFont typeface="Barlow Medium"/>
              <a:buNone/>
              <a:defRPr>
                <a:latin typeface="Barlow Medium"/>
                <a:ea typeface="Barlow Medium"/>
                <a:cs typeface="Barlow Medium"/>
              </a:defRPr>
            </a:lvl3pPr>
            <a:lvl4pPr>
              <a:spcBef>
                <a:spcPts val="1600"/>
              </a:spcBef>
              <a:spcAft>
                <a:spcPts val="0"/>
              </a:spcAft>
              <a:buSzPts val="1400"/>
              <a:buFont typeface="Barlow Medium"/>
              <a:buNone/>
              <a:defRPr>
                <a:latin typeface="Barlow Medium"/>
                <a:ea typeface="Barlow Medium"/>
                <a:cs typeface="Barlow Medium"/>
              </a:defRPr>
            </a:lvl4pPr>
            <a:lvl5pPr>
              <a:spcBef>
                <a:spcPts val="1600"/>
              </a:spcBef>
              <a:spcAft>
                <a:spcPts val="0"/>
              </a:spcAft>
              <a:buSzPts val="1400"/>
              <a:buFont typeface="Barlow Medium"/>
              <a:buNone/>
              <a:defRPr>
                <a:latin typeface="Barlow Medium"/>
                <a:ea typeface="Barlow Medium"/>
                <a:cs typeface="Barlow Medium"/>
              </a:defRPr>
            </a:lvl5pPr>
            <a:lvl6pPr>
              <a:spcBef>
                <a:spcPts val="1600"/>
              </a:spcBef>
              <a:spcAft>
                <a:spcPts val="0"/>
              </a:spcAft>
              <a:buSzPts val="1400"/>
              <a:buFont typeface="Barlow Medium"/>
              <a:buNone/>
              <a:defRPr>
                <a:latin typeface="Barlow Medium"/>
                <a:ea typeface="Barlow Medium"/>
                <a:cs typeface="Barlow Medium"/>
              </a:defRPr>
            </a:lvl6pPr>
            <a:lvl7pPr>
              <a:spcBef>
                <a:spcPts val="1600"/>
              </a:spcBef>
              <a:spcAft>
                <a:spcPts val="0"/>
              </a:spcAft>
              <a:buSzPts val="1400"/>
              <a:buFont typeface="Barlow Medium"/>
              <a:buNone/>
              <a:defRPr>
                <a:latin typeface="Barlow Medium"/>
                <a:ea typeface="Barlow Medium"/>
                <a:cs typeface="Barlow Medium"/>
              </a:defRPr>
            </a:lvl7pPr>
            <a:lvl8pPr>
              <a:spcBef>
                <a:spcPts val="1600"/>
              </a:spcBef>
              <a:spcAft>
                <a:spcPts val="0"/>
              </a:spcAft>
              <a:buSzPts val="1400"/>
              <a:buFont typeface="Barlow Medium"/>
              <a:buNone/>
              <a:defRPr>
                <a:latin typeface="Barlow Medium"/>
                <a:ea typeface="Barlow Medium"/>
                <a:cs typeface="Barlow Medium"/>
              </a:defRPr>
            </a:lvl8pPr>
            <a:lvl9pPr>
              <a:spcBef>
                <a:spcPts val="1600"/>
              </a:spcBef>
              <a:spcAft>
                <a:spcPts val="1600"/>
              </a:spcAft>
              <a:buSzPts val="1400"/>
              <a:buFont typeface="Barlow Medium"/>
              <a:buNone/>
              <a:defRPr>
                <a:latin typeface="Barlow Medium"/>
                <a:ea typeface="Barlow Medium"/>
                <a:cs typeface="Barlow Medium"/>
              </a:defRPr>
            </a:lvl9pPr>
          </a:lstStyle>
          <a:p>
            <a:endParaRPr/>
          </a:p>
        </p:txBody>
      </p:sp>
      <p:sp>
        <p:nvSpPr>
          <p:cNvPr id="52" name="Google Shape;52;p3">
            <a:extLst>
              <a:ext uri="{FF2B5EF4-FFF2-40B4-BE49-F238E27FC236}">
                <a16:creationId xmlns:a16="http://schemas.microsoft.com/office/drawing/2014/main" id="{7908034C-4221-4695-9514-F2873BCA2189}"/>
              </a:ext>
            </a:extLst>
          </p:cNvPr>
          <p:cNvSpPr>
            <a:spLocks noGrp="1"/>
          </p:cNvSpPr>
          <p:nvPr>
            <p:ph type="title" idx="2" hasCustomPrompt="1"/>
          </p:nvPr>
        </p:nvSpPr>
        <p:spPr>
          <a:xfrm>
            <a:off x="636028" y="695675"/>
            <a:ext cx="3285000" cy="642300"/>
          </a:xfrm>
          <a:prstGeom prst="rect">
            <a:avLst/>
          </a:prstGeom>
        </p:spPr>
        <p:txBody>
          <a:bodyPr spcFirstLastPara="1" wrap="square" lIns="91425" tIns="91425" rIns="91425" bIns="91425" anchor="b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3"/>
                </a:solidFill>
              </a:defRPr>
            </a:lvl1pPr>
            <a:lvl2pPr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4">
            <a:extLst>
              <a:ext uri="{FF2B5EF4-FFF2-40B4-BE49-F238E27FC236}">
                <a16:creationId xmlns:a16="http://schemas.microsoft.com/office/drawing/2014/main" id="{6BAC7277-B6E0-4987-BF4D-AE25391DC5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365234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4">
            <a:extLst>
              <a:ext uri="{FF2B5EF4-FFF2-40B4-BE49-F238E27FC236}">
                <a16:creationId xmlns:a16="http://schemas.microsoft.com/office/drawing/2014/main" id="{D118932A-1B99-4059-89C5-FE7F9C15CB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 marL="4572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>
  <p:cSld name="TITLE_AND_TWO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>
            <a:extLst>
              <a:ext uri="{FF2B5EF4-FFF2-40B4-BE49-F238E27FC236}">
                <a16:creationId xmlns:a16="http://schemas.microsoft.com/office/drawing/2014/main" id="{56DE7027-6A76-4E1B-BC4A-9E1F190174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365234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5">
            <a:extLst>
              <a:ext uri="{FF2B5EF4-FFF2-40B4-BE49-F238E27FC236}">
                <a16:creationId xmlns:a16="http://schemas.microsoft.com/office/drawing/2014/main" id="{2F0C31D5-0EE6-44EF-80B4-B2F531F1C2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 marL="4572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59" name="Google Shape;59;p5">
            <a:extLst>
              <a:ext uri="{FF2B5EF4-FFF2-40B4-BE49-F238E27FC236}">
                <a16:creationId xmlns:a16="http://schemas.microsoft.com/office/drawing/2014/main" id="{9DCBE363-800E-4C68-B23F-C561AC8DC624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 marL="4572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rgbClr val="F4EA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8">
            <a:extLst>
              <a:ext uri="{FF2B5EF4-FFF2-40B4-BE49-F238E27FC236}">
                <a16:creationId xmlns:a16="http://schemas.microsoft.com/office/drawing/2014/main" id="{19F636EA-643C-4166-9210-2D6461D3CDBD}"/>
              </a:ext>
            </a:extLst>
          </p:cNvPr>
          <p:cNvSpPr>
            <a:spLocks noGrp="1"/>
          </p:cNvSpPr>
          <p:nvPr/>
        </p:nvSpPr>
        <p:spPr>
          <a:xfrm>
            <a:off x="0" y="3670025"/>
            <a:ext cx="9144012" cy="1487949"/>
          </a:xfrm>
          <a:custGeom>
            <a:avLst/>
            <a:gdLst/>
            <a:ahLst/>
            <a:cxnLst/>
            <a:rect l="l" t="t" r="r" b="b"/>
            <a:pathLst>
              <a:path w="284838" h="50589">
                <a:moveTo>
                  <a:pt x="133359" y="0"/>
                </a:moveTo>
                <a:cubicBezTo>
                  <a:pt x="132063" y="0"/>
                  <a:pt x="130757" y="60"/>
                  <a:pt x="129443" y="190"/>
                </a:cubicBezTo>
                <a:cubicBezTo>
                  <a:pt x="121021" y="1012"/>
                  <a:pt x="114059" y="3979"/>
                  <a:pt x="107554" y="6810"/>
                </a:cubicBezTo>
                <a:cubicBezTo>
                  <a:pt x="99839" y="10165"/>
                  <a:pt x="91987" y="14411"/>
                  <a:pt x="81830" y="15209"/>
                </a:cubicBezTo>
                <a:cubicBezTo>
                  <a:pt x="80619" y="15306"/>
                  <a:pt x="79418" y="15351"/>
                  <a:pt x="78227" y="15351"/>
                </a:cubicBezTo>
                <a:cubicBezTo>
                  <a:pt x="70438" y="15351"/>
                  <a:pt x="63068" y="13440"/>
                  <a:pt x="56060" y="11717"/>
                </a:cubicBezTo>
                <a:cubicBezTo>
                  <a:pt x="47272" y="9572"/>
                  <a:pt x="38302" y="7449"/>
                  <a:pt x="28715" y="6696"/>
                </a:cubicBezTo>
                <a:cubicBezTo>
                  <a:pt x="26227" y="6492"/>
                  <a:pt x="23698" y="6384"/>
                  <a:pt x="21170" y="6384"/>
                </a:cubicBezTo>
                <a:cubicBezTo>
                  <a:pt x="15464" y="6384"/>
                  <a:pt x="9763" y="6937"/>
                  <a:pt x="4543" y="8202"/>
                </a:cubicBezTo>
                <a:cubicBezTo>
                  <a:pt x="2968" y="8567"/>
                  <a:pt x="1462" y="9001"/>
                  <a:pt x="1" y="9457"/>
                </a:cubicBezTo>
                <a:lnTo>
                  <a:pt x="1" y="50589"/>
                </a:lnTo>
                <a:lnTo>
                  <a:pt x="284838" y="50589"/>
                </a:lnTo>
                <a:lnTo>
                  <a:pt x="284838" y="13155"/>
                </a:lnTo>
                <a:cubicBezTo>
                  <a:pt x="283742" y="12744"/>
                  <a:pt x="282624" y="12333"/>
                  <a:pt x="281528" y="11900"/>
                </a:cubicBezTo>
                <a:cubicBezTo>
                  <a:pt x="273083" y="8704"/>
                  <a:pt x="264752" y="4664"/>
                  <a:pt x="254868" y="2838"/>
                </a:cubicBezTo>
                <a:cubicBezTo>
                  <a:pt x="251879" y="2285"/>
                  <a:pt x="248783" y="1967"/>
                  <a:pt x="245668" y="1967"/>
                </a:cubicBezTo>
                <a:cubicBezTo>
                  <a:pt x="244026" y="1967"/>
                  <a:pt x="242379" y="2056"/>
                  <a:pt x="240739" y="2245"/>
                </a:cubicBezTo>
                <a:cubicBezTo>
                  <a:pt x="236403" y="2770"/>
                  <a:pt x="232408" y="3751"/>
                  <a:pt x="228619" y="5007"/>
                </a:cubicBezTo>
                <a:cubicBezTo>
                  <a:pt x="220813" y="7563"/>
                  <a:pt x="213806" y="11010"/>
                  <a:pt x="205383" y="12973"/>
                </a:cubicBezTo>
                <a:cubicBezTo>
                  <a:pt x="201139" y="13960"/>
                  <a:pt x="196833" y="14451"/>
                  <a:pt x="192530" y="14451"/>
                </a:cubicBezTo>
                <a:cubicBezTo>
                  <a:pt x="188177" y="14451"/>
                  <a:pt x="183826" y="13948"/>
                  <a:pt x="179545" y="12950"/>
                </a:cubicBezTo>
                <a:cubicBezTo>
                  <a:pt x="171008" y="10964"/>
                  <a:pt x="163750" y="7723"/>
                  <a:pt x="156126" y="4892"/>
                </a:cubicBezTo>
                <a:cubicBezTo>
                  <a:pt x="149458" y="2446"/>
                  <a:pt x="141614" y="0"/>
                  <a:pt x="133359" y="0"/>
                </a:cubicBezTo>
                <a:close/>
              </a:path>
            </a:pathLst>
          </a:custGeom>
          <a:solidFill>
            <a:srgbClr val="EADBC5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8">
            <a:extLst>
              <a:ext uri="{FF2B5EF4-FFF2-40B4-BE49-F238E27FC236}">
                <a16:creationId xmlns:a16="http://schemas.microsoft.com/office/drawing/2014/main" id="{8D71330A-C0C6-4DDB-8B95-E33557AAC2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0794" y="2993875"/>
            <a:ext cx="3595200" cy="4458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Autofit/>
          </a:bodyPr>
          <a:lstStyle>
            <a:lvl1pPr algn="r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sp>
        <p:nvSpPr>
          <p:cNvPr id="107" name="Google Shape;107;p8">
            <a:extLst>
              <a:ext uri="{FF2B5EF4-FFF2-40B4-BE49-F238E27FC236}">
                <a16:creationId xmlns:a16="http://schemas.microsoft.com/office/drawing/2014/main" id="{38630672-B39D-478E-AFCD-716E41C55F70}"/>
              </a:ext>
            </a:extLst>
          </p:cNvPr>
          <p:cNvSpPr>
            <a:spLocks noGrp="1"/>
          </p:cNvSpPr>
          <p:nvPr/>
        </p:nvSpPr>
        <p:spPr>
          <a:xfrm>
            <a:off x="5034174" y="450149"/>
            <a:ext cx="3692240" cy="1653083"/>
          </a:xfrm>
          <a:custGeom>
            <a:avLst/>
            <a:gdLst/>
            <a:ahLst/>
            <a:cxnLst/>
            <a:rect l="l" t="t" r="r" b="b"/>
            <a:pathLst>
              <a:path w="35084" h="15707">
                <a:moveTo>
                  <a:pt x="19722" y="0"/>
                </a:moveTo>
                <a:cubicBezTo>
                  <a:pt x="17040" y="0"/>
                  <a:pt x="15328" y="2890"/>
                  <a:pt x="14312" y="5046"/>
                </a:cubicBezTo>
                <a:cubicBezTo>
                  <a:pt x="12935" y="3382"/>
                  <a:pt x="10996" y="1550"/>
                  <a:pt x="8761" y="1550"/>
                </a:cubicBezTo>
                <a:cubicBezTo>
                  <a:pt x="8144" y="1550"/>
                  <a:pt x="7505" y="1689"/>
                  <a:pt x="6849" y="2010"/>
                </a:cubicBezTo>
                <a:cubicBezTo>
                  <a:pt x="3470" y="3630"/>
                  <a:pt x="4498" y="6872"/>
                  <a:pt x="5319" y="9542"/>
                </a:cubicBezTo>
                <a:cubicBezTo>
                  <a:pt x="3356" y="9930"/>
                  <a:pt x="1" y="11071"/>
                  <a:pt x="1393" y="13765"/>
                </a:cubicBezTo>
                <a:cubicBezTo>
                  <a:pt x="2352" y="15522"/>
                  <a:pt x="5228" y="15614"/>
                  <a:pt x="6940" y="15682"/>
                </a:cubicBezTo>
                <a:cubicBezTo>
                  <a:pt x="8210" y="15689"/>
                  <a:pt x="9757" y="15697"/>
                  <a:pt x="11405" y="15697"/>
                </a:cubicBezTo>
                <a:cubicBezTo>
                  <a:pt x="14968" y="15697"/>
                  <a:pt x="19007" y="15663"/>
                  <a:pt x="21753" y="15522"/>
                </a:cubicBezTo>
                <a:cubicBezTo>
                  <a:pt x="22672" y="15601"/>
                  <a:pt x="24416" y="15707"/>
                  <a:pt x="26317" y="15707"/>
                </a:cubicBezTo>
                <a:cubicBezTo>
                  <a:pt x="29376" y="15707"/>
                  <a:pt x="32844" y="15433"/>
                  <a:pt x="33942" y="14335"/>
                </a:cubicBezTo>
                <a:cubicBezTo>
                  <a:pt x="35015" y="13240"/>
                  <a:pt x="35083" y="11870"/>
                  <a:pt x="33965" y="10912"/>
                </a:cubicBezTo>
                <a:cubicBezTo>
                  <a:pt x="33378" y="10384"/>
                  <a:pt x="32652" y="10247"/>
                  <a:pt x="31886" y="10247"/>
                </a:cubicBezTo>
                <a:cubicBezTo>
                  <a:pt x="31057" y="10247"/>
                  <a:pt x="30181" y="10408"/>
                  <a:pt x="29382" y="10408"/>
                </a:cubicBezTo>
                <a:cubicBezTo>
                  <a:pt x="29225" y="10408"/>
                  <a:pt x="29071" y="10401"/>
                  <a:pt x="28921" y="10387"/>
                </a:cubicBezTo>
                <a:cubicBezTo>
                  <a:pt x="29674" y="8675"/>
                  <a:pt x="31249" y="6666"/>
                  <a:pt x="28989" y="5228"/>
                </a:cubicBezTo>
                <a:cubicBezTo>
                  <a:pt x="28519" y="4922"/>
                  <a:pt x="28048" y="4795"/>
                  <a:pt x="27585" y="4795"/>
                </a:cubicBezTo>
                <a:cubicBezTo>
                  <a:pt x="26183" y="4795"/>
                  <a:pt x="24849" y="5962"/>
                  <a:pt x="23785" y="6872"/>
                </a:cubicBezTo>
                <a:cubicBezTo>
                  <a:pt x="23876" y="4338"/>
                  <a:pt x="23534" y="777"/>
                  <a:pt x="20567" y="93"/>
                </a:cubicBezTo>
                <a:cubicBezTo>
                  <a:pt x="20275" y="30"/>
                  <a:pt x="19994" y="0"/>
                  <a:pt x="19722" y="0"/>
                </a:cubicBezTo>
                <a:close/>
              </a:path>
            </a:pathLst>
          </a:custGeom>
          <a:solidFill>
            <a:srgbClr val="F8F4EC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8">
            <a:extLst>
              <a:ext uri="{FF2B5EF4-FFF2-40B4-BE49-F238E27FC236}">
                <a16:creationId xmlns:a16="http://schemas.microsoft.com/office/drawing/2014/main" id="{66EC7376-1768-441F-A14F-050F4EE314C4}"/>
              </a:ext>
            </a:extLst>
          </p:cNvPr>
          <p:cNvSpPr>
            <a:spLocks noGrp="1"/>
          </p:cNvSpPr>
          <p:nvPr/>
        </p:nvSpPr>
        <p:spPr>
          <a:xfrm>
            <a:off x="-7978" y="2699676"/>
            <a:ext cx="1093670" cy="760939"/>
          </a:xfrm>
          <a:custGeom>
            <a:avLst/>
            <a:gdLst/>
            <a:ahLst/>
            <a:cxnLst/>
            <a:rect l="l" t="t" r="r" b="b"/>
            <a:pathLst>
              <a:path w="43391" h="30190">
                <a:moveTo>
                  <a:pt x="13854" y="1"/>
                </a:moveTo>
                <a:cubicBezTo>
                  <a:pt x="8679" y="1"/>
                  <a:pt x="5416" y="5534"/>
                  <a:pt x="3469" y="9676"/>
                </a:cubicBezTo>
                <a:cubicBezTo>
                  <a:pt x="2465" y="8466"/>
                  <a:pt x="1301" y="7188"/>
                  <a:pt x="0" y="6092"/>
                </a:cubicBezTo>
                <a:lnTo>
                  <a:pt x="0" y="30173"/>
                </a:lnTo>
                <a:cubicBezTo>
                  <a:pt x="6277" y="30150"/>
                  <a:pt x="13010" y="30059"/>
                  <a:pt x="17758" y="29831"/>
                </a:cubicBezTo>
                <a:cubicBezTo>
                  <a:pt x="19544" y="29981"/>
                  <a:pt x="22955" y="30190"/>
                  <a:pt x="26662" y="30190"/>
                </a:cubicBezTo>
                <a:cubicBezTo>
                  <a:pt x="32523" y="30190"/>
                  <a:pt x="39125" y="29668"/>
                  <a:pt x="41223" y="27571"/>
                </a:cubicBezTo>
                <a:cubicBezTo>
                  <a:pt x="43277" y="25448"/>
                  <a:pt x="43391" y="22801"/>
                  <a:pt x="41245" y="20952"/>
                </a:cubicBezTo>
                <a:cubicBezTo>
                  <a:pt x="40126" y="19961"/>
                  <a:pt x="38737" y="19706"/>
                  <a:pt x="37270" y="19706"/>
                </a:cubicBezTo>
                <a:cubicBezTo>
                  <a:pt x="35705" y="19706"/>
                  <a:pt x="34052" y="19997"/>
                  <a:pt x="32548" y="19997"/>
                </a:cubicBezTo>
                <a:cubicBezTo>
                  <a:pt x="32213" y="19997"/>
                  <a:pt x="31885" y="19983"/>
                  <a:pt x="31567" y="19947"/>
                </a:cubicBezTo>
                <a:cubicBezTo>
                  <a:pt x="33005" y="16683"/>
                  <a:pt x="36018" y="12826"/>
                  <a:pt x="31704" y="10018"/>
                </a:cubicBezTo>
                <a:cubicBezTo>
                  <a:pt x="30798" y="9444"/>
                  <a:pt x="29892" y="9204"/>
                  <a:pt x="29002" y="9204"/>
                </a:cubicBezTo>
                <a:cubicBezTo>
                  <a:pt x="26284" y="9204"/>
                  <a:pt x="23707" y="11437"/>
                  <a:pt x="21661" y="13191"/>
                </a:cubicBezTo>
                <a:cubicBezTo>
                  <a:pt x="21821" y="8352"/>
                  <a:pt x="21182" y="1482"/>
                  <a:pt x="15498" y="181"/>
                </a:cubicBezTo>
                <a:cubicBezTo>
                  <a:pt x="14930" y="58"/>
                  <a:pt x="14382" y="1"/>
                  <a:pt x="13854" y="1"/>
                </a:cubicBezTo>
                <a:close/>
              </a:path>
            </a:pathLst>
          </a:custGeom>
          <a:solidFill>
            <a:srgbClr val="F8F4EC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8">
            <a:extLst>
              <a:ext uri="{FF2B5EF4-FFF2-40B4-BE49-F238E27FC236}">
                <a16:creationId xmlns:a16="http://schemas.microsoft.com/office/drawing/2014/main" id="{A10E9F53-3242-43A6-BFB2-FCAE60747A84}"/>
              </a:ext>
            </a:extLst>
          </p:cNvPr>
          <p:cNvSpPr>
            <a:spLocks noGrp="1"/>
          </p:cNvSpPr>
          <p:nvPr/>
        </p:nvSpPr>
        <p:spPr>
          <a:xfrm>
            <a:off x="1171296" y="610330"/>
            <a:ext cx="91235" cy="82489"/>
          </a:xfrm>
          <a:custGeom>
            <a:avLst/>
            <a:gdLst/>
            <a:ahLst/>
            <a:cxnLst/>
            <a:rect l="l" t="t" r="r" b="b"/>
            <a:pathLst>
              <a:path w="3380" h="3056">
                <a:moveTo>
                  <a:pt x="990" y="1"/>
                </a:moveTo>
                <a:cubicBezTo>
                  <a:pt x="898" y="1"/>
                  <a:pt x="774" y="66"/>
                  <a:pt x="754" y="165"/>
                </a:cubicBezTo>
                <a:cubicBezTo>
                  <a:pt x="708" y="507"/>
                  <a:pt x="731" y="850"/>
                  <a:pt x="800" y="1169"/>
                </a:cubicBezTo>
                <a:cubicBezTo>
                  <a:pt x="572" y="1329"/>
                  <a:pt x="366" y="1466"/>
                  <a:pt x="161" y="1649"/>
                </a:cubicBezTo>
                <a:cubicBezTo>
                  <a:pt x="1" y="1786"/>
                  <a:pt x="138" y="2014"/>
                  <a:pt x="298" y="2014"/>
                </a:cubicBezTo>
                <a:cubicBezTo>
                  <a:pt x="549" y="2037"/>
                  <a:pt x="777" y="2059"/>
                  <a:pt x="1028" y="2082"/>
                </a:cubicBezTo>
                <a:lnTo>
                  <a:pt x="1051" y="2128"/>
                </a:lnTo>
                <a:cubicBezTo>
                  <a:pt x="1074" y="2356"/>
                  <a:pt x="1119" y="2562"/>
                  <a:pt x="1211" y="2767"/>
                </a:cubicBezTo>
                <a:cubicBezTo>
                  <a:pt x="1233" y="2813"/>
                  <a:pt x="1233" y="2835"/>
                  <a:pt x="1279" y="2858"/>
                </a:cubicBezTo>
                <a:cubicBezTo>
                  <a:pt x="1302" y="2904"/>
                  <a:pt x="1325" y="2950"/>
                  <a:pt x="1348" y="2995"/>
                </a:cubicBezTo>
                <a:cubicBezTo>
                  <a:pt x="1382" y="3038"/>
                  <a:pt x="1429" y="3055"/>
                  <a:pt x="1477" y="3055"/>
                </a:cubicBezTo>
                <a:cubicBezTo>
                  <a:pt x="1559" y="3055"/>
                  <a:pt x="1647" y="3007"/>
                  <a:pt x="1690" y="2950"/>
                </a:cubicBezTo>
                <a:cubicBezTo>
                  <a:pt x="1850" y="2676"/>
                  <a:pt x="2010" y="2402"/>
                  <a:pt x="2146" y="2105"/>
                </a:cubicBezTo>
                <a:cubicBezTo>
                  <a:pt x="2443" y="2105"/>
                  <a:pt x="2763" y="2105"/>
                  <a:pt x="3060" y="2082"/>
                </a:cubicBezTo>
                <a:cubicBezTo>
                  <a:pt x="3242" y="2082"/>
                  <a:pt x="3379" y="1854"/>
                  <a:pt x="3219" y="1717"/>
                </a:cubicBezTo>
                <a:cubicBezTo>
                  <a:pt x="2991" y="1512"/>
                  <a:pt x="2763" y="1329"/>
                  <a:pt x="2535" y="1146"/>
                </a:cubicBezTo>
                <a:cubicBezTo>
                  <a:pt x="2649" y="873"/>
                  <a:pt x="2763" y="576"/>
                  <a:pt x="2877" y="302"/>
                </a:cubicBezTo>
                <a:cubicBezTo>
                  <a:pt x="2933" y="152"/>
                  <a:pt x="2774" y="33"/>
                  <a:pt x="2639" y="33"/>
                </a:cubicBezTo>
                <a:cubicBezTo>
                  <a:pt x="2610" y="33"/>
                  <a:pt x="2582" y="39"/>
                  <a:pt x="2557" y="51"/>
                </a:cubicBezTo>
                <a:cubicBezTo>
                  <a:pt x="2306" y="211"/>
                  <a:pt x="2055" y="370"/>
                  <a:pt x="1804" y="530"/>
                </a:cubicBezTo>
                <a:cubicBezTo>
                  <a:pt x="1576" y="325"/>
                  <a:pt x="1325" y="119"/>
                  <a:pt x="1028" y="5"/>
                </a:cubicBezTo>
                <a:cubicBezTo>
                  <a:pt x="1016" y="2"/>
                  <a:pt x="1003" y="1"/>
                  <a:pt x="990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8">
            <a:extLst>
              <a:ext uri="{FF2B5EF4-FFF2-40B4-BE49-F238E27FC236}">
                <a16:creationId xmlns:a16="http://schemas.microsoft.com/office/drawing/2014/main" id="{1505561A-5998-42D6-90B0-1099DB11AB81}"/>
              </a:ext>
            </a:extLst>
          </p:cNvPr>
          <p:cNvSpPr>
            <a:spLocks noGrp="1"/>
          </p:cNvSpPr>
          <p:nvPr/>
        </p:nvSpPr>
        <p:spPr>
          <a:xfrm>
            <a:off x="430655" y="2264148"/>
            <a:ext cx="59576" cy="46226"/>
          </a:xfrm>
          <a:custGeom>
            <a:avLst/>
            <a:gdLst/>
            <a:ahLst/>
            <a:cxnLst/>
            <a:rect l="l" t="t" r="r" b="b"/>
            <a:pathLst>
              <a:path w="1736" h="1347">
                <a:moveTo>
                  <a:pt x="868" y="0"/>
                </a:moveTo>
                <a:cubicBezTo>
                  <a:pt x="1" y="0"/>
                  <a:pt x="1" y="1347"/>
                  <a:pt x="868" y="1347"/>
                </a:cubicBezTo>
                <a:cubicBezTo>
                  <a:pt x="1736" y="1347"/>
                  <a:pt x="1736" y="0"/>
                  <a:pt x="868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8">
            <a:extLst>
              <a:ext uri="{FF2B5EF4-FFF2-40B4-BE49-F238E27FC236}">
                <a16:creationId xmlns:a16="http://schemas.microsoft.com/office/drawing/2014/main" id="{6DDFA75C-E909-40A9-8313-BF75FC16E82A}"/>
              </a:ext>
            </a:extLst>
          </p:cNvPr>
          <p:cNvSpPr>
            <a:spLocks noGrp="1"/>
          </p:cNvSpPr>
          <p:nvPr/>
        </p:nvSpPr>
        <p:spPr>
          <a:xfrm>
            <a:off x="476882" y="2172484"/>
            <a:ext cx="58787" cy="45471"/>
          </a:xfrm>
          <a:custGeom>
            <a:avLst/>
            <a:gdLst/>
            <a:ahLst/>
            <a:cxnLst/>
            <a:rect l="l" t="t" r="r" b="b"/>
            <a:pathLst>
              <a:path w="1713" h="1325">
                <a:moveTo>
                  <a:pt x="868" y="1"/>
                </a:moveTo>
                <a:cubicBezTo>
                  <a:pt x="0" y="1"/>
                  <a:pt x="0" y="1324"/>
                  <a:pt x="868" y="1324"/>
                </a:cubicBezTo>
                <a:cubicBezTo>
                  <a:pt x="1712" y="1324"/>
                  <a:pt x="1712" y="1"/>
                  <a:pt x="868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8">
            <a:extLst>
              <a:ext uri="{FF2B5EF4-FFF2-40B4-BE49-F238E27FC236}">
                <a16:creationId xmlns:a16="http://schemas.microsoft.com/office/drawing/2014/main" id="{A669BF97-10DB-466D-984A-6AD705DEAE07}"/>
              </a:ext>
            </a:extLst>
          </p:cNvPr>
          <p:cNvSpPr>
            <a:spLocks noGrp="1"/>
          </p:cNvSpPr>
          <p:nvPr/>
        </p:nvSpPr>
        <p:spPr>
          <a:xfrm>
            <a:off x="522320" y="2264148"/>
            <a:ext cx="59576" cy="46226"/>
          </a:xfrm>
          <a:custGeom>
            <a:avLst/>
            <a:gdLst/>
            <a:ahLst/>
            <a:cxnLst/>
            <a:rect l="l" t="t" r="r" b="b"/>
            <a:pathLst>
              <a:path w="1736" h="1347">
                <a:moveTo>
                  <a:pt x="868" y="0"/>
                </a:moveTo>
                <a:cubicBezTo>
                  <a:pt x="0" y="0"/>
                  <a:pt x="0" y="1347"/>
                  <a:pt x="868" y="1347"/>
                </a:cubicBezTo>
                <a:cubicBezTo>
                  <a:pt x="1735" y="1347"/>
                  <a:pt x="1735" y="0"/>
                  <a:pt x="868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8">
            <a:extLst>
              <a:ext uri="{FF2B5EF4-FFF2-40B4-BE49-F238E27FC236}">
                <a16:creationId xmlns:a16="http://schemas.microsoft.com/office/drawing/2014/main" id="{75BA00A2-BD9D-42BC-B10A-05859E3AC738}"/>
              </a:ext>
            </a:extLst>
          </p:cNvPr>
          <p:cNvSpPr>
            <a:spLocks noGrp="1"/>
          </p:cNvSpPr>
          <p:nvPr/>
        </p:nvSpPr>
        <p:spPr>
          <a:xfrm>
            <a:off x="8130179" y="438356"/>
            <a:ext cx="190201" cy="171976"/>
          </a:xfrm>
          <a:custGeom>
            <a:avLst/>
            <a:gdLst/>
            <a:ahLst/>
            <a:cxnLst/>
            <a:rect l="l" t="t" r="r" b="b"/>
            <a:pathLst>
              <a:path w="3380" h="3056">
                <a:moveTo>
                  <a:pt x="990" y="1"/>
                </a:moveTo>
                <a:cubicBezTo>
                  <a:pt x="898" y="1"/>
                  <a:pt x="774" y="66"/>
                  <a:pt x="754" y="165"/>
                </a:cubicBezTo>
                <a:cubicBezTo>
                  <a:pt x="708" y="507"/>
                  <a:pt x="731" y="850"/>
                  <a:pt x="800" y="1169"/>
                </a:cubicBezTo>
                <a:cubicBezTo>
                  <a:pt x="572" y="1329"/>
                  <a:pt x="366" y="1466"/>
                  <a:pt x="161" y="1649"/>
                </a:cubicBezTo>
                <a:cubicBezTo>
                  <a:pt x="1" y="1786"/>
                  <a:pt x="138" y="2014"/>
                  <a:pt x="298" y="2014"/>
                </a:cubicBezTo>
                <a:cubicBezTo>
                  <a:pt x="549" y="2037"/>
                  <a:pt x="777" y="2059"/>
                  <a:pt x="1028" y="2082"/>
                </a:cubicBezTo>
                <a:lnTo>
                  <a:pt x="1051" y="2128"/>
                </a:lnTo>
                <a:cubicBezTo>
                  <a:pt x="1074" y="2356"/>
                  <a:pt x="1119" y="2562"/>
                  <a:pt x="1211" y="2767"/>
                </a:cubicBezTo>
                <a:cubicBezTo>
                  <a:pt x="1233" y="2813"/>
                  <a:pt x="1233" y="2835"/>
                  <a:pt x="1279" y="2858"/>
                </a:cubicBezTo>
                <a:cubicBezTo>
                  <a:pt x="1302" y="2904"/>
                  <a:pt x="1325" y="2950"/>
                  <a:pt x="1348" y="2995"/>
                </a:cubicBezTo>
                <a:cubicBezTo>
                  <a:pt x="1382" y="3038"/>
                  <a:pt x="1429" y="3055"/>
                  <a:pt x="1477" y="3055"/>
                </a:cubicBezTo>
                <a:cubicBezTo>
                  <a:pt x="1559" y="3055"/>
                  <a:pt x="1647" y="3007"/>
                  <a:pt x="1690" y="2950"/>
                </a:cubicBezTo>
                <a:cubicBezTo>
                  <a:pt x="1850" y="2676"/>
                  <a:pt x="2010" y="2402"/>
                  <a:pt x="2146" y="2105"/>
                </a:cubicBezTo>
                <a:cubicBezTo>
                  <a:pt x="2443" y="2105"/>
                  <a:pt x="2763" y="2105"/>
                  <a:pt x="3060" y="2082"/>
                </a:cubicBezTo>
                <a:cubicBezTo>
                  <a:pt x="3242" y="2082"/>
                  <a:pt x="3379" y="1854"/>
                  <a:pt x="3219" y="1717"/>
                </a:cubicBezTo>
                <a:cubicBezTo>
                  <a:pt x="2991" y="1512"/>
                  <a:pt x="2763" y="1329"/>
                  <a:pt x="2535" y="1146"/>
                </a:cubicBezTo>
                <a:cubicBezTo>
                  <a:pt x="2649" y="873"/>
                  <a:pt x="2763" y="576"/>
                  <a:pt x="2877" y="302"/>
                </a:cubicBezTo>
                <a:cubicBezTo>
                  <a:pt x="2933" y="152"/>
                  <a:pt x="2774" y="33"/>
                  <a:pt x="2639" y="33"/>
                </a:cubicBezTo>
                <a:cubicBezTo>
                  <a:pt x="2610" y="33"/>
                  <a:pt x="2582" y="39"/>
                  <a:pt x="2557" y="51"/>
                </a:cubicBezTo>
                <a:cubicBezTo>
                  <a:pt x="2306" y="211"/>
                  <a:pt x="2055" y="370"/>
                  <a:pt x="1804" y="530"/>
                </a:cubicBezTo>
                <a:cubicBezTo>
                  <a:pt x="1576" y="325"/>
                  <a:pt x="1325" y="119"/>
                  <a:pt x="1028" y="5"/>
                </a:cubicBezTo>
                <a:cubicBezTo>
                  <a:pt x="1016" y="2"/>
                  <a:pt x="1003" y="1"/>
                  <a:pt x="990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8">
            <a:extLst>
              <a:ext uri="{FF2B5EF4-FFF2-40B4-BE49-F238E27FC236}">
                <a16:creationId xmlns:a16="http://schemas.microsoft.com/office/drawing/2014/main" id="{7BB570A2-0851-455A-A82B-846908CBD054}"/>
              </a:ext>
            </a:extLst>
          </p:cNvPr>
          <p:cNvSpPr>
            <a:spLocks noGrp="1"/>
          </p:cNvSpPr>
          <p:nvPr/>
        </p:nvSpPr>
        <p:spPr>
          <a:xfrm>
            <a:off x="8430780" y="2264148"/>
            <a:ext cx="59576" cy="46226"/>
          </a:xfrm>
          <a:custGeom>
            <a:avLst/>
            <a:gdLst/>
            <a:ahLst/>
            <a:cxnLst/>
            <a:rect l="l" t="t" r="r" b="b"/>
            <a:pathLst>
              <a:path w="1736" h="1347">
                <a:moveTo>
                  <a:pt x="868" y="0"/>
                </a:moveTo>
                <a:cubicBezTo>
                  <a:pt x="1" y="0"/>
                  <a:pt x="1" y="1347"/>
                  <a:pt x="868" y="1347"/>
                </a:cubicBezTo>
                <a:cubicBezTo>
                  <a:pt x="1736" y="1347"/>
                  <a:pt x="1736" y="0"/>
                  <a:pt x="868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8">
            <a:extLst>
              <a:ext uri="{FF2B5EF4-FFF2-40B4-BE49-F238E27FC236}">
                <a16:creationId xmlns:a16="http://schemas.microsoft.com/office/drawing/2014/main" id="{ED766489-F2C1-41DD-ADDE-F4835D1D67EF}"/>
              </a:ext>
            </a:extLst>
          </p:cNvPr>
          <p:cNvSpPr>
            <a:spLocks noGrp="1"/>
          </p:cNvSpPr>
          <p:nvPr/>
        </p:nvSpPr>
        <p:spPr>
          <a:xfrm>
            <a:off x="8477007" y="2172484"/>
            <a:ext cx="58787" cy="45471"/>
          </a:xfrm>
          <a:custGeom>
            <a:avLst/>
            <a:gdLst/>
            <a:ahLst/>
            <a:cxnLst/>
            <a:rect l="l" t="t" r="r" b="b"/>
            <a:pathLst>
              <a:path w="1713" h="1325">
                <a:moveTo>
                  <a:pt x="868" y="1"/>
                </a:moveTo>
                <a:cubicBezTo>
                  <a:pt x="0" y="1"/>
                  <a:pt x="0" y="1324"/>
                  <a:pt x="868" y="1324"/>
                </a:cubicBezTo>
                <a:cubicBezTo>
                  <a:pt x="1712" y="1324"/>
                  <a:pt x="1712" y="1"/>
                  <a:pt x="868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8">
            <a:extLst>
              <a:ext uri="{FF2B5EF4-FFF2-40B4-BE49-F238E27FC236}">
                <a16:creationId xmlns:a16="http://schemas.microsoft.com/office/drawing/2014/main" id="{8E399643-F51B-48E9-B1AB-F2FC8F2E2586}"/>
              </a:ext>
            </a:extLst>
          </p:cNvPr>
          <p:cNvSpPr>
            <a:spLocks noGrp="1"/>
          </p:cNvSpPr>
          <p:nvPr/>
        </p:nvSpPr>
        <p:spPr>
          <a:xfrm>
            <a:off x="8522445" y="2264148"/>
            <a:ext cx="59576" cy="46226"/>
          </a:xfrm>
          <a:custGeom>
            <a:avLst/>
            <a:gdLst/>
            <a:ahLst/>
            <a:cxnLst/>
            <a:rect l="l" t="t" r="r" b="b"/>
            <a:pathLst>
              <a:path w="1736" h="1347">
                <a:moveTo>
                  <a:pt x="868" y="0"/>
                </a:moveTo>
                <a:cubicBezTo>
                  <a:pt x="0" y="0"/>
                  <a:pt x="0" y="1347"/>
                  <a:pt x="868" y="1347"/>
                </a:cubicBezTo>
                <a:cubicBezTo>
                  <a:pt x="1735" y="1347"/>
                  <a:pt x="1735" y="0"/>
                  <a:pt x="868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8">
            <a:extLst>
              <a:ext uri="{FF2B5EF4-FFF2-40B4-BE49-F238E27FC236}">
                <a16:creationId xmlns:a16="http://schemas.microsoft.com/office/drawing/2014/main" id="{4C711829-0A64-4B71-86C9-4AD77C4B14B9}"/>
              </a:ext>
            </a:extLst>
          </p:cNvPr>
          <p:cNvSpPr>
            <a:spLocks noGrp="1"/>
          </p:cNvSpPr>
          <p:nvPr/>
        </p:nvSpPr>
        <p:spPr>
          <a:xfrm>
            <a:off x="7564846" y="323705"/>
            <a:ext cx="91235" cy="82489"/>
          </a:xfrm>
          <a:custGeom>
            <a:avLst/>
            <a:gdLst/>
            <a:ahLst/>
            <a:cxnLst/>
            <a:rect l="l" t="t" r="r" b="b"/>
            <a:pathLst>
              <a:path w="3380" h="3056">
                <a:moveTo>
                  <a:pt x="990" y="1"/>
                </a:moveTo>
                <a:cubicBezTo>
                  <a:pt x="898" y="1"/>
                  <a:pt x="774" y="66"/>
                  <a:pt x="754" y="165"/>
                </a:cubicBezTo>
                <a:cubicBezTo>
                  <a:pt x="708" y="507"/>
                  <a:pt x="731" y="850"/>
                  <a:pt x="800" y="1169"/>
                </a:cubicBezTo>
                <a:cubicBezTo>
                  <a:pt x="572" y="1329"/>
                  <a:pt x="366" y="1466"/>
                  <a:pt x="161" y="1649"/>
                </a:cubicBezTo>
                <a:cubicBezTo>
                  <a:pt x="1" y="1786"/>
                  <a:pt x="138" y="2014"/>
                  <a:pt x="298" y="2014"/>
                </a:cubicBezTo>
                <a:cubicBezTo>
                  <a:pt x="549" y="2037"/>
                  <a:pt x="777" y="2059"/>
                  <a:pt x="1028" y="2082"/>
                </a:cubicBezTo>
                <a:lnTo>
                  <a:pt x="1051" y="2128"/>
                </a:lnTo>
                <a:cubicBezTo>
                  <a:pt x="1074" y="2356"/>
                  <a:pt x="1119" y="2562"/>
                  <a:pt x="1211" y="2767"/>
                </a:cubicBezTo>
                <a:cubicBezTo>
                  <a:pt x="1233" y="2813"/>
                  <a:pt x="1233" y="2835"/>
                  <a:pt x="1279" y="2858"/>
                </a:cubicBezTo>
                <a:cubicBezTo>
                  <a:pt x="1302" y="2904"/>
                  <a:pt x="1325" y="2950"/>
                  <a:pt x="1348" y="2995"/>
                </a:cubicBezTo>
                <a:cubicBezTo>
                  <a:pt x="1382" y="3038"/>
                  <a:pt x="1429" y="3055"/>
                  <a:pt x="1477" y="3055"/>
                </a:cubicBezTo>
                <a:cubicBezTo>
                  <a:pt x="1559" y="3055"/>
                  <a:pt x="1647" y="3007"/>
                  <a:pt x="1690" y="2950"/>
                </a:cubicBezTo>
                <a:cubicBezTo>
                  <a:pt x="1850" y="2676"/>
                  <a:pt x="2010" y="2402"/>
                  <a:pt x="2146" y="2105"/>
                </a:cubicBezTo>
                <a:cubicBezTo>
                  <a:pt x="2443" y="2105"/>
                  <a:pt x="2763" y="2105"/>
                  <a:pt x="3060" y="2082"/>
                </a:cubicBezTo>
                <a:cubicBezTo>
                  <a:pt x="3242" y="2082"/>
                  <a:pt x="3379" y="1854"/>
                  <a:pt x="3219" y="1717"/>
                </a:cubicBezTo>
                <a:cubicBezTo>
                  <a:pt x="2991" y="1512"/>
                  <a:pt x="2763" y="1329"/>
                  <a:pt x="2535" y="1146"/>
                </a:cubicBezTo>
                <a:cubicBezTo>
                  <a:pt x="2649" y="873"/>
                  <a:pt x="2763" y="576"/>
                  <a:pt x="2877" y="302"/>
                </a:cubicBezTo>
                <a:cubicBezTo>
                  <a:pt x="2933" y="152"/>
                  <a:pt x="2774" y="33"/>
                  <a:pt x="2639" y="33"/>
                </a:cubicBezTo>
                <a:cubicBezTo>
                  <a:pt x="2610" y="33"/>
                  <a:pt x="2582" y="39"/>
                  <a:pt x="2557" y="51"/>
                </a:cubicBezTo>
                <a:cubicBezTo>
                  <a:pt x="2306" y="211"/>
                  <a:pt x="2055" y="370"/>
                  <a:pt x="1804" y="530"/>
                </a:cubicBezTo>
                <a:cubicBezTo>
                  <a:pt x="1576" y="325"/>
                  <a:pt x="1325" y="119"/>
                  <a:pt x="1028" y="5"/>
                </a:cubicBezTo>
                <a:cubicBezTo>
                  <a:pt x="1016" y="2"/>
                  <a:pt x="1003" y="1"/>
                  <a:pt x="990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8">
            <a:extLst>
              <a:ext uri="{FF2B5EF4-FFF2-40B4-BE49-F238E27FC236}">
                <a16:creationId xmlns:a16="http://schemas.microsoft.com/office/drawing/2014/main" id="{8EE00E64-F795-4FB6-8438-740C6B1000AE}"/>
              </a:ext>
            </a:extLst>
          </p:cNvPr>
          <p:cNvSpPr>
            <a:spLocks noGrp="1"/>
          </p:cNvSpPr>
          <p:nvPr/>
        </p:nvSpPr>
        <p:spPr>
          <a:xfrm>
            <a:off x="463243" y="547060"/>
            <a:ext cx="59576" cy="46226"/>
          </a:xfrm>
          <a:custGeom>
            <a:avLst/>
            <a:gdLst/>
            <a:ahLst/>
            <a:cxnLst/>
            <a:rect l="l" t="t" r="r" b="b"/>
            <a:pathLst>
              <a:path w="1736" h="1347">
                <a:moveTo>
                  <a:pt x="868" y="0"/>
                </a:moveTo>
                <a:cubicBezTo>
                  <a:pt x="1" y="0"/>
                  <a:pt x="1" y="1347"/>
                  <a:pt x="868" y="1347"/>
                </a:cubicBezTo>
                <a:cubicBezTo>
                  <a:pt x="1736" y="1347"/>
                  <a:pt x="1736" y="0"/>
                  <a:pt x="868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8">
            <a:extLst>
              <a:ext uri="{FF2B5EF4-FFF2-40B4-BE49-F238E27FC236}">
                <a16:creationId xmlns:a16="http://schemas.microsoft.com/office/drawing/2014/main" id="{1C3002DE-EA9B-42BA-BCAD-934CBBCCCBCF}"/>
              </a:ext>
            </a:extLst>
          </p:cNvPr>
          <p:cNvSpPr>
            <a:spLocks noGrp="1"/>
          </p:cNvSpPr>
          <p:nvPr/>
        </p:nvSpPr>
        <p:spPr>
          <a:xfrm>
            <a:off x="509470" y="455396"/>
            <a:ext cx="58787" cy="45471"/>
          </a:xfrm>
          <a:custGeom>
            <a:avLst/>
            <a:gdLst/>
            <a:ahLst/>
            <a:cxnLst/>
            <a:rect l="l" t="t" r="r" b="b"/>
            <a:pathLst>
              <a:path w="1713" h="1325">
                <a:moveTo>
                  <a:pt x="868" y="1"/>
                </a:moveTo>
                <a:cubicBezTo>
                  <a:pt x="0" y="1"/>
                  <a:pt x="0" y="1324"/>
                  <a:pt x="868" y="1324"/>
                </a:cubicBezTo>
                <a:cubicBezTo>
                  <a:pt x="1712" y="1324"/>
                  <a:pt x="1712" y="1"/>
                  <a:pt x="868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8">
            <a:extLst>
              <a:ext uri="{FF2B5EF4-FFF2-40B4-BE49-F238E27FC236}">
                <a16:creationId xmlns:a16="http://schemas.microsoft.com/office/drawing/2014/main" id="{65FD994C-072A-4917-B4A9-5A890B6A4587}"/>
              </a:ext>
            </a:extLst>
          </p:cNvPr>
          <p:cNvSpPr>
            <a:spLocks noGrp="1"/>
          </p:cNvSpPr>
          <p:nvPr/>
        </p:nvSpPr>
        <p:spPr>
          <a:xfrm>
            <a:off x="554908" y="547060"/>
            <a:ext cx="59576" cy="46226"/>
          </a:xfrm>
          <a:custGeom>
            <a:avLst/>
            <a:gdLst/>
            <a:ahLst/>
            <a:cxnLst/>
            <a:rect l="l" t="t" r="r" b="b"/>
            <a:pathLst>
              <a:path w="1736" h="1347">
                <a:moveTo>
                  <a:pt x="868" y="0"/>
                </a:moveTo>
                <a:cubicBezTo>
                  <a:pt x="0" y="0"/>
                  <a:pt x="0" y="1347"/>
                  <a:pt x="868" y="1347"/>
                </a:cubicBezTo>
                <a:cubicBezTo>
                  <a:pt x="1735" y="1347"/>
                  <a:pt x="1735" y="0"/>
                  <a:pt x="868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8">
            <a:extLst>
              <a:ext uri="{FF2B5EF4-FFF2-40B4-BE49-F238E27FC236}">
                <a16:creationId xmlns:a16="http://schemas.microsoft.com/office/drawing/2014/main" id="{A12FFDD4-3271-4D55-9510-40105F28E549}"/>
              </a:ext>
            </a:extLst>
          </p:cNvPr>
          <p:cNvSpPr>
            <a:spLocks noGrp="1"/>
          </p:cNvSpPr>
          <p:nvPr/>
        </p:nvSpPr>
        <p:spPr>
          <a:xfrm>
            <a:off x="8874809" y="3341455"/>
            <a:ext cx="91235" cy="82489"/>
          </a:xfrm>
          <a:custGeom>
            <a:avLst/>
            <a:gdLst/>
            <a:ahLst/>
            <a:cxnLst/>
            <a:rect l="l" t="t" r="r" b="b"/>
            <a:pathLst>
              <a:path w="3380" h="3056">
                <a:moveTo>
                  <a:pt x="990" y="1"/>
                </a:moveTo>
                <a:cubicBezTo>
                  <a:pt x="898" y="1"/>
                  <a:pt x="774" y="66"/>
                  <a:pt x="754" y="165"/>
                </a:cubicBezTo>
                <a:cubicBezTo>
                  <a:pt x="708" y="507"/>
                  <a:pt x="731" y="850"/>
                  <a:pt x="800" y="1169"/>
                </a:cubicBezTo>
                <a:cubicBezTo>
                  <a:pt x="572" y="1329"/>
                  <a:pt x="366" y="1466"/>
                  <a:pt x="161" y="1649"/>
                </a:cubicBezTo>
                <a:cubicBezTo>
                  <a:pt x="1" y="1786"/>
                  <a:pt x="138" y="2014"/>
                  <a:pt x="298" y="2014"/>
                </a:cubicBezTo>
                <a:cubicBezTo>
                  <a:pt x="549" y="2037"/>
                  <a:pt x="777" y="2059"/>
                  <a:pt x="1028" y="2082"/>
                </a:cubicBezTo>
                <a:lnTo>
                  <a:pt x="1051" y="2128"/>
                </a:lnTo>
                <a:cubicBezTo>
                  <a:pt x="1074" y="2356"/>
                  <a:pt x="1119" y="2562"/>
                  <a:pt x="1211" y="2767"/>
                </a:cubicBezTo>
                <a:cubicBezTo>
                  <a:pt x="1233" y="2813"/>
                  <a:pt x="1233" y="2835"/>
                  <a:pt x="1279" y="2858"/>
                </a:cubicBezTo>
                <a:cubicBezTo>
                  <a:pt x="1302" y="2904"/>
                  <a:pt x="1325" y="2950"/>
                  <a:pt x="1348" y="2995"/>
                </a:cubicBezTo>
                <a:cubicBezTo>
                  <a:pt x="1382" y="3038"/>
                  <a:pt x="1429" y="3055"/>
                  <a:pt x="1477" y="3055"/>
                </a:cubicBezTo>
                <a:cubicBezTo>
                  <a:pt x="1559" y="3055"/>
                  <a:pt x="1647" y="3007"/>
                  <a:pt x="1690" y="2950"/>
                </a:cubicBezTo>
                <a:cubicBezTo>
                  <a:pt x="1850" y="2676"/>
                  <a:pt x="2010" y="2402"/>
                  <a:pt x="2146" y="2105"/>
                </a:cubicBezTo>
                <a:cubicBezTo>
                  <a:pt x="2443" y="2105"/>
                  <a:pt x="2763" y="2105"/>
                  <a:pt x="3060" y="2082"/>
                </a:cubicBezTo>
                <a:cubicBezTo>
                  <a:pt x="3242" y="2082"/>
                  <a:pt x="3379" y="1854"/>
                  <a:pt x="3219" y="1717"/>
                </a:cubicBezTo>
                <a:cubicBezTo>
                  <a:pt x="2991" y="1512"/>
                  <a:pt x="2763" y="1329"/>
                  <a:pt x="2535" y="1146"/>
                </a:cubicBezTo>
                <a:cubicBezTo>
                  <a:pt x="2649" y="873"/>
                  <a:pt x="2763" y="576"/>
                  <a:pt x="2877" y="302"/>
                </a:cubicBezTo>
                <a:cubicBezTo>
                  <a:pt x="2933" y="152"/>
                  <a:pt x="2774" y="33"/>
                  <a:pt x="2639" y="33"/>
                </a:cubicBezTo>
                <a:cubicBezTo>
                  <a:pt x="2610" y="33"/>
                  <a:pt x="2582" y="39"/>
                  <a:pt x="2557" y="51"/>
                </a:cubicBezTo>
                <a:cubicBezTo>
                  <a:pt x="2306" y="211"/>
                  <a:pt x="2055" y="370"/>
                  <a:pt x="1804" y="530"/>
                </a:cubicBezTo>
                <a:cubicBezTo>
                  <a:pt x="1576" y="325"/>
                  <a:pt x="1325" y="119"/>
                  <a:pt x="1028" y="5"/>
                </a:cubicBezTo>
                <a:cubicBezTo>
                  <a:pt x="1016" y="2"/>
                  <a:pt x="1003" y="1"/>
                  <a:pt x="990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8">
            <a:extLst>
              <a:ext uri="{FF2B5EF4-FFF2-40B4-BE49-F238E27FC236}">
                <a16:creationId xmlns:a16="http://schemas.microsoft.com/office/drawing/2014/main" id="{9F49428D-2670-4B0A-BCC0-27FA5D98F3E8}"/>
              </a:ext>
            </a:extLst>
          </p:cNvPr>
          <p:cNvSpPr>
            <a:spLocks noGrp="1"/>
          </p:cNvSpPr>
          <p:nvPr/>
        </p:nvSpPr>
        <p:spPr>
          <a:xfrm>
            <a:off x="834980" y="4436723"/>
            <a:ext cx="59576" cy="46226"/>
          </a:xfrm>
          <a:custGeom>
            <a:avLst/>
            <a:gdLst/>
            <a:ahLst/>
            <a:cxnLst/>
            <a:rect l="l" t="t" r="r" b="b"/>
            <a:pathLst>
              <a:path w="1736" h="1347">
                <a:moveTo>
                  <a:pt x="868" y="0"/>
                </a:moveTo>
                <a:cubicBezTo>
                  <a:pt x="1" y="0"/>
                  <a:pt x="1" y="1347"/>
                  <a:pt x="868" y="1347"/>
                </a:cubicBezTo>
                <a:cubicBezTo>
                  <a:pt x="1736" y="1347"/>
                  <a:pt x="1736" y="0"/>
                  <a:pt x="868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8">
            <a:extLst>
              <a:ext uri="{FF2B5EF4-FFF2-40B4-BE49-F238E27FC236}">
                <a16:creationId xmlns:a16="http://schemas.microsoft.com/office/drawing/2014/main" id="{78EA487D-6CC7-4973-A670-106609B803B3}"/>
              </a:ext>
            </a:extLst>
          </p:cNvPr>
          <p:cNvSpPr>
            <a:spLocks noGrp="1"/>
          </p:cNvSpPr>
          <p:nvPr/>
        </p:nvSpPr>
        <p:spPr>
          <a:xfrm>
            <a:off x="881207" y="4345059"/>
            <a:ext cx="58787" cy="45471"/>
          </a:xfrm>
          <a:custGeom>
            <a:avLst/>
            <a:gdLst/>
            <a:ahLst/>
            <a:cxnLst/>
            <a:rect l="l" t="t" r="r" b="b"/>
            <a:pathLst>
              <a:path w="1713" h="1325">
                <a:moveTo>
                  <a:pt x="868" y="1"/>
                </a:moveTo>
                <a:cubicBezTo>
                  <a:pt x="0" y="1"/>
                  <a:pt x="0" y="1324"/>
                  <a:pt x="868" y="1324"/>
                </a:cubicBezTo>
                <a:cubicBezTo>
                  <a:pt x="1712" y="1324"/>
                  <a:pt x="1712" y="1"/>
                  <a:pt x="868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8">
            <a:extLst>
              <a:ext uri="{FF2B5EF4-FFF2-40B4-BE49-F238E27FC236}">
                <a16:creationId xmlns:a16="http://schemas.microsoft.com/office/drawing/2014/main" id="{55669B60-C156-4F6E-B166-AA1276B2D085}"/>
              </a:ext>
            </a:extLst>
          </p:cNvPr>
          <p:cNvSpPr>
            <a:spLocks noGrp="1"/>
          </p:cNvSpPr>
          <p:nvPr/>
        </p:nvSpPr>
        <p:spPr>
          <a:xfrm>
            <a:off x="926645" y="4436723"/>
            <a:ext cx="59576" cy="46226"/>
          </a:xfrm>
          <a:custGeom>
            <a:avLst/>
            <a:gdLst/>
            <a:ahLst/>
            <a:cxnLst/>
            <a:rect l="l" t="t" r="r" b="b"/>
            <a:pathLst>
              <a:path w="1736" h="1347">
                <a:moveTo>
                  <a:pt x="868" y="0"/>
                </a:moveTo>
                <a:cubicBezTo>
                  <a:pt x="0" y="0"/>
                  <a:pt x="0" y="1347"/>
                  <a:pt x="868" y="1347"/>
                </a:cubicBezTo>
                <a:cubicBezTo>
                  <a:pt x="1735" y="1347"/>
                  <a:pt x="1735" y="0"/>
                  <a:pt x="868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8">
            <a:extLst>
              <a:ext uri="{FF2B5EF4-FFF2-40B4-BE49-F238E27FC236}">
                <a16:creationId xmlns:a16="http://schemas.microsoft.com/office/drawing/2014/main" id="{4CCB8AE3-932F-4FC6-AEC7-A8BC2E42AC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80794" y="1600375"/>
            <a:ext cx="3595200" cy="13935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 algn="r">
              <a:spcBef>
                <a:spcPts val="0"/>
              </a:spcBef>
              <a:spcAft>
                <a:spcPts val="0"/>
              </a:spcAft>
              <a:buSzPts val="1600"/>
              <a:buFont typeface="Barlow Medium"/>
              <a:buNone/>
              <a:defRPr sz="2000">
                <a:latin typeface="Barlow Medium"/>
                <a:ea typeface="Barlow Medium"/>
                <a:cs typeface="Barlow Medium"/>
              </a:defRPr>
            </a:lvl1pPr>
            <a:lvl2pPr>
              <a:spcBef>
                <a:spcPts val="1600"/>
              </a:spcBef>
              <a:spcAft>
                <a:spcPts val="0"/>
              </a:spcAft>
              <a:buSzPts val="1400"/>
              <a:buFont typeface="Barlow Medium"/>
              <a:buNone/>
              <a:defRPr>
                <a:latin typeface="Barlow Medium"/>
                <a:ea typeface="Barlow Medium"/>
                <a:cs typeface="Barlow Medium"/>
              </a:defRPr>
            </a:lvl2pPr>
            <a:lvl3pPr>
              <a:spcBef>
                <a:spcPts val="1600"/>
              </a:spcBef>
              <a:spcAft>
                <a:spcPts val="0"/>
              </a:spcAft>
              <a:buSzPts val="1400"/>
              <a:buFont typeface="Barlow Medium"/>
              <a:buNone/>
              <a:defRPr>
                <a:latin typeface="Barlow Medium"/>
                <a:ea typeface="Barlow Medium"/>
                <a:cs typeface="Barlow Medium"/>
              </a:defRPr>
            </a:lvl3pPr>
            <a:lvl4pPr>
              <a:spcBef>
                <a:spcPts val="1600"/>
              </a:spcBef>
              <a:spcAft>
                <a:spcPts val="0"/>
              </a:spcAft>
              <a:buSzPts val="1400"/>
              <a:buFont typeface="Barlow Medium"/>
              <a:buNone/>
              <a:defRPr>
                <a:latin typeface="Barlow Medium"/>
                <a:ea typeface="Barlow Medium"/>
                <a:cs typeface="Barlow Medium"/>
              </a:defRPr>
            </a:lvl4pPr>
            <a:lvl5pPr>
              <a:spcBef>
                <a:spcPts val="1600"/>
              </a:spcBef>
              <a:spcAft>
                <a:spcPts val="0"/>
              </a:spcAft>
              <a:buSzPts val="1400"/>
              <a:buFont typeface="Barlow Medium"/>
              <a:buNone/>
              <a:defRPr>
                <a:latin typeface="Barlow Medium"/>
                <a:ea typeface="Barlow Medium"/>
                <a:cs typeface="Barlow Medium"/>
              </a:defRPr>
            </a:lvl5pPr>
            <a:lvl6pPr>
              <a:spcBef>
                <a:spcPts val="1600"/>
              </a:spcBef>
              <a:spcAft>
                <a:spcPts val="0"/>
              </a:spcAft>
              <a:buSzPts val="1400"/>
              <a:buFont typeface="Barlow Medium"/>
              <a:buNone/>
              <a:defRPr>
                <a:latin typeface="Barlow Medium"/>
                <a:ea typeface="Barlow Medium"/>
                <a:cs typeface="Barlow Medium"/>
              </a:defRPr>
            </a:lvl6pPr>
            <a:lvl7pPr>
              <a:spcBef>
                <a:spcPts val="1600"/>
              </a:spcBef>
              <a:spcAft>
                <a:spcPts val="0"/>
              </a:spcAft>
              <a:buSzPts val="1400"/>
              <a:buFont typeface="Barlow Medium"/>
              <a:buNone/>
              <a:defRPr>
                <a:latin typeface="Barlow Medium"/>
                <a:ea typeface="Barlow Medium"/>
                <a:cs typeface="Barlow Medium"/>
              </a:defRPr>
            </a:lvl7pPr>
            <a:lvl8pPr>
              <a:spcBef>
                <a:spcPts val="1600"/>
              </a:spcBef>
              <a:spcAft>
                <a:spcPts val="0"/>
              </a:spcAft>
              <a:buSzPts val="1400"/>
              <a:buFont typeface="Barlow Medium"/>
              <a:buNone/>
              <a:defRPr>
                <a:latin typeface="Barlow Medium"/>
                <a:ea typeface="Barlow Medium"/>
                <a:cs typeface="Barlow Medium"/>
              </a:defRPr>
            </a:lvl8pPr>
            <a:lvl9pPr>
              <a:spcBef>
                <a:spcPts val="1600"/>
              </a:spcBef>
              <a:spcAft>
                <a:spcPts val="1600"/>
              </a:spcAft>
              <a:buSzPts val="1400"/>
              <a:buFont typeface="Barlow Medium"/>
              <a:buNone/>
              <a:defRPr>
                <a:latin typeface="Barlow Medium"/>
                <a:ea typeface="Barlow Medium"/>
                <a:cs typeface="Barlow Medium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9">
            <a:extLst>
              <a:ext uri="{FF2B5EF4-FFF2-40B4-BE49-F238E27FC236}">
                <a16:creationId xmlns:a16="http://schemas.microsoft.com/office/drawing/2014/main" id="{C00BCA02-C555-4C02-A20D-08C6E67190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32" name="Google Shape;132;p9">
            <a:extLst>
              <a:ext uri="{FF2B5EF4-FFF2-40B4-BE49-F238E27FC236}">
                <a16:creationId xmlns:a16="http://schemas.microsoft.com/office/drawing/2014/main" id="{34E04187-EFA1-408B-9821-A0910025C1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33" name="Google Shape;133;p9">
            <a:extLst>
              <a:ext uri="{FF2B5EF4-FFF2-40B4-BE49-F238E27FC236}">
                <a16:creationId xmlns:a16="http://schemas.microsoft.com/office/drawing/2014/main" id="{B61D404E-6CA3-4EB1-B3B1-22CAE6CAB9CF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Autofit/>
          </a:bodyPr>
          <a:lstStyle>
            <a:lvl1pPr marL="4572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0">
            <a:extLst>
              <a:ext uri="{FF2B5EF4-FFF2-40B4-BE49-F238E27FC236}">
                <a16:creationId xmlns:a16="http://schemas.microsoft.com/office/drawing/2014/main" id="{5C83D8D7-9165-4A9C-8BA5-272D6C8F44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Autofit/>
          </a:bodyPr>
          <a:lstStyle>
            <a:lvl1pPr marL="45720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1">
            <a:extLst>
              <a:ext uri="{FF2B5EF4-FFF2-40B4-BE49-F238E27FC236}">
                <a16:creationId xmlns:a16="http://schemas.microsoft.com/office/drawing/2014/main" id="{CC534CE0-EFAF-4854-A335-21BE9A5D64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38" name="Google Shape;138;p11">
            <a:extLst>
              <a:ext uri="{FF2B5EF4-FFF2-40B4-BE49-F238E27FC236}">
                <a16:creationId xmlns:a16="http://schemas.microsoft.com/office/drawing/2014/main" id="{8A3CE9C2-F197-41ED-9CC8-D0ED494CE4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 marL="45720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bg>
      <p:bgPr>
        <a:solidFill>
          <a:srgbClr val="F4EA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3">
            <a:extLst>
              <a:ext uri="{FF2B5EF4-FFF2-40B4-BE49-F238E27FC236}">
                <a16:creationId xmlns:a16="http://schemas.microsoft.com/office/drawing/2014/main" id="{668BE399-AC06-4A4F-9BB2-33C72790F771}"/>
              </a:ext>
            </a:extLst>
          </p:cNvPr>
          <p:cNvSpPr>
            <a:spLocks noGrp="1"/>
          </p:cNvSpPr>
          <p:nvPr/>
        </p:nvSpPr>
        <p:spPr>
          <a:xfrm>
            <a:off x="1230373" y="2154080"/>
            <a:ext cx="1392747" cy="623529"/>
          </a:xfrm>
          <a:custGeom>
            <a:avLst/>
            <a:gdLst/>
            <a:ahLst/>
            <a:cxnLst/>
            <a:rect l="l" t="t" r="r" b="b"/>
            <a:pathLst>
              <a:path w="35084" h="15707">
                <a:moveTo>
                  <a:pt x="19722" y="0"/>
                </a:moveTo>
                <a:cubicBezTo>
                  <a:pt x="17040" y="0"/>
                  <a:pt x="15328" y="2890"/>
                  <a:pt x="14312" y="5046"/>
                </a:cubicBezTo>
                <a:cubicBezTo>
                  <a:pt x="12935" y="3382"/>
                  <a:pt x="10996" y="1550"/>
                  <a:pt x="8761" y="1550"/>
                </a:cubicBezTo>
                <a:cubicBezTo>
                  <a:pt x="8144" y="1550"/>
                  <a:pt x="7505" y="1689"/>
                  <a:pt x="6849" y="2010"/>
                </a:cubicBezTo>
                <a:cubicBezTo>
                  <a:pt x="3470" y="3630"/>
                  <a:pt x="4498" y="6872"/>
                  <a:pt x="5319" y="9542"/>
                </a:cubicBezTo>
                <a:cubicBezTo>
                  <a:pt x="3356" y="9930"/>
                  <a:pt x="1" y="11071"/>
                  <a:pt x="1393" y="13765"/>
                </a:cubicBezTo>
                <a:cubicBezTo>
                  <a:pt x="2352" y="15522"/>
                  <a:pt x="5228" y="15614"/>
                  <a:pt x="6940" y="15682"/>
                </a:cubicBezTo>
                <a:cubicBezTo>
                  <a:pt x="8210" y="15689"/>
                  <a:pt x="9757" y="15697"/>
                  <a:pt x="11405" y="15697"/>
                </a:cubicBezTo>
                <a:cubicBezTo>
                  <a:pt x="14968" y="15697"/>
                  <a:pt x="19007" y="15663"/>
                  <a:pt x="21753" y="15522"/>
                </a:cubicBezTo>
                <a:cubicBezTo>
                  <a:pt x="22672" y="15601"/>
                  <a:pt x="24416" y="15707"/>
                  <a:pt x="26317" y="15707"/>
                </a:cubicBezTo>
                <a:cubicBezTo>
                  <a:pt x="29376" y="15707"/>
                  <a:pt x="32844" y="15433"/>
                  <a:pt x="33942" y="14335"/>
                </a:cubicBezTo>
                <a:cubicBezTo>
                  <a:pt x="35015" y="13240"/>
                  <a:pt x="35083" y="11870"/>
                  <a:pt x="33965" y="10912"/>
                </a:cubicBezTo>
                <a:cubicBezTo>
                  <a:pt x="33378" y="10384"/>
                  <a:pt x="32652" y="10247"/>
                  <a:pt x="31886" y="10247"/>
                </a:cubicBezTo>
                <a:cubicBezTo>
                  <a:pt x="31057" y="10247"/>
                  <a:pt x="30181" y="10408"/>
                  <a:pt x="29382" y="10408"/>
                </a:cubicBezTo>
                <a:cubicBezTo>
                  <a:pt x="29225" y="10408"/>
                  <a:pt x="29071" y="10401"/>
                  <a:pt x="28921" y="10387"/>
                </a:cubicBezTo>
                <a:cubicBezTo>
                  <a:pt x="29674" y="8675"/>
                  <a:pt x="31249" y="6666"/>
                  <a:pt x="28989" y="5228"/>
                </a:cubicBezTo>
                <a:cubicBezTo>
                  <a:pt x="28519" y="4922"/>
                  <a:pt x="28048" y="4795"/>
                  <a:pt x="27585" y="4795"/>
                </a:cubicBezTo>
                <a:cubicBezTo>
                  <a:pt x="26183" y="4795"/>
                  <a:pt x="24849" y="5962"/>
                  <a:pt x="23785" y="6872"/>
                </a:cubicBezTo>
                <a:cubicBezTo>
                  <a:pt x="23876" y="4338"/>
                  <a:pt x="23534" y="777"/>
                  <a:pt x="20567" y="93"/>
                </a:cubicBezTo>
                <a:cubicBezTo>
                  <a:pt x="20275" y="30"/>
                  <a:pt x="19994" y="0"/>
                  <a:pt x="19722" y="0"/>
                </a:cubicBezTo>
                <a:close/>
              </a:path>
            </a:pathLst>
          </a:custGeom>
          <a:solidFill>
            <a:srgbClr val="F8F4EC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13">
            <a:extLst>
              <a:ext uri="{FF2B5EF4-FFF2-40B4-BE49-F238E27FC236}">
                <a16:creationId xmlns:a16="http://schemas.microsoft.com/office/drawing/2014/main" id="{00A064F2-E5D0-422C-B7C0-8ECB78AEAD54}"/>
              </a:ext>
            </a:extLst>
          </p:cNvPr>
          <p:cNvSpPr>
            <a:spLocks noGrp="1"/>
          </p:cNvSpPr>
          <p:nvPr/>
        </p:nvSpPr>
        <p:spPr>
          <a:xfrm>
            <a:off x="3" y="422077"/>
            <a:ext cx="1594511" cy="1109407"/>
          </a:xfrm>
          <a:custGeom>
            <a:avLst/>
            <a:gdLst/>
            <a:ahLst/>
            <a:cxnLst/>
            <a:rect l="l" t="t" r="r" b="b"/>
            <a:pathLst>
              <a:path w="43391" h="30190">
                <a:moveTo>
                  <a:pt x="13854" y="1"/>
                </a:moveTo>
                <a:cubicBezTo>
                  <a:pt x="8679" y="1"/>
                  <a:pt x="5416" y="5534"/>
                  <a:pt x="3469" y="9676"/>
                </a:cubicBezTo>
                <a:cubicBezTo>
                  <a:pt x="2465" y="8466"/>
                  <a:pt x="1301" y="7188"/>
                  <a:pt x="0" y="6092"/>
                </a:cubicBezTo>
                <a:lnTo>
                  <a:pt x="0" y="30173"/>
                </a:lnTo>
                <a:cubicBezTo>
                  <a:pt x="6277" y="30150"/>
                  <a:pt x="13010" y="30059"/>
                  <a:pt x="17758" y="29831"/>
                </a:cubicBezTo>
                <a:cubicBezTo>
                  <a:pt x="19544" y="29981"/>
                  <a:pt x="22955" y="30190"/>
                  <a:pt x="26662" y="30190"/>
                </a:cubicBezTo>
                <a:cubicBezTo>
                  <a:pt x="32523" y="30190"/>
                  <a:pt x="39125" y="29668"/>
                  <a:pt x="41223" y="27571"/>
                </a:cubicBezTo>
                <a:cubicBezTo>
                  <a:pt x="43277" y="25448"/>
                  <a:pt x="43391" y="22801"/>
                  <a:pt x="41245" y="20952"/>
                </a:cubicBezTo>
                <a:cubicBezTo>
                  <a:pt x="40126" y="19961"/>
                  <a:pt x="38737" y="19706"/>
                  <a:pt x="37270" y="19706"/>
                </a:cubicBezTo>
                <a:cubicBezTo>
                  <a:pt x="35705" y="19706"/>
                  <a:pt x="34052" y="19997"/>
                  <a:pt x="32548" y="19997"/>
                </a:cubicBezTo>
                <a:cubicBezTo>
                  <a:pt x="32213" y="19997"/>
                  <a:pt x="31885" y="19983"/>
                  <a:pt x="31567" y="19947"/>
                </a:cubicBezTo>
                <a:cubicBezTo>
                  <a:pt x="33005" y="16683"/>
                  <a:pt x="36018" y="12826"/>
                  <a:pt x="31704" y="10018"/>
                </a:cubicBezTo>
                <a:cubicBezTo>
                  <a:pt x="30798" y="9444"/>
                  <a:pt x="29892" y="9204"/>
                  <a:pt x="29002" y="9204"/>
                </a:cubicBezTo>
                <a:cubicBezTo>
                  <a:pt x="26284" y="9204"/>
                  <a:pt x="23707" y="11437"/>
                  <a:pt x="21661" y="13191"/>
                </a:cubicBezTo>
                <a:cubicBezTo>
                  <a:pt x="21821" y="8352"/>
                  <a:pt x="21182" y="1482"/>
                  <a:pt x="15498" y="181"/>
                </a:cubicBezTo>
                <a:cubicBezTo>
                  <a:pt x="14930" y="58"/>
                  <a:pt x="14382" y="1"/>
                  <a:pt x="13854" y="1"/>
                </a:cubicBezTo>
                <a:close/>
              </a:path>
            </a:pathLst>
          </a:custGeom>
          <a:solidFill>
            <a:srgbClr val="F8F4EC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13">
            <a:extLst>
              <a:ext uri="{FF2B5EF4-FFF2-40B4-BE49-F238E27FC236}">
                <a16:creationId xmlns:a16="http://schemas.microsoft.com/office/drawing/2014/main" id="{91FDDDD1-6344-4F6B-85A8-3E06E49EA20E}"/>
              </a:ext>
            </a:extLst>
          </p:cNvPr>
          <p:cNvSpPr>
            <a:spLocks noGrp="1"/>
          </p:cNvSpPr>
          <p:nvPr/>
        </p:nvSpPr>
        <p:spPr>
          <a:xfrm>
            <a:off x="6300402" y="771492"/>
            <a:ext cx="2597882" cy="1163064"/>
          </a:xfrm>
          <a:custGeom>
            <a:avLst/>
            <a:gdLst/>
            <a:ahLst/>
            <a:cxnLst/>
            <a:rect l="l" t="t" r="r" b="b"/>
            <a:pathLst>
              <a:path w="35084" h="15707">
                <a:moveTo>
                  <a:pt x="19722" y="0"/>
                </a:moveTo>
                <a:cubicBezTo>
                  <a:pt x="17040" y="0"/>
                  <a:pt x="15328" y="2890"/>
                  <a:pt x="14312" y="5046"/>
                </a:cubicBezTo>
                <a:cubicBezTo>
                  <a:pt x="12935" y="3382"/>
                  <a:pt x="10996" y="1550"/>
                  <a:pt x="8761" y="1550"/>
                </a:cubicBezTo>
                <a:cubicBezTo>
                  <a:pt x="8144" y="1550"/>
                  <a:pt x="7505" y="1689"/>
                  <a:pt x="6849" y="2010"/>
                </a:cubicBezTo>
                <a:cubicBezTo>
                  <a:pt x="3470" y="3630"/>
                  <a:pt x="4498" y="6872"/>
                  <a:pt x="5319" y="9542"/>
                </a:cubicBezTo>
                <a:cubicBezTo>
                  <a:pt x="3356" y="9930"/>
                  <a:pt x="1" y="11071"/>
                  <a:pt x="1393" y="13765"/>
                </a:cubicBezTo>
                <a:cubicBezTo>
                  <a:pt x="2352" y="15522"/>
                  <a:pt x="5228" y="15614"/>
                  <a:pt x="6940" y="15682"/>
                </a:cubicBezTo>
                <a:cubicBezTo>
                  <a:pt x="8210" y="15689"/>
                  <a:pt x="9757" y="15697"/>
                  <a:pt x="11405" y="15697"/>
                </a:cubicBezTo>
                <a:cubicBezTo>
                  <a:pt x="14968" y="15697"/>
                  <a:pt x="19007" y="15663"/>
                  <a:pt x="21753" y="15522"/>
                </a:cubicBezTo>
                <a:cubicBezTo>
                  <a:pt x="22672" y="15601"/>
                  <a:pt x="24416" y="15707"/>
                  <a:pt x="26317" y="15707"/>
                </a:cubicBezTo>
                <a:cubicBezTo>
                  <a:pt x="29376" y="15707"/>
                  <a:pt x="32844" y="15433"/>
                  <a:pt x="33942" y="14335"/>
                </a:cubicBezTo>
                <a:cubicBezTo>
                  <a:pt x="35015" y="13240"/>
                  <a:pt x="35083" y="11870"/>
                  <a:pt x="33965" y="10912"/>
                </a:cubicBezTo>
                <a:cubicBezTo>
                  <a:pt x="33378" y="10384"/>
                  <a:pt x="32652" y="10247"/>
                  <a:pt x="31886" y="10247"/>
                </a:cubicBezTo>
                <a:cubicBezTo>
                  <a:pt x="31057" y="10247"/>
                  <a:pt x="30181" y="10408"/>
                  <a:pt x="29382" y="10408"/>
                </a:cubicBezTo>
                <a:cubicBezTo>
                  <a:pt x="29225" y="10408"/>
                  <a:pt x="29071" y="10401"/>
                  <a:pt x="28921" y="10387"/>
                </a:cubicBezTo>
                <a:cubicBezTo>
                  <a:pt x="29674" y="8675"/>
                  <a:pt x="31249" y="6666"/>
                  <a:pt x="28989" y="5228"/>
                </a:cubicBezTo>
                <a:cubicBezTo>
                  <a:pt x="28519" y="4922"/>
                  <a:pt x="28048" y="4795"/>
                  <a:pt x="27585" y="4795"/>
                </a:cubicBezTo>
                <a:cubicBezTo>
                  <a:pt x="26183" y="4795"/>
                  <a:pt x="24849" y="5962"/>
                  <a:pt x="23785" y="6872"/>
                </a:cubicBezTo>
                <a:cubicBezTo>
                  <a:pt x="23876" y="4338"/>
                  <a:pt x="23534" y="777"/>
                  <a:pt x="20567" y="93"/>
                </a:cubicBezTo>
                <a:cubicBezTo>
                  <a:pt x="20275" y="30"/>
                  <a:pt x="19994" y="0"/>
                  <a:pt x="19722" y="0"/>
                </a:cubicBezTo>
                <a:close/>
              </a:path>
            </a:pathLst>
          </a:custGeom>
          <a:solidFill>
            <a:srgbClr val="F8F4EC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13">
            <a:extLst>
              <a:ext uri="{FF2B5EF4-FFF2-40B4-BE49-F238E27FC236}">
                <a16:creationId xmlns:a16="http://schemas.microsoft.com/office/drawing/2014/main" id="{541D4949-FBB7-48F6-B8CB-2668BA3B83D3}"/>
              </a:ext>
            </a:extLst>
          </p:cNvPr>
          <p:cNvSpPr>
            <a:spLocks noGrp="1"/>
          </p:cNvSpPr>
          <p:nvPr/>
        </p:nvSpPr>
        <p:spPr>
          <a:xfrm>
            <a:off x="0" y="3670025"/>
            <a:ext cx="9144012" cy="1487949"/>
          </a:xfrm>
          <a:custGeom>
            <a:avLst/>
            <a:gdLst/>
            <a:ahLst/>
            <a:cxnLst/>
            <a:rect l="l" t="t" r="r" b="b"/>
            <a:pathLst>
              <a:path w="284838" h="50589">
                <a:moveTo>
                  <a:pt x="133359" y="0"/>
                </a:moveTo>
                <a:cubicBezTo>
                  <a:pt x="132063" y="0"/>
                  <a:pt x="130757" y="60"/>
                  <a:pt x="129443" y="190"/>
                </a:cubicBezTo>
                <a:cubicBezTo>
                  <a:pt x="121021" y="1012"/>
                  <a:pt x="114059" y="3979"/>
                  <a:pt x="107554" y="6810"/>
                </a:cubicBezTo>
                <a:cubicBezTo>
                  <a:pt x="99839" y="10165"/>
                  <a:pt x="91987" y="14411"/>
                  <a:pt x="81830" y="15209"/>
                </a:cubicBezTo>
                <a:cubicBezTo>
                  <a:pt x="80619" y="15306"/>
                  <a:pt x="79418" y="15351"/>
                  <a:pt x="78227" y="15351"/>
                </a:cubicBezTo>
                <a:cubicBezTo>
                  <a:pt x="70438" y="15351"/>
                  <a:pt x="63068" y="13440"/>
                  <a:pt x="56060" y="11717"/>
                </a:cubicBezTo>
                <a:cubicBezTo>
                  <a:pt x="47272" y="9572"/>
                  <a:pt x="38302" y="7449"/>
                  <a:pt x="28715" y="6696"/>
                </a:cubicBezTo>
                <a:cubicBezTo>
                  <a:pt x="26227" y="6492"/>
                  <a:pt x="23698" y="6384"/>
                  <a:pt x="21170" y="6384"/>
                </a:cubicBezTo>
                <a:cubicBezTo>
                  <a:pt x="15464" y="6384"/>
                  <a:pt x="9763" y="6937"/>
                  <a:pt x="4543" y="8202"/>
                </a:cubicBezTo>
                <a:cubicBezTo>
                  <a:pt x="2968" y="8567"/>
                  <a:pt x="1462" y="9001"/>
                  <a:pt x="1" y="9457"/>
                </a:cubicBezTo>
                <a:lnTo>
                  <a:pt x="1" y="50589"/>
                </a:lnTo>
                <a:lnTo>
                  <a:pt x="284838" y="50589"/>
                </a:lnTo>
                <a:lnTo>
                  <a:pt x="284838" y="13155"/>
                </a:lnTo>
                <a:cubicBezTo>
                  <a:pt x="283742" y="12744"/>
                  <a:pt x="282624" y="12333"/>
                  <a:pt x="281528" y="11900"/>
                </a:cubicBezTo>
                <a:cubicBezTo>
                  <a:pt x="273083" y="8704"/>
                  <a:pt x="264752" y="4664"/>
                  <a:pt x="254868" y="2838"/>
                </a:cubicBezTo>
                <a:cubicBezTo>
                  <a:pt x="251879" y="2285"/>
                  <a:pt x="248783" y="1967"/>
                  <a:pt x="245668" y="1967"/>
                </a:cubicBezTo>
                <a:cubicBezTo>
                  <a:pt x="244026" y="1967"/>
                  <a:pt x="242379" y="2056"/>
                  <a:pt x="240739" y="2245"/>
                </a:cubicBezTo>
                <a:cubicBezTo>
                  <a:pt x="236403" y="2770"/>
                  <a:pt x="232408" y="3751"/>
                  <a:pt x="228619" y="5007"/>
                </a:cubicBezTo>
                <a:cubicBezTo>
                  <a:pt x="220813" y="7563"/>
                  <a:pt x="213806" y="11010"/>
                  <a:pt x="205383" y="12973"/>
                </a:cubicBezTo>
                <a:cubicBezTo>
                  <a:pt x="201139" y="13960"/>
                  <a:pt x="196833" y="14451"/>
                  <a:pt x="192530" y="14451"/>
                </a:cubicBezTo>
                <a:cubicBezTo>
                  <a:pt x="188177" y="14451"/>
                  <a:pt x="183826" y="13948"/>
                  <a:pt x="179545" y="12950"/>
                </a:cubicBezTo>
                <a:cubicBezTo>
                  <a:pt x="171008" y="10964"/>
                  <a:pt x="163750" y="7723"/>
                  <a:pt x="156126" y="4892"/>
                </a:cubicBezTo>
                <a:cubicBezTo>
                  <a:pt x="149458" y="2446"/>
                  <a:pt x="141614" y="0"/>
                  <a:pt x="133359" y="0"/>
                </a:cubicBezTo>
                <a:close/>
              </a:path>
            </a:pathLst>
          </a:custGeom>
          <a:solidFill>
            <a:srgbClr val="EADBC5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13">
            <a:extLst>
              <a:ext uri="{FF2B5EF4-FFF2-40B4-BE49-F238E27FC236}">
                <a16:creationId xmlns:a16="http://schemas.microsoft.com/office/drawing/2014/main" id="{DE4E83A2-EE98-43B6-922B-A3974A6973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225" y="365160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13">
            <a:extLst>
              <a:ext uri="{FF2B5EF4-FFF2-40B4-BE49-F238E27FC236}">
                <a16:creationId xmlns:a16="http://schemas.microsoft.com/office/drawing/2014/main" id="{B82AEE9B-2E10-48B7-942C-C488CE7F0743}"/>
              </a:ext>
            </a:extLst>
          </p:cNvPr>
          <p:cNvSpPr>
            <a:spLocks noGrp="1"/>
          </p:cNvSpPr>
          <p:nvPr>
            <p:ph type="title" idx="2" hasCustomPrompt="1"/>
          </p:nvPr>
        </p:nvSpPr>
        <p:spPr>
          <a:xfrm>
            <a:off x="2448168" y="1303900"/>
            <a:ext cx="2489700" cy="572700"/>
          </a:xfrm>
          <a:prstGeom prst="rect">
            <a:avLst/>
          </a:prstGeom>
        </p:spPr>
        <p:txBody>
          <a:bodyPr spcFirstLastPara="1" wrap="square" lIns="91425" tIns="91425" rIns="91425" bIns="91425" anchor="b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rgbClr val="459B97"/>
                </a:solidFill>
              </a:defRPr>
            </a:lvl1pPr>
            <a:lvl2pPr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47" name="Google Shape;147;p13">
            <a:hlinkClick r:id="" action="ppaction://noaction"/>
            <a:extLst>
              <a:ext uri="{FF2B5EF4-FFF2-40B4-BE49-F238E27FC236}">
                <a16:creationId xmlns:a16="http://schemas.microsoft.com/office/drawing/2014/main" id="{6A292AC8-C836-48E8-A59C-520E5D7F9D1E}"/>
              </a:ext>
            </a:extLst>
          </p:cNvPr>
          <p:cNvSpPr>
            <a:spLocks noGrp="1"/>
          </p:cNvSpPr>
          <p:nvPr>
            <p:ph type="title" idx="3"/>
          </p:nvPr>
        </p:nvSpPr>
        <p:spPr>
          <a:xfrm>
            <a:off x="2332350" y="1700700"/>
            <a:ext cx="2721300" cy="4113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48" name="Google Shape;148;p13">
            <a:extLst>
              <a:ext uri="{FF2B5EF4-FFF2-40B4-BE49-F238E27FC236}">
                <a16:creationId xmlns:a16="http://schemas.microsoft.com/office/drawing/2014/main" id="{41F9BAA6-662A-4760-8DE7-111736926B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32411" y="2036850"/>
            <a:ext cx="2721300" cy="6771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9" name="Google Shape;149;p13">
            <a:extLst>
              <a:ext uri="{FF2B5EF4-FFF2-40B4-BE49-F238E27FC236}">
                <a16:creationId xmlns:a16="http://schemas.microsoft.com/office/drawing/2014/main" id="{155F8AA3-9BA8-466F-AA17-A57959856A5F}"/>
              </a:ext>
            </a:extLst>
          </p:cNvPr>
          <p:cNvSpPr>
            <a:spLocks noGrp="1"/>
          </p:cNvSpPr>
          <p:nvPr>
            <p:ph type="title" idx="4" hasCustomPrompt="1"/>
          </p:nvPr>
        </p:nvSpPr>
        <p:spPr>
          <a:xfrm>
            <a:off x="5327917" y="1303900"/>
            <a:ext cx="2489700" cy="572700"/>
          </a:xfrm>
          <a:prstGeom prst="rect">
            <a:avLst/>
          </a:prstGeom>
        </p:spPr>
        <p:txBody>
          <a:bodyPr spcFirstLastPara="1" wrap="square" lIns="91425" tIns="91425" rIns="91425" bIns="91425" anchor="b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rgbClr val="459B97"/>
                </a:solidFill>
              </a:defRPr>
            </a:lvl1pPr>
            <a:lvl2pPr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50" name="Google Shape;150;p13">
            <a:hlinkClick r:id="" action="ppaction://noaction"/>
            <a:extLst>
              <a:ext uri="{FF2B5EF4-FFF2-40B4-BE49-F238E27FC236}">
                <a16:creationId xmlns:a16="http://schemas.microsoft.com/office/drawing/2014/main" id="{80D23DA4-91C3-4586-A046-C2BBB93D4D9E}"/>
              </a:ext>
            </a:extLst>
          </p:cNvPr>
          <p:cNvSpPr>
            <a:spLocks noGrp="1"/>
          </p:cNvSpPr>
          <p:nvPr>
            <p:ph type="title" idx="5"/>
          </p:nvPr>
        </p:nvSpPr>
        <p:spPr>
          <a:xfrm>
            <a:off x="5212275" y="1700700"/>
            <a:ext cx="2721300" cy="4113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51" name="Google Shape;151;p13">
            <a:extLst>
              <a:ext uri="{FF2B5EF4-FFF2-40B4-BE49-F238E27FC236}">
                <a16:creationId xmlns:a16="http://schemas.microsoft.com/office/drawing/2014/main" id="{607CE2E5-B8B0-41C0-8D27-2AA652A5B81C}"/>
              </a:ext>
            </a:extLst>
          </p:cNvPr>
          <p:cNvSpPr>
            <a:spLocks noGrp="1"/>
          </p:cNvSpPr>
          <p:nvPr>
            <p:ph type="subTitle" idx="6"/>
          </p:nvPr>
        </p:nvSpPr>
        <p:spPr>
          <a:xfrm>
            <a:off x="5212086" y="2036850"/>
            <a:ext cx="2721300" cy="6771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13">
            <a:extLst>
              <a:ext uri="{FF2B5EF4-FFF2-40B4-BE49-F238E27FC236}">
                <a16:creationId xmlns:a16="http://schemas.microsoft.com/office/drawing/2014/main" id="{78124277-BDC8-4C32-BBF1-E0FE3B5992FC}"/>
              </a:ext>
            </a:extLst>
          </p:cNvPr>
          <p:cNvSpPr>
            <a:spLocks noGrp="1"/>
          </p:cNvSpPr>
          <p:nvPr>
            <p:ph type="title" idx="7" hasCustomPrompt="1"/>
          </p:nvPr>
        </p:nvSpPr>
        <p:spPr>
          <a:xfrm>
            <a:off x="2448067" y="2858912"/>
            <a:ext cx="2489700" cy="572700"/>
          </a:xfrm>
          <a:prstGeom prst="rect">
            <a:avLst/>
          </a:prstGeom>
        </p:spPr>
        <p:txBody>
          <a:bodyPr spcFirstLastPara="1" wrap="square" lIns="91425" tIns="91425" rIns="91425" bIns="91425" anchor="b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rgbClr val="459B97"/>
                </a:solidFill>
              </a:defRPr>
            </a:lvl1pPr>
            <a:lvl2pPr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53" name="Google Shape;153;p13">
            <a:hlinkClick r:id="" action="ppaction://noaction"/>
            <a:extLst>
              <a:ext uri="{FF2B5EF4-FFF2-40B4-BE49-F238E27FC236}">
                <a16:creationId xmlns:a16="http://schemas.microsoft.com/office/drawing/2014/main" id="{6D8EDCD0-E0E4-4F6A-85FB-1AA3D025BFBB}"/>
              </a:ext>
            </a:extLst>
          </p:cNvPr>
          <p:cNvSpPr>
            <a:spLocks noGrp="1"/>
          </p:cNvSpPr>
          <p:nvPr>
            <p:ph type="title" idx="8"/>
          </p:nvPr>
        </p:nvSpPr>
        <p:spPr>
          <a:xfrm>
            <a:off x="2332250" y="3255750"/>
            <a:ext cx="2721300" cy="4113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54" name="Google Shape;154;p13">
            <a:extLst>
              <a:ext uri="{FF2B5EF4-FFF2-40B4-BE49-F238E27FC236}">
                <a16:creationId xmlns:a16="http://schemas.microsoft.com/office/drawing/2014/main" id="{FCD8533C-8611-4DD7-AA1A-DB33803362D1}"/>
              </a:ext>
            </a:extLst>
          </p:cNvPr>
          <p:cNvSpPr>
            <a:spLocks noGrp="1"/>
          </p:cNvSpPr>
          <p:nvPr>
            <p:ph type="subTitle" idx="9"/>
          </p:nvPr>
        </p:nvSpPr>
        <p:spPr>
          <a:xfrm>
            <a:off x="2332300" y="3591902"/>
            <a:ext cx="2721300" cy="6771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13">
            <a:extLst>
              <a:ext uri="{FF2B5EF4-FFF2-40B4-BE49-F238E27FC236}">
                <a16:creationId xmlns:a16="http://schemas.microsoft.com/office/drawing/2014/main" id="{D2F04C53-BB5F-4D8A-916C-8331E31162E9}"/>
              </a:ext>
            </a:extLst>
          </p:cNvPr>
          <p:cNvSpPr>
            <a:spLocks noGrp="1"/>
          </p:cNvSpPr>
          <p:nvPr>
            <p:ph type="title" idx="13" hasCustomPrompt="1"/>
          </p:nvPr>
        </p:nvSpPr>
        <p:spPr>
          <a:xfrm>
            <a:off x="5327815" y="2858912"/>
            <a:ext cx="2489700" cy="572700"/>
          </a:xfrm>
          <a:prstGeom prst="rect">
            <a:avLst/>
          </a:prstGeom>
        </p:spPr>
        <p:txBody>
          <a:bodyPr spcFirstLastPara="1" wrap="square" lIns="91425" tIns="91425" rIns="91425" bIns="91425" anchor="b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rgbClr val="459B97"/>
                </a:solidFill>
              </a:defRPr>
            </a:lvl1pPr>
            <a:lvl2pPr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56" name="Google Shape;156;p13">
            <a:extLst>
              <a:ext uri="{FF2B5EF4-FFF2-40B4-BE49-F238E27FC236}">
                <a16:creationId xmlns:a16="http://schemas.microsoft.com/office/drawing/2014/main" id="{1848BFE4-243E-4AE1-A541-64CD7324F00E}"/>
              </a:ext>
            </a:extLst>
          </p:cNvPr>
          <p:cNvSpPr>
            <a:spLocks noGrp="1"/>
          </p:cNvSpPr>
          <p:nvPr>
            <p:ph type="title" idx="14"/>
          </p:nvPr>
        </p:nvSpPr>
        <p:spPr>
          <a:xfrm>
            <a:off x="5212125" y="3255750"/>
            <a:ext cx="2721300" cy="4113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57" name="Google Shape;157;p13">
            <a:extLst>
              <a:ext uri="{FF2B5EF4-FFF2-40B4-BE49-F238E27FC236}">
                <a16:creationId xmlns:a16="http://schemas.microsoft.com/office/drawing/2014/main" id="{701734C8-0F05-4D22-AE6D-E92284AFA13A}"/>
              </a:ext>
            </a:extLst>
          </p:cNvPr>
          <p:cNvSpPr>
            <a:spLocks noGrp="1"/>
          </p:cNvSpPr>
          <p:nvPr>
            <p:ph type="subTitle" idx="15"/>
          </p:nvPr>
        </p:nvSpPr>
        <p:spPr>
          <a:xfrm>
            <a:off x="5211975" y="3591902"/>
            <a:ext cx="2721300" cy="6771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13">
            <a:extLst>
              <a:ext uri="{FF2B5EF4-FFF2-40B4-BE49-F238E27FC236}">
                <a16:creationId xmlns:a16="http://schemas.microsoft.com/office/drawing/2014/main" id="{C14B26F3-DE34-43AF-98DD-660CE94664BD}"/>
              </a:ext>
            </a:extLst>
          </p:cNvPr>
          <p:cNvSpPr>
            <a:spLocks noGrp="1"/>
          </p:cNvSpPr>
          <p:nvPr/>
        </p:nvSpPr>
        <p:spPr>
          <a:xfrm>
            <a:off x="8607571" y="784605"/>
            <a:ext cx="91235" cy="82489"/>
          </a:xfrm>
          <a:custGeom>
            <a:avLst/>
            <a:gdLst/>
            <a:ahLst/>
            <a:cxnLst/>
            <a:rect l="l" t="t" r="r" b="b"/>
            <a:pathLst>
              <a:path w="3380" h="3056">
                <a:moveTo>
                  <a:pt x="990" y="1"/>
                </a:moveTo>
                <a:cubicBezTo>
                  <a:pt x="898" y="1"/>
                  <a:pt x="774" y="66"/>
                  <a:pt x="754" y="165"/>
                </a:cubicBezTo>
                <a:cubicBezTo>
                  <a:pt x="708" y="507"/>
                  <a:pt x="731" y="850"/>
                  <a:pt x="800" y="1169"/>
                </a:cubicBezTo>
                <a:cubicBezTo>
                  <a:pt x="572" y="1329"/>
                  <a:pt x="366" y="1466"/>
                  <a:pt x="161" y="1649"/>
                </a:cubicBezTo>
                <a:cubicBezTo>
                  <a:pt x="1" y="1786"/>
                  <a:pt x="138" y="2014"/>
                  <a:pt x="298" y="2014"/>
                </a:cubicBezTo>
                <a:cubicBezTo>
                  <a:pt x="549" y="2037"/>
                  <a:pt x="777" y="2059"/>
                  <a:pt x="1028" y="2082"/>
                </a:cubicBezTo>
                <a:lnTo>
                  <a:pt x="1051" y="2128"/>
                </a:lnTo>
                <a:cubicBezTo>
                  <a:pt x="1074" y="2356"/>
                  <a:pt x="1119" y="2562"/>
                  <a:pt x="1211" y="2767"/>
                </a:cubicBezTo>
                <a:cubicBezTo>
                  <a:pt x="1233" y="2813"/>
                  <a:pt x="1233" y="2835"/>
                  <a:pt x="1279" y="2858"/>
                </a:cubicBezTo>
                <a:cubicBezTo>
                  <a:pt x="1302" y="2904"/>
                  <a:pt x="1325" y="2950"/>
                  <a:pt x="1348" y="2995"/>
                </a:cubicBezTo>
                <a:cubicBezTo>
                  <a:pt x="1382" y="3038"/>
                  <a:pt x="1429" y="3055"/>
                  <a:pt x="1477" y="3055"/>
                </a:cubicBezTo>
                <a:cubicBezTo>
                  <a:pt x="1559" y="3055"/>
                  <a:pt x="1647" y="3007"/>
                  <a:pt x="1690" y="2950"/>
                </a:cubicBezTo>
                <a:cubicBezTo>
                  <a:pt x="1850" y="2676"/>
                  <a:pt x="2010" y="2402"/>
                  <a:pt x="2146" y="2105"/>
                </a:cubicBezTo>
                <a:cubicBezTo>
                  <a:pt x="2443" y="2105"/>
                  <a:pt x="2763" y="2105"/>
                  <a:pt x="3060" y="2082"/>
                </a:cubicBezTo>
                <a:cubicBezTo>
                  <a:pt x="3242" y="2082"/>
                  <a:pt x="3379" y="1854"/>
                  <a:pt x="3219" y="1717"/>
                </a:cubicBezTo>
                <a:cubicBezTo>
                  <a:pt x="2991" y="1512"/>
                  <a:pt x="2763" y="1329"/>
                  <a:pt x="2535" y="1146"/>
                </a:cubicBezTo>
                <a:cubicBezTo>
                  <a:pt x="2649" y="873"/>
                  <a:pt x="2763" y="576"/>
                  <a:pt x="2877" y="302"/>
                </a:cubicBezTo>
                <a:cubicBezTo>
                  <a:pt x="2933" y="152"/>
                  <a:pt x="2774" y="33"/>
                  <a:pt x="2639" y="33"/>
                </a:cubicBezTo>
                <a:cubicBezTo>
                  <a:pt x="2610" y="33"/>
                  <a:pt x="2582" y="39"/>
                  <a:pt x="2557" y="51"/>
                </a:cubicBezTo>
                <a:cubicBezTo>
                  <a:pt x="2306" y="211"/>
                  <a:pt x="2055" y="370"/>
                  <a:pt x="1804" y="530"/>
                </a:cubicBezTo>
                <a:cubicBezTo>
                  <a:pt x="1576" y="325"/>
                  <a:pt x="1325" y="119"/>
                  <a:pt x="1028" y="5"/>
                </a:cubicBezTo>
                <a:cubicBezTo>
                  <a:pt x="1016" y="2"/>
                  <a:pt x="1003" y="1"/>
                  <a:pt x="990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13">
            <a:extLst>
              <a:ext uri="{FF2B5EF4-FFF2-40B4-BE49-F238E27FC236}">
                <a16:creationId xmlns:a16="http://schemas.microsoft.com/office/drawing/2014/main" id="{160279EC-13EE-4D07-BFFA-8127EC0438D3}"/>
              </a:ext>
            </a:extLst>
          </p:cNvPr>
          <p:cNvSpPr>
            <a:spLocks noGrp="1"/>
          </p:cNvSpPr>
          <p:nvPr/>
        </p:nvSpPr>
        <p:spPr>
          <a:xfrm>
            <a:off x="7475996" y="349030"/>
            <a:ext cx="91235" cy="82489"/>
          </a:xfrm>
          <a:custGeom>
            <a:avLst/>
            <a:gdLst/>
            <a:ahLst/>
            <a:cxnLst/>
            <a:rect l="l" t="t" r="r" b="b"/>
            <a:pathLst>
              <a:path w="3380" h="3056">
                <a:moveTo>
                  <a:pt x="990" y="1"/>
                </a:moveTo>
                <a:cubicBezTo>
                  <a:pt x="898" y="1"/>
                  <a:pt x="774" y="66"/>
                  <a:pt x="754" y="165"/>
                </a:cubicBezTo>
                <a:cubicBezTo>
                  <a:pt x="708" y="507"/>
                  <a:pt x="731" y="850"/>
                  <a:pt x="800" y="1169"/>
                </a:cubicBezTo>
                <a:cubicBezTo>
                  <a:pt x="572" y="1329"/>
                  <a:pt x="366" y="1466"/>
                  <a:pt x="161" y="1649"/>
                </a:cubicBezTo>
                <a:cubicBezTo>
                  <a:pt x="1" y="1786"/>
                  <a:pt x="138" y="2014"/>
                  <a:pt x="298" y="2014"/>
                </a:cubicBezTo>
                <a:cubicBezTo>
                  <a:pt x="549" y="2037"/>
                  <a:pt x="777" y="2059"/>
                  <a:pt x="1028" y="2082"/>
                </a:cubicBezTo>
                <a:lnTo>
                  <a:pt x="1051" y="2128"/>
                </a:lnTo>
                <a:cubicBezTo>
                  <a:pt x="1074" y="2356"/>
                  <a:pt x="1119" y="2562"/>
                  <a:pt x="1211" y="2767"/>
                </a:cubicBezTo>
                <a:cubicBezTo>
                  <a:pt x="1233" y="2813"/>
                  <a:pt x="1233" y="2835"/>
                  <a:pt x="1279" y="2858"/>
                </a:cubicBezTo>
                <a:cubicBezTo>
                  <a:pt x="1302" y="2904"/>
                  <a:pt x="1325" y="2950"/>
                  <a:pt x="1348" y="2995"/>
                </a:cubicBezTo>
                <a:cubicBezTo>
                  <a:pt x="1382" y="3038"/>
                  <a:pt x="1429" y="3055"/>
                  <a:pt x="1477" y="3055"/>
                </a:cubicBezTo>
                <a:cubicBezTo>
                  <a:pt x="1559" y="3055"/>
                  <a:pt x="1647" y="3007"/>
                  <a:pt x="1690" y="2950"/>
                </a:cubicBezTo>
                <a:cubicBezTo>
                  <a:pt x="1850" y="2676"/>
                  <a:pt x="2010" y="2402"/>
                  <a:pt x="2146" y="2105"/>
                </a:cubicBezTo>
                <a:cubicBezTo>
                  <a:pt x="2443" y="2105"/>
                  <a:pt x="2763" y="2105"/>
                  <a:pt x="3060" y="2082"/>
                </a:cubicBezTo>
                <a:cubicBezTo>
                  <a:pt x="3242" y="2082"/>
                  <a:pt x="3379" y="1854"/>
                  <a:pt x="3219" y="1717"/>
                </a:cubicBezTo>
                <a:cubicBezTo>
                  <a:pt x="2991" y="1512"/>
                  <a:pt x="2763" y="1329"/>
                  <a:pt x="2535" y="1146"/>
                </a:cubicBezTo>
                <a:cubicBezTo>
                  <a:pt x="2649" y="873"/>
                  <a:pt x="2763" y="576"/>
                  <a:pt x="2877" y="302"/>
                </a:cubicBezTo>
                <a:cubicBezTo>
                  <a:pt x="2933" y="152"/>
                  <a:pt x="2774" y="33"/>
                  <a:pt x="2639" y="33"/>
                </a:cubicBezTo>
                <a:cubicBezTo>
                  <a:pt x="2610" y="33"/>
                  <a:pt x="2582" y="39"/>
                  <a:pt x="2557" y="51"/>
                </a:cubicBezTo>
                <a:cubicBezTo>
                  <a:pt x="2306" y="211"/>
                  <a:pt x="2055" y="370"/>
                  <a:pt x="1804" y="530"/>
                </a:cubicBezTo>
                <a:cubicBezTo>
                  <a:pt x="1576" y="325"/>
                  <a:pt x="1325" y="119"/>
                  <a:pt x="1028" y="5"/>
                </a:cubicBezTo>
                <a:cubicBezTo>
                  <a:pt x="1016" y="2"/>
                  <a:pt x="1003" y="1"/>
                  <a:pt x="990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13">
            <a:extLst>
              <a:ext uri="{FF2B5EF4-FFF2-40B4-BE49-F238E27FC236}">
                <a16:creationId xmlns:a16="http://schemas.microsoft.com/office/drawing/2014/main" id="{A387C491-D41B-44E3-BE91-90AC5C340B71}"/>
              </a:ext>
            </a:extLst>
          </p:cNvPr>
          <p:cNvSpPr>
            <a:spLocks noGrp="1"/>
          </p:cNvSpPr>
          <p:nvPr/>
        </p:nvSpPr>
        <p:spPr>
          <a:xfrm>
            <a:off x="1421371" y="618855"/>
            <a:ext cx="91235" cy="82489"/>
          </a:xfrm>
          <a:custGeom>
            <a:avLst/>
            <a:gdLst/>
            <a:ahLst/>
            <a:cxnLst/>
            <a:rect l="l" t="t" r="r" b="b"/>
            <a:pathLst>
              <a:path w="3380" h="3056">
                <a:moveTo>
                  <a:pt x="990" y="1"/>
                </a:moveTo>
                <a:cubicBezTo>
                  <a:pt x="898" y="1"/>
                  <a:pt x="774" y="66"/>
                  <a:pt x="754" y="165"/>
                </a:cubicBezTo>
                <a:cubicBezTo>
                  <a:pt x="708" y="507"/>
                  <a:pt x="731" y="850"/>
                  <a:pt x="800" y="1169"/>
                </a:cubicBezTo>
                <a:cubicBezTo>
                  <a:pt x="572" y="1329"/>
                  <a:pt x="366" y="1466"/>
                  <a:pt x="161" y="1649"/>
                </a:cubicBezTo>
                <a:cubicBezTo>
                  <a:pt x="1" y="1786"/>
                  <a:pt x="138" y="2014"/>
                  <a:pt x="298" y="2014"/>
                </a:cubicBezTo>
                <a:cubicBezTo>
                  <a:pt x="549" y="2037"/>
                  <a:pt x="777" y="2059"/>
                  <a:pt x="1028" y="2082"/>
                </a:cubicBezTo>
                <a:lnTo>
                  <a:pt x="1051" y="2128"/>
                </a:lnTo>
                <a:cubicBezTo>
                  <a:pt x="1074" y="2356"/>
                  <a:pt x="1119" y="2562"/>
                  <a:pt x="1211" y="2767"/>
                </a:cubicBezTo>
                <a:cubicBezTo>
                  <a:pt x="1233" y="2813"/>
                  <a:pt x="1233" y="2835"/>
                  <a:pt x="1279" y="2858"/>
                </a:cubicBezTo>
                <a:cubicBezTo>
                  <a:pt x="1302" y="2904"/>
                  <a:pt x="1325" y="2950"/>
                  <a:pt x="1348" y="2995"/>
                </a:cubicBezTo>
                <a:cubicBezTo>
                  <a:pt x="1382" y="3038"/>
                  <a:pt x="1429" y="3055"/>
                  <a:pt x="1477" y="3055"/>
                </a:cubicBezTo>
                <a:cubicBezTo>
                  <a:pt x="1559" y="3055"/>
                  <a:pt x="1647" y="3007"/>
                  <a:pt x="1690" y="2950"/>
                </a:cubicBezTo>
                <a:cubicBezTo>
                  <a:pt x="1850" y="2676"/>
                  <a:pt x="2010" y="2402"/>
                  <a:pt x="2146" y="2105"/>
                </a:cubicBezTo>
                <a:cubicBezTo>
                  <a:pt x="2443" y="2105"/>
                  <a:pt x="2763" y="2105"/>
                  <a:pt x="3060" y="2082"/>
                </a:cubicBezTo>
                <a:cubicBezTo>
                  <a:pt x="3242" y="2082"/>
                  <a:pt x="3379" y="1854"/>
                  <a:pt x="3219" y="1717"/>
                </a:cubicBezTo>
                <a:cubicBezTo>
                  <a:pt x="2991" y="1512"/>
                  <a:pt x="2763" y="1329"/>
                  <a:pt x="2535" y="1146"/>
                </a:cubicBezTo>
                <a:cubicBezTo>
                  <a:pt x="2649" y="873"/>
                  <a:pt x="2763" y="576"/>
                  <a:pt x="2877" y="302"/>
                </a:cubicBezTo>
                <a:cubicBezTo>
                  <a:pt x="2933" y="152"/>
                  <a:pt x="2774" y="33"/>
                  <a:pt x="2639" y="33"/>
                </a:cubicBezTo>
                <a:cubicBezTo>
                  <a:pt x="2610" y="33"/>
                  <a:pt x="2582" y="39"/>
                  <a:pt x="2557" y="51"/>
                </a:cubicBezTo>
                <a:cubicBezTo>
                  <a:pt x="2306" y="211"/>
                  <a:pt x="2055" y="370"/>
                  <a:pt x="1804" y="530"/>
                </a:cubicBezTo>
                <a:cubicBezTo>
                  <a:pt x="1576" y="325"/>
                  <a:pt x="1325" y="119"/>
                  <a:pt x="1028" y="5"/>
                </a:cubicBezTo>
                <a:cubicBezTo>
                  <a:pt x="1016" y="2"/>
                  <a:pt x="1003" y="1"/>
                  <a:pt x="990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13">
            <a:extLst>
              <a:ext uri="{FF2B5EF4-FFF2-40B4-BE49-F238E27FC236}">
                <a16:creationId xmlns:a16="http://schemas.microsoft.com/office/drawing/2014/main" id="{97ECD02A-2FAE-4620-BE70-0C28C36B262F}"/>
              </a:ext>
            </a:extLst>
          </p:cNvPr>
          <p:cNvSpPr>
            <a:spLocks noGrp="1"/>
          </p:cNvSpPr>
          <p:nvPr/>
        </p:nvSpPr>
        <p:spPr>
          <a:xfrm>
            <a:off x="245721" y="1852055"/>
            <a:ext cx="91235" cy="82489"/>
          </a:xfrm>
          <a:custGeom>
            <a:avLst/>
            <a:gdLst/>
            <a:ahLst/>
            <a:cxnLst/>
            <a:rect l="l" t="t" r="r" b="b"/>
            <a:pathLst>
              <a:path w="3380" h="3056">
                <a:moveTo>
                  <a:pt x="990" y="1"/>
                </a:moveTo>
                <a:cubicBezTo>
                  <a:pt x="898" y="1"/>
                  <a:pt x="774" y="66"/>
                  <a:pt x="754" y="165"/>
                </a:cubicBezTo>
                <a:cubicBezTo>
                  <a:pt x="708" y="507"/>
                  <a:pt x="731" y="850"/>
                  <a:pt x="800" y="1169"/>
                </a:cubicBezTo>
                <a:cubicBezTo>
                  <a:pt x="572" y="1329"/>
                  <a:pt x="366" y="1466"/>
                  <a:pt x="161" y="1649"/>
                </a:cubicBezTo>
                <a:cubicBezTo>
                  <a:pt x="1" y="1786"/>
                  <a:pt x="138" y="2014"/>
                  <a:pt x="298" y="2014"/>
                </a:cubicBezTo>
                <a:cubicBezTo>
                  <a:pt x="549" y="2037"/>
                  <a:pt x="777" y="2059"/>
                  <a:pt x="1028" y="2082"/>
                </a:cubicBezTo>
                <a:lnTo>
                  <a:pt x="1051" y="2128"/>
                </a:lnTo>
                <a:cubicBezTo>
                  <a:pt x="1074" y="2356"/>
                  <a:pt x="1119" y="2562"/>
                  <a:pt x="1211" y="2767"/>
                </a:cubicBezTo>
                <a:cubicBezTo>
                  <a:pt x="1233" y="2813"/>
                  <a:pt x="1233" y="2835"/>
                  <a:pt x="1279" y="2858"/>
                </a:cubicBezTo>
                <a:cubicBezTo>
                  <a:pt x="1302" y="2904"/>
                  <a:pt x="1325" y="2950"/>
                  <a:pt x="1348" y="2995"/>
                </a:cubicBezTo>
                <a:cubicBezTo>
                  <a:pt x="1382" y="3038"/>
                  <a:pt x="1429" y="3055"/>
                  <a:pt x="1477" y="3055"/>
                </a:cubicBezTo>
                <a:cubicBezTo>
                  <a:pt x="1559" y="3055"/>
                  <a:pt x="1647" y="3007"/>
                  <a:pt x="1690" y="2950"/>
                </a:cubicBezTo>
                <a:cubicBezTo>
                  <a:pt x="1850" y="2676"/>
                  <a:pt x="2010" y="2402"/>
                  <a:pt x="2146" y="2105"/>
                </a:cubicBezTo>
                <a:cubicBezTo>
                  <a:pt x="2443" y="2105"/>
                  <a:pt x="2763" y="2105"/>
                  <a:pt x="3060" y="2082"/>
                </a:cubicBezTo>
                <a:cubicBezTo>
                  <a:pt x="3242" y="2082"/>
                  <a:pt x="3379" y="1854"/>
                  <a:pt x="3219" y="1717"/>
                </a:cubicBezTo>
                <a:cubicBezTo>
                  <a:pt x="2991" y="1512"/>
                  <a:pt x="2763" y="1329"/>
                  <a:pt x="2535" y="1146"/>
                </a:cubicBezTo>
                <a:cubicBezTo>
                  <a:pt x="2649" y="873"/>
                  <a:pt x="2763" y="576"/>
                  <a:pt x="2877" y="302"/>
                </a:cubicBezTo>
                <a:cubicBezTo>
                  <a:pt x="2933" y="152"/>
                  <a:pt x="2774" y="33"/>
                  <a:pt x="2639" y="33"/>
                </a:cubicBezTo>
                <a:cubicBezTo>
                  <a:pt x="2610" y="33"/>
                  <a:pt x="2582" y="39"/>
                  <a:pt x="2557" y="51"/>
                </a:cubicBezTo>
                <a:cubicBezTo>
                  <a:pt x="2306" y="211"/>
                  <a:pt x="2055" y="370"/>
                  <a:pt x="1804" y="530"/>
                </a:cubicBezTo>
                <a:cubicBezTo>
                  <a:pt x="1576" y="325"/>
                  <a:pt x="1325" y="119"/>
                  <a:pt x="1028" y="5"/>
                </a:cubicBezTo>
                <a:cubicBezTo>
                  <a:pt x="1016" y="2"/>
                  <a:pt x="1003" y="1"/>
                  <a:pt x="990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13">
            <a:extLst>
              <a:ext uri="{FF2B5EF4-FFF2-40B4-BE49-F238E27FC236}">
                <a16:creationId xmlns:a16="http://schemas.microsoft.com/office/drawing/2014/main" id="{5685F09B-1FB7-43E3-9F99-03BC8252CFF8}"/>
              </a:ext>
            </a:extLst>
          </p:cNvPr>
          <p:cNvSpPr>
            <a:spLocks noGrp="1"/>
          </p:cNvSpPr>
          <p:nvPr/>
        </p:nvSpPr>
        <p:spPr>
          <a:xfrm>
            <a:off x="486505" y="2421923"/>
            <a:ext cx="59576" cy="46226"/>
          </a:xfrm>
          <a:custGeom>
            <a:avLst/>
            <a:gdLst/>
            <a:ahLst/>
            <a:cxnLst/>
            <a:rect l="l" t="t" r="r" b="b"/>
            <a:pathLst>
              <a:path w="1736" h="1347">
                <a:moveTo>
                  <a:pt x="868" y="0"/>
                </a:moveTo>
                <a:cubicBezTo>
                  <a:pt x="1" y="0"/>
                  <a:pt x="1" y="1347"/>
                  <a:pt x="868" y="1347"/>
                </a:cubicBezTo>
                <a:cubicBezTo>
                  <a:pt x="1736" y="1347"/>
                  <a:pt x="1736" y="0"/>
                  <a:pt x="868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13">
            <a:extLst>
              <a:ext uri="{FF2B5EF4-FFF2-40B4-BE49-F238E27FC236}">
                <a16:creationId xmlns:a16="http://schemas.microsoft.com/office/drawing/2014/main" id="{8F075D14-8B0C-40DC-8F9C-0870F8BC4356}"/>
              </a:ext>
            </a:extLst>
          </p:cNvPr>
          <p:cNvSpPr>
            <a:spLocks noGrp="1"/>
          </p:cNvSpPr>
          <p:nvPr/>
        </p:nvSpPr>
        <p:spPr>
          <a:xfrm>
            <a:off x="532732" y="2330259"/>
            <a:ext cx="58787" cy="45471"/>
          </a:xfrm>
          <a:custGeom>
            <a:avLst/>
            <a:gdLst/>
            <a:ahLst/>
            <a:cxnLst/>
            <a:rect l="l" t="t" r="r" b="b"/>
            <a:pathLst>
              <a:path w="1713" h="1325">
                <a:moveTo>
                  <a:pt x="868" y="1"/>
                </a:moveTo>
                <a:cubicBezTo>
                  <a:pt x="0" y="1"/>
                  <a:pt x="0" y="1324"/>
                  <a:pt x="868" y="1324"/>
                </a:cubicBezTo>
                <a:cubicBezTo>
                  <a:pt x="1712" y="1324"/>
                  <a:pt x="1712" y="1"/>
                  <a:pt x="868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13">
            <a:extLst>
              <a:ext uri="{FF2B5EF4-FFF2-40B4-BE49-F238E27FC236}">
                <a16:creationId xmlns:a16="http://schemas.microsoft.com/office/drawing/2014/main" id="{B1F0C587-F1A4-473C-8808-FA4A3C439B51}"/>
              </a:ext>
            </a:extLst>
          </p:cNvPr>
          <p:cNvSpPr>
            <a:spLocks noGrp="1"/>
          </p:cNvSpPr>
          <p:nvPr/>
        </p:nvSpPr>
        <p:spPr>
          <a:xfrm>
            <a:off x="578170" y="2421923"/>
            <a:ext cx="59576" cy="46226"/>
          </a:xfrm>
          <a:custGeom>
            <a:avLst/>
            <a:gdLst/>
            <a:ahLst/>
            <a:cxnLst/>
            <a:rect l="l" t="t" r="r" b="b"/>
            <a:pathLst>
              <a:path w="1736" h="1347">
                <a:moveTo>
                  <a:pt x="868" y="0"/>
                </a:moveTo>
                <a:cubicBezTo>
                  <a:pt x="0" y="0"/>
                  <a:pt x="0" y="1347"/>
                  <a:pt x="868" y="1347"/>
                </a:cubicBezTo>
                <a:cubicBezTo>
                  <a:pt x="1735" y="1347"/>
                  <a:pt x="1735" y="0"/>
                  <a:pt x="868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13">
            <a:extLst>
              <a:ext uri="{FF2B5EF4-FFF2-40B4-BE49-F238E27FC236}">
                <a16:creationId xmlns:a16="http://schemas.microsoft.com/office/drawing/2014/main" id="{93B25829-9E9D-4BAE-B647-30317687323D}"/>
              </a:ext>
            </a:extLst>
          </p:cNvPr>
          <p:cNvSpPr>
            <a:spLocks noGrp="1"/>
          </p:cNvSpPr>
          <p:nvPr/>
        </p:nvSpPr>
        <p:spPr>
          <a:xfrm>
            <a:off x="8649980" y="2421923"/>
            <a:ext cx="59576" cy="46226"/>
          </a:xfrm>
          <a:custGeom>
            <a:avLst/>
            <a:gdLst/>
            <a:ahLst/>
            <a:cxnLst/>
            <a:rect l="l" t="t" r="r" b="b"/>
            <a:pathLst>
              <a:path w="1736" h="1347">
                <a:moveTo>
                  <a:pt x="868" y="0"/>
                </a:moveTo>
                <a:cubicBezTo>
                  <a:pt x="1" y="0"/>
                  <a:pt x="1" y="1347"/>
                  <a:pt x="868" y="1347"/>
                </a:cubicBezTo>
                <a:cubicBezTo>
                  <a:pt x="1736" y="1347"/>
                  <a:pt x="1736" y="0"/>
                  <a:pt x="868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13">
            <a:extLst>
              <a:ext uri="{FF2B5EF4-FFF2-40B4-BE49-F238E27FC236}">
                <a16:creationId xmlns:a16="http://schemas.microsoft.com/office/drawing/2014/main" id="{35CADE38-CFC2-4623-85AC-CFB7D8B1AD75}"/>
              </a:ext>
            </a:extLst>
          </p:cNvPr>
          <p:cNvSpPr>
            <a:spLocks noGrp="1"/>
          </p:cNvSpPr>
          <p:nvPr/>
        </p:nvSpPr>
        <p:spPr>
          <a:xfrm>
            <a:off x="8696207" y="2330259"/>
            <a:ext cx="58787" cy="45471"/>
          </a:xfrm>
          <a:custGeom>
            <a:avLst/>
            <a:gdLst/>
            <a:ahLst/>
            <a:cxnLst/>
            <a:rect l="l" t="t" r="r" b="b"/>
            <a:pathLst>
              <a:path w="1713" h="1325">
                <a:moveTo>
                  <a:pt x="868" y="1"/>
                </a:moveTo>
                <a:cubicBezTo>
                  <a:pt x="0" y="1"/>
                  <a:pt x="0" y="1324"/>
                  <a:pt x="868" y="1324"/>
                </a:cubicBezTo>
                <a:cubicBezTo>
                  <a:pt x="1712" y="1324"/>
                  <a:pt x="1712" y="1"/>
                  <a:pt x="868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13">
            <a:extLst>
              <a:ext uri="{FF2B5EF4-FFF2-40B4-BE49-F238E27FC236}">
                <a16:creationId xmlns:a16="http://schemas.microsoft.com/office/drawing/2014/main" id="{9BF00D5D-123B-42D1-A2B9-6CF3C7D05FFE}"/>
              </a:ext>
            </a:extLst>
          </p:cNvPr>
          <p:cNvSpPr>
            <a:spLocks noGrp="1"/>
          </p:cNvSpPr>
          <p:nvPr/>
        </p:nvSpPr>
        <p:spPr>
          <a:xfrm>
            <a:off x="8741645" y="2421923"/>
            <a:ext cx="59576" cy="46226"/>
          </a:xfrm>
          <a:custGeom>
            <a:avLst/>
            <a:gdLst/>
            <a:ahLst/>
            <a:cxnLst/>
            <a:rect l="l" t="t" r="r" b="b"/>
            <a:pathLst>
              <a:path w="1736" h="1347">
                <a:moveTo>
                  <a:pt x="868" y="0"/>
                </a:moveTo>
                <a:cubicBezTo>
                  <a:pt x="0" y="0"/>
                  <a:pt x="0" y="1347"/>
                  <a:pt x="868" y="1347"/>
                </a:cubicBezTo>
                <a:cubicBezTo>
                  <a:pt x="1735" y="1347"/>
                  <a:pt x="1735" y="0"/>
                  <a:pt x="868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13">
            <a:extLst>
              <a:ext uri="{FF2B5EF4-FFF2-40B4-BE49-F238E27FC236}">
                <a16:creationId xmlns:a16="http://schemas.microsoft.com/office/drawing/2014/main" id="{CAA569CA-E998-4FC1-B1A8-BF1C85A952A1}"/>
              </a:ext>
            </a:extLst>
          </p:cNvPr>
          <p:cNvSpPr>
            <a:spLocks noGrp="1"/>
          </p:cNvSpPr>
          <p:nvPr/>
        </p:nvSpPr>
        <p:spPr>
          <a:xfrm>
            <a:off x="2992130" y="311023"/>
            <a:ext cx="59576" cy="46226"/>
          </a:xfrm>
          <a:custGeom>
            <a:avLst/>
            <a:gdLst/>
            <a:ahLst/>
            <a:cxnLst/>
            <a:rect l="l" t="t" r="r" b="b"/>
            <a:pathLst>
              <a:path w="1736" h="1347">
                <a:moveTo>
                  <a:pt x="868" y="0"/>
                </a:moveTo>
                <a:cubicBezTo>
                  <a:pt x="1" y="0"/>
                  <a:pt x="1" y="1347"/>
                  <a:pt x="868" y="1347"/>
                </a:cubicBezTo>
                <a:cubicBezTo>
                  <a:pt x="1736" y="1347"/>
                  <a:pt x="1736" y="0"/>
                  <a:pt x="868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13">
            <a:extLst>
              <a:ext uri="{FF2B5EF4-FFF2-40B4-BE49-F238E27FC236}">
                <a16:creationId xmlns:a16="http://schemas.microsoft.com/office/drawing/2014/main" id="{3A7F413E-6011-4A28-AD66-8926042ED058}"/>
              </a:ext>
            </a:extLst>
          </p:cNvPr>
          <p:cNvSpPr>
            <a:spLocks noGrp="1"/>
          </p:cNvSpPr>
          <p:nvPr/>
        </p:nvSpPr>
        <p:spPr>
          <a:xfrm>
            <a:off x="3038357" y="219359"/>
            <a:ext cx="58787" cy="45471"/>
          </a:xfrm>
          <a:custGeom>
            <a:avLst/>
            <a:gdLst/>
            <a:ahLst/>
            <a:cxnLst/>
            <a:rect l="l" t="t" r="r" b="b"/>
            <a:pathLst>
              <a:path w="1713" h="1325">
                <a:moveTo>
                  <a:pt x="868" y="1"/>
                </a:moveTo>
                <a:cubicBezTo>
                  <a:pt x="0" y="1"/>
                  <a:pt x="0" y="1324"/>
                  <a:pt x="868" y="1324"/>
                </a:cubicBezTo>
                <a:cubicBezTo>
                  <a:pt x="1712" y="1324"/>
                  <a:pt x="1712" y="1"/>
                  <a:pt x="868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13">
            <a:extLst>
              <a:ext uri="{FF2B5EF4-FFF2-40B4-BE49-F238E27FC236}">
                <a16:creationId xmlns:a16="http://schemas.microsoft.com/office/drawing/2014/main" id="{DA1F5AC6-D46F-48ED-A477-20AC4B70847A}"/>
              </a:ext>
            </a:extLst>
          </p:cNvPr>
          <p:cNvSpPr>
            <a:spLocks noGrp="1"/>
          </p:cNvSpPr>
          <p:nvPr/>
        </p:nvSpPr>
        <p:spPr>
          <a:xfrm>
            <a:off x="3083795" y="311023"/>
            <a:ext cx="59576" cy="46226"/>
          </a:xfrm>
          <a:custGeom>
            <a:avLst/>
            <a:gdLst/>
            <a:ahLst/>
            <a:cxnLst/>
            <a:rect l="l" t="t" r="r" b="b"/>
            <a:pathLst>
              <a:path w="1736" h="1347">
                <a:moveTo>
                  <a:pt x="868" y="0"/>
                </a:moveTo>
                <a:cubicBezTo>
                  <a:pt x="0" y="0"/>
                  <a:pt x="0" y="1347"/>
                  <a:pt x="868" y="1347"/>
                </a:cubicBezTo>
                <a:cubicBezTo>
                  <a:pt x="1735" y="1347"/>
                  <a:pt x="1735" y="0"/>
                  <a:pt x="868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ONE_COLUMN_TEXT_1">
    <p:bg>
      <p:bgPr>
        <a:solidFill>
          <a:srgbClr val="F4EA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5">
            <a:extLst>
              <a:ext uri="{FF2B5EF4-FFF2-40B4-BE49-F238E27FC236}">
                <a16:creationId xmlns:a16="http://schemas.microsoft.com/office/drawing/2014/main" id="{BC1E070F-698F-41B5-AC85-D41E749A94BB}"/>
              </a:ext>
            </a:extLst>
          </p:cNvPr>
          <p:cNvSpPr>
            <a:spLocks noGrp="1"/>
          </p:cNvSpPr>
          <p:nvPr/>
        </p:nvSpPr>
        <p:spPr>
          <a:xfrm>
            <a:off x="1204430" y="117957"/>
            <a:ext cx="3171067" cy="1419716"/>
          </a:xfrm>
          <a:custGeom>
            <a:avLst/>
            <a:gdLst/>
            <a:ahLst/>
            <a:cxnLst/>
            <a:rect l="l" t="t" r="r" b="b"/>
            <a:pathLst>
              <a:path w="35084" h="15707">
                <a:moveTo>
                  <a:pt x="19722" y="0"/>
                </a:moveTo>
                <a:cubicBezTo>
                  <a:pt x="17040" y="0"/>
                  <a:pt x="15328" y="2890"/>
                  <a:pt x="14312" y="5046"/>
                </a:cubicBezTo>
                <a:cubicBezTo>
                  <a:pt x="12935" y="3382"/>
                  <a:pt x="10996" y="1550"/>
                  <a:pt x="8761" y="1550"/>
                </a:cubicBezTo>
                <a:cubicBezTo>
                  <a:pt x="8144" y="1550"/>
                  <a:pt x="7505" y="1689"/>
                  <a:pt x="6849" y="2010"/>
                </a:cubicBezTo>
                <a:cubicBezTo>
                  <a:pt x="3470" y="3630"/>
                  <a:pt x="4498" y="6872"/>
                  <a:pt x="5319" y="9542"/>
                </a:cubicBezTo>
                <a:cubicBezTo>
                  <a:pt x="3356" y="9930"/>
                  <a:pt x="1" y="11071"/>
                  <a:pt x="1393" y="13765"/>
                </a:cubicBezTo>
                <a:cubicBezTo>
                  <a:pt x="2352" y="15522"/>
                  <a:pt x="5228" y="15614"/>
                  <a:pt x="6940" y="15682"/>
                </a:cubicBezTo>
                <a:cubicBezTo>
                  <a:pt x="8210" y="15689"/>
                  <a:pt x="9757" y="15697"/>
                  <a:pt x="11405" y="15697"/>
                </a:cubicBezTo>
                <a:cubicBezTo>
                  <a:pt x="14968" y="15697"/>
                  <a:pt x="19007" y="15663"/>
                  <a:pt x="21753" y="15522"/>
                </a:cubicBezTo>
                <a:cubicBezTo>
                  <a:pt x="22672" y="15601"/>
                  <a:pt x="24416" y="15707"/>
                  <a:pt x="26317" y="15707"/>
                </a:cubicBezTo>
                <a:cubicBezTo>
                  <a:pt x="29376" y="15707"/>
                  <a:pt x="32844" y="15433"/>
                  <a:pt x="33942" y="14335"/>
                </a:cubicBezTo>
                <a:cubicBezTo>
                  <a:pt x="35015" y="13240"/>
                  <a:pt x="35083" y="11870"/>
                  <a:pt x="33965" y="10912"/>
                </a:cubicBezTo>
                <a:cubicBezTo>
                  <a:pt x="33378" y="10384"/>
                  <a:pt x="32652" y="10247"/>
                  <a:pt x="31886" y="10247"/>
                </a:cubicBezTo>
                <a:cubicBezTo>
                  <a:pt x="31057" y="10247"/>
                  <a:pt x="30181" y="10408"/>
                  <a:pt x="29382" y="10408"/>
                </a:cubicBezTo>
                <a:cubicBezTo>
                  <a:pt x="29225" y="10408"/>
                  <a:pt x="29071" y="10401"/>
                  <a:pt x="28921" y="10387"/>
                </a:cubicBezTo>
                <a:cubicBezTo>
                  <a:pt x="29674" y="8675"/>
                  <a:pt x="31249" y="6666"/>
                  <a:pt x="28989" y="5228"/>
                </a:cubicBezTo>
                <a:cubicBezTo>
                  <a:pt x="28519" y="4922"/>
                  <a:pt x="28048" y="4795"/>
                  <a:pt x="27585" y="4795"/>
                </a:cubicBezTo>
                <a:cubicBezTo>
                  <a:pt x="26183" y="4795"/>
                  <a:pt x="24849" y="5962"/>
                  <a:pt x="23785" y="6872"/>
                </a:cubicBezTo>
                <a:cubicBezTo>
                  <a:pt x="23876" y="4338"/>
                  <a:pt x="23534" y="777"/>
                  <a:pt x="20567" y="93"/>
                </a:cubicBezTo>
                <a:cubicBezTo>
                  <a:pt x="20275" y="30"/>
                  <a:pt x="19994" y="0"/>
                  <a:pt x="19722" y="0"/>
                </a:cubicBezTo>
                <a:close/>
              </a:path>
            </a:pathLst>
          </a:custGeom>
          <a:solidFill>
            <a:srgbClr val="F8F4EC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5">
            <a:extLst>
              <a:ext uri="{FF2B5EF4-FFF2-40B4-BE49-F238E27FC236}">
                <a16:creationId xmlns:a16="http://schemas.microsoft.com/office/drawing/2014/main" id="{AEB1B6F0-D50D-4A91-9997-376065DAF3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225" y="3652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Sriracha"/>
              <a:buNone/>
              <a:defRPr sz="2800">
                <a:solidFill>
                  <a:schemeClr val="dk2"/>
                </a:solidFill>
                <a:latin typeface="Sriracha"/>
                <a:ea typeface="Sriracha"/>
                <a:cs typeface="Sriracha"/>
              </a:defRPr>
            </a:lvl1pPr>
            <a:lvl2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angers"/>
              <a:buNone/>
              <a:defRPr sz="2800">
                <a:solidFill>
                  <a:schemeClr val="dk1"/>
                </a:solidFill>
                <a:latin typeface="Bangers"/>
                <a:ea typeface="Bangers"/>
                <a:cs typeface="Bangers"/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angers"/>
              <a:buNone/>
              <a:defRPr sz="2800">
                <a:solidFill>
                  <a:schemeClr val="dk1"/>
                </a:solidFill>
                <a:latin typeface="Bangers"/>
                <a:ea typeface="Bangers"/>
                <a:cs typeface="Bangers"/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angers"/>
              <a:buNone/>
              <a:defRPr sz="2800">
                <a:solidFill>
                  <a:schemeClr val="dk1"/>
                </a:solidFill>
                <a:latin typeface="Bangers"/>
                <a:ea typeface="Bangers"/>
                <a:cs typeface="Bangers"/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angers"/>
              <a:buNone/>
              <a:defRPr sz="2800">
                <a:solidFill>
                  <a:schemeClr val="dk1"/>
                </a:solidFill>
                <a:latin typeface="Bangers"/>
                <a:ea typeface="Bangers"/>
                <a:cs typeface="Bangers"/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angers"/>
              <a:buNone/>
              <a:defRPr sz="2800">
                <a:solidFill>
                  <a:schemeClr val="dk1"/>
                </a:solidFill>
                <a:latin typeface="Bangers"/>
                <a:ea typeface="Bangers"/>
                <a:cs typeface="Bangers"/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angers"/>
              <a:buNone/>
              <a:defRPr sz="2800">
                <a:solidFill>
                  <a:schemeClr val="dk1"/>
                </a:solidFill>
                <a:latin typeface="Bangers"/>
                <a:ea typeface="Bangers"/>
                <a:cs typeface="Bangers"/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angers"/>
              <a:buNone/>
              <a:defRPr sz="2800">
                <a:solidFill>
                  <a:schemeClr val="dk1"/>
                </a:solidFill>
                <a:latin typeface="Bangers"/>
                <a:ea typeface="Bangers"/>
                <a:cs typeface="Bangers"/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angers"/>
              <a:buNone/>
              <a:defRPr sz="2800">
                <a:solidFill>
                  <a:schemeClr val="dk1"/>
                </a:solidFill>
                <a:latin typeface="Bangers"/>
                <a:ea typeface="Bangers"/>
                <a:cs typeface="Bangers"/>
              </a:defRPr>
            </a:lvl9pPr>
          </a:lstStyle>
          <a:p>
            <a:endParaRPr/>
          </a:p>
        </p:txBody>
      </p:sp>
      <p:sp>
        <p:nvSpPr>
          <p:cNvPr id="200" name="Google Shape;200;p15">
            <a:extLst>
              <a:ext uri="{FF2B5EF4-FFF2-40B4-BE49-F238E27FC236}">
                <a16:creationId xmlns:a16="http://schemas.microsoft.com/office/drawing/2014/main" id="{856C04E8-0416-432B-A8B0-21B541611FF5}"/>
              </a:ext>
            </a:extLst>
          </p:cNvPr>
          <p:cNvSpPr>
            <a:spLocks noGrp="1"/>
          </p:cNvSpPr>
          <p:nvPr/>
        </p:nvSpPr>
        <p:spPr>
          <a:xfrm>
            <a:off x="1171296" y="610330"/>
            <a:ext cx="91235" cy="82489"/>
          </a:xfrm>
          <a:custGeom>
            <a:avLst/>
            <a:gdLst/>
            <a:ahLst/>
            <a:cxnLst/>
            <a:rect l="l" t="t" r="r" b="b"/>
            <a:pathLst>
              <a:path w="3380" h="3056">
                <a:moveTo>
                  <a:pt x="990" y="1"/>
                </a:moveTo>
                <a:cubicBezTo>
                  <a:pt x="898" y="1"/>
                  <a:pt x="774" y="66"/>
                  <a:pt x="754" y="165"/>
                </a:cubicBezTo>
                <a:cubicBezTo>
                  <a:pt x="708" y="507"/>
                  <a:pt x="731" y="850"/>
                  <a:pt x="800" y="1169"/>
                </a:cubicBezTo>
                <a:cubicBezTo>
                  <a:pt x="572" y="1329"/>
                  <a:pt x="366" y="1466"/>
                  <a:pt x="161" y="1649"/>
                </a:cubicBezTo>
                <a:cubicBezTo>
                  <a:pt x="1" y="1786"/>
                  <a:pt x="138" y="2014"/>
                  <a:pt x="298" y="2014"/>
                </a:cubicBezTo>
                <a:cubicBezTo>
                  <a:pt x="549" y="2037"/>
                  <a:pt x="777" y="2059"/>
                  <a:pt x="1028" y="2082"/>
                </a:cubicBezTo>
                <a:lnTo>
                  <a:pt x="1051" y="2128"/>
                </a:lnTo>
                <a:cubicBezTo>
                  <a:pt x="1074" y="2356"/>
                  <a:pt x="1119" y="2562"/>
                  <a:pt x="1211" y="2767"/>
                </a:cubicBezTo>
                <a:cubicBezTo>
                  <a:pt x="1233" y="2813"/>
                  <a:pt x="1233" y="2835"/>
                  <a:pt x="1279" y="2858"/>
                </a:cubicBezTo>
                <a:cubicBezTo>
                  <a:pt x="1302" y="2904"/>
                  <a:pt x="1325" y="2950"/>
                  <a:pt x="1348" y="2995"/>
                </a:cubicBezTo>
                <a:cubicBezTo>
                  <a:pt x="1382" y="3038"/>
                  <a:pt x="1429" y="3055"/>
                  <a:pt x="1477" y="3055"/>
                </a:cubicBezTo>
                <a:cubicBezTo>
                  <a:pt x="1559" y="3055"/>
                  <a:pt x="1647" y="3007"/>
                  <a:pt x="1690" y="2950"/>
                </a:cubicBezTo>
                <a:cubicBezTo>
                  <a:pt x="1850" y="2676"/>
                  <a:pt x="2010" y="2402"/>
                  <a:pt x="2146" y="2105"/>
                </a:cubicBezTo>
                <a:cubicBezTo>
                  <a:pt x="2443" y="2105"/>
                  <a:pt x="2763" y="2105"/>
                  <a:pt x="3060" y="2082"/>
                </a:cubicBezTo>
                <a:cubicBezTo>
                  <a:pt x="3242" y="2082"/>
                  <a:pt x="3379" y="1854"/>
                  <a:pt x="3219" y="1717"/>
                </a:cubicBezTo>
                <a:cubicBezTo>
                  <a:pt x="2991" y="1512"/>
                  <a:pt x="2763" y="1329"/>
                  <a:pt x="2535" y="1146"/>
                </a:cubicBezTo>
                <a:cubicBezTo>
                  <a:pt x="2649" y="873"/>
                  <a:pt x="2763" y="576"/>
                  <a:pt x="2877" y="302"/>
                </a:cubicBezTo>
                <a:cubicBezTo>
                  <a:pt x="2933" y="152"/>
                  <a:pt x="2774" y="33"/>
                  <a:pt x="2639" y="33"/>
                </a:cubicBezTo>
                <a:cubicBezTo>
                  <a:pt x="2610" y="33"/>
                  <a:pt x="2582" y="39"/>
                  <a:pt x="2557" y="51"/>
                </a:cubicBezTo>
                <a:cubicBezTo>
                  <a:pt x="2306" y="211"/>
                  <a:pt x="2055" y="370"/>
                  <a:pt x="1804" y="530"/>
                </a:cubicBezTo>
                <a:cubicBezTo>
                  <a:pt x="1576" y="325"/>
                  <a:pt x="1325" y="119"/>
                  <a:pt x="1028" y="5"/>
                </a:cubicBezTo>
                <a:cubicBezTo>
                  <a:pt x="1016" y="2"/>
                  <a:pt x="1003" y="1"/>
                  <a:pt x="990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15">
            <a:extLst>
              <a:ext uri="{FF2B5EF4-FFF2-40B4-BE49-F238E27FC236}">
                <a16:creationId xmlns:a16="http://schemas.microsoft.com/office/drawing/2014/main" id="{4C5B40C2-707E-41A4-AD1B-D9CFB2C7FCC5}"/>
              </a:ext>
            </a:extLst>
          </p:cNvPr>
          <p:cNvSpPr>
            <a:spLocks noGrp="1"/>
          </p:cNvSpPr>
          <p:nvPr/>
        </p:nvSpPr>
        <p:spPr>
          <a:xfrm>
            <a:off x="7141055" y="362773"/>
            <a:ext cx="59576" cy="46226"/>
          </a:xfrm>
          <a:custGeom>
            <a:avLst/>
            <a:gdLst/>
            <a:ahLst/>
            <a:cxnLst/>
            <a:rect l="l" t="t" r="r" b="b"/>
            <a:pathLst>
              <a:path w="1736" h="1347">
                <a:moveTo>
                  <a:pt x="868" y="0"/>
                </a:moveTo>
                <a:cubicBezTo>
                  <a:pt x="1" y="0"/>
                  <a:pt x="1" y="1347"/>
                  <a:pt x="868" y="1347"/>
                </a:cubicBezTo>
                <a:cubicBezTo>
                  <a:pt x="1736" y="1347"/>
                  <a:pt x="1736" y="0"/>
                  <a:pt x="868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15">
            <a:extLst>
              <a:ext uri="{FF2B5EF4-FFF2-40B4-BE49-F238E27FC236}">
                <a16:creationId xmlns:a16="http://schemas.microsoft.com/office/drawing/2014/main" id="{3B222B86-5B67-434D-9721-711DD5424270}"/>
              </a:ext>
            </a:extLst>
          </p:cNvPr>
          <p:cNvSpPr>
            <a:spLocks noGrp="1"/>
          </p:cNvSpPr>
          <p:nvPr/>
        </p:nvSpPr>
        <p:spPr>
          <a:xfrm>
            <a:off x="7187282" y="271109"/>
            <a:ext cx="58787" cy="45471"/>
          </a:xfrm>
          <a:custGeom>
            <a:avLst/>
            <a:gdLst/>
            <a:ahLst/>
            <a:cxnLst/>
            <a:rect l="l" t="t" r="r" b="b"/>
            <a:pathLst>
              <a:path w="1713" h="1325">
                <a:moveTo>
                  <a:pt x="868" y="1"/>
                </a:moveTo>
                <a:cubicBezTo>
                  <a:pt x="0" y="1"/>
                  <a:pt x="0" y="1324"/>
                  <a:pt x="868" y="1324"/>
                </a:cubicBezTo>
                <a:cubicBezTo>
                  <a:pt x="1712" y="1324"/>
                  <a:pt x="1712" y="1"/>
                  <a:pt x="868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15">
            <a:extLst>
              <a:ext uri="{FF2B5EF4-FFF2-40B4-BE49-F238E27FC236}">
                <a16:creationId xmlns:a16="http://schemas.microsoft.com/office/drawing/2014/main" id="{3132F28D-9871-471E-AB06-A95209D57798}"/>
              </a:ext>
            </a:extLst>
          </p:cNvPr>
          <p:cNvSpPr>
            <a:spLocks noGrp="1"/>
          </p:cNvSpPr>
          <p:nvPr/>
        </p:nvSpPr>
        <p:spPr>
          <a:xfrm>
            <a:off x="7232720" y="362773"/>
            <a:ext cx="59576" cy="46226"/>
          </a:xfrm>
          <a:custGeom>
            <a:avLst/>
            <a:gdLst/>
            <a:ahLst/>
            <a:cxnLst/>
            <a:rect l="l" t="t" r="r" b="b"/>
            <a:pathLst>
              <a:path w="1736" h="1347">
                <a:moveTo>
                  <a:pt x="868" y="0"/>
                </a:moveTo>
                <a:cubicBezTo>
                  <a:pt x="0" y="0"/>
                  <a:pt x="0" y="1347"/>
                  <a:pt x="868" y="1347"/>
                </a:cubicBezTo>
                <a:cubicBezTo>
                  <a:pt x="1735" y="1347"/>
                  <a:pt x="1735" y="0"/>
                  <a:pt x="868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15">
            <a:extLst>
              <a:ext uri="{FF2B5EF4-FFF2-40B4-BE49-F238E27FC236}">
                <a16:creationId xmlns:a16="http://schemas.microsoft.com/office/drawing/2014/main" id="{DF2B39D2-F8D3-4BE0-8B96-53B3B8EA00FE}"/>
              </a:ext>
            </a:extLst>
          </p:cNvPr>
          <p:cNvSpPr>
            <a:spLocks noGrp="1"/>
          </p:cNvSpPr>
          <p:nvPr/>
        </p:nvSpPr>
        <p:spPr>
          <a:xfrm>
            <a:off x="0" y="3670025"/>
            <a:ext cx="9144012" cy="1487949"/>
          </a:xfrm>
          <a:custGeom>
            <a:avLst/>
            <a:gdLst/>
            <a:ahLst/>
            <a:cxnLst/>
            <a:rect l="l" t="t" r="r" b="b"/>
            <a:pathLst>
              <a:path w="284838" h="50589">
                <a:moveTo>
                  <a:pt x="133359" y="0"/>
                </a:moveTo>
                <a:cubicBezTo>
                  <a:pt x="132063" y="0"/>
                  <a:pt x="130757" y="60"/>
                  <a:pt x="129443" y="190"/>
                </a:cubicBezTo>
                <a:cubicBezTo>
                  <a:pt x="121021" y="1012"/>
                  <a:pt x="114059" y="3979"/>
                  <a:pt x="107554" y="6810"/>
                </a:cubicBezTo>
                <a:cubicBezTo>
                  <a:pt x="99839" y="10165"/>
                  <a:pt x="91987" y="14411"/>
                  <a:pt x="81830" y="15209"/>
                </a:cubicBezTo>
                <a:cubicBezTo>
                  <a:pt x="80619" y="15306"/>
                  <a:pt x="79418" y="15351"/>
                  <a:pt x="78227" y="15351"/>
                </a:cubicBezTo>
                <a:cubicBezTo>
                  <a:pt x="70438" y="15351"/>
                  <a:pt x="63068" y="13440"/>
                  <a:pt x="56060" y="11717"/>
                </a:cubicBezTo>
                <a:cubicBezTo>
                  <a:pt x="47272" y="9572"/>
                  <a:pt x="38302" y="7449"/>
                  <a:pt x="28715" y="6696"/>
                </a:cubicBezTo>
                <a:cubicBezTo>
                  <a:pt x="26227" y="6492"/>
                  <a:pt x="23698" y="6384"/>
                  <a:pt x="21170" y="6384"/>
                </a:cubicBezTo>
                <a:cubicBezTo>
                  <a:pt x="15464" y="6384"/>
                  <a:pt x="9763" y="6937"/>
                  <a:pt x="4543" y="8202"/>
                </a:cubicBezTo>
                <a:cubicBezTo>
                  <a:pt x="2968" y="8567"/>
                  <a:pt x="1462" y="9001"/>
                  <a:pt x="1" y="9457"/>
                </a:cubicBezTo>
                <a:lnTo>
                  <a:pt x="1" y="50589"/>
                </a:lnTo>
                <a:lnTo>
                  <a:pt x="284838" y="50589"/>
                </a:lnTo>
                <a:lnTo>
                  <a:pt x="284838" y="13155"/>
                </a:lnTo>
                <a:cubicBezTo>
                  <a:pt x="283742" y="12744"/>
                  <a:pt x="282624" y="12333"/>
                  <a:pt x="281528" y="11900"/>
                </a:cubicBezTo>
                <a:cubicBezTo>
                  <a:pt x="273083" y="8704"/>
                  <a:pt x="264752" y="4664"/>
                  <a:pt x="254868" y="2838"/>
                </a:cubicBezTo>
                <a:cubicBezTo>
                  <a:pt x="251879" y="2285"/>
                  <a:pt x="248783" y="1967"/>
                  <a:pt x="245668" y="1967"/>
                </a:cubicBezTo>
                <a:cubicBezTo>
                  <a:pt x="244026" y="1967"/>
                  <a:pt x="242379" y="2056"/>
                  <a:pt x="240739" y="2245"/>
                </a:cubicBezTo>
                <a:cubicBezTo>
                  <a:pt x="236403" y="2770"/>
                  <a:pt x="232408" y="3751"/>
                  <a:pt x="228619" y="5007"/>
                </a:cubicBezTo>
                <a:cubicBezTo>
                  <a:pt x="220813" y="7563"/>
                  <a:pt x="213806" y="11010"/>
                  <a:pt x="205383" y="12973"/>
                </a:cubicBezTo>
                <a:cubicBezTo>
                  <a:pt x="201139" y="13960"/>
                  <a:pt x="196833" y="14451"/>
                  <a:pt x="192530" y="14451"/>
                </a:cubicBezTo>
                <a:cubicBezTo>
                  <a:pt x="188177" y="14451"/>
                  <a:pt x="183826" y="13948"/>
                  <a:pt x="179545" y="12950"/>
                </a:cubicBezTo>
                <a:cubicBezTo>
                  <a:pt x="171008" y="10964"/>
                  <a:pt x="163750" y="7723"/>
                  <a:pt x="156126" y="4892"/>
                </a:cubicBezTo>
                <a:cubicBezTo>
                  <a:pt x="149458" y="2446"/>
                  <a:pt x="141614" y="0"/>
                  <a:pt x="133359" y="0"/>
                </a:cubicBezTo>
                <a:close/>
              </a:path>
            </a:pathLst>
          </a:custGeom>
          <a:solidFill>
            <a:srgbClr val="EADBC5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15">
            <a:extLst>
              <a:ext uri="{FF2B5EF4-FFF2-40B4-BE49-F238E27FC236}">
                <a16:creationId xmlns:a16="http://schemas.microsoft.com/office/drawing/2014/main" id="{0A4396FD-72FB-49B9-B908-B98293FD404B}"/>
              </a:ext>
            </a:extLst>
          </p:cNvPr>
          <p:cNvSpPr>
            <a:spLocks noGrp="1"/>
          </p:cNvSpPr>
          <p:nvPr/>
        </p:nvSpPr>
        <p:spPr>
          <a:xfrm flipH="1">
            <a:off x="8050326" y="271101"/>
            <a:ext cx="1093670" cy="760939"/>
          </a:xfrm>
          <a:custGeom>
            <a:avLst/>
            <a:gdLst/>
            <a:ahLst/>
            <a:cxnLst/>
            <a:rect l="l" t="t" r="r" b="b"/>
            <a:pathLst>
              <a:path w="43391" h="30190">
                <a:moveTo>
                  <a:pt x="13854" y="1"/>
                </a:moveTo>
                <a:cubicBezTo>
                  <a:pt x="8679" y="1"/>
                  <a:pt x="5416" y="5534"/>
                  <a:pt x="3469" y="9676"/>
                </a:cubicBezTo>
                <a:cubicBezTo>
                  <a:pt x="2465" y="8466"/>
                  <a:pt x="1301" y="7188"/>
                  <a:pt x="0" y="6092"/>
                </a:cubicBezTo>
                <a:lnTo>
                  <a:pt x="0" y="30173"/>
                </a:lnTo>
                <a:cubicBezTo>
                  <a:pt x="6277" y="30150"/>
                  <a:pt x="13010" y="30059"/>
                  <a:pt x="17758" y="29831"/>
                </a:cubicBezTo>
                <a:cubicBezTo>
                  <a:pt x="19544" y="29981"/>
                  <a:pt x="22955" y="30190"/>
                  <a:pt x="26662" y="30190"/>
                </a:cubicBezTo>
                <a:cubicBezTo>
                  <a:pt x="32523" y="30190"/>
                  <a:pt x="39125" y="29668"/>
                  <a:pt x="41223" y="27571"/>
                </a:cubicBezTo>
                <a:cubicBezTo>
                  <a:pt x="43277" y="25448"/>
                  <a:pt x="43391" y="22801"/>
                  <a:pt x="41245" y="20952"/>
                </a:cubicBezTo>
                <a:cubicBezTo>
                  <a:pt x="40126" y="19961"/>
                  <a:pt x="38737" y="19706"/>
                  <a:pt x="37270" y="19706"/>
                </a:cubicBezTo>
                <a:cubicBezTo>
                  <a:pt x="35705" y="19706"/>
                  <a:pt x="34052" y="19997"/>
                  <a:pt x="32548" y="19997"/>
                </a:cubicBezTo>
                <a:cubicBezTo>
                  <a:pt x="32213" y="19997"/>
                  <a:pt x="31885" y="19983"/>
                  <a:pt x="31567" y="19947"/>
                </a:cubicBezTo>
                <a:cubicBezTo>
                  <a:pt x="33005" y="16683"/>
                  <a:pt x="36018" y="12826"/>
                  <a:pt x="31704" y="10018"/>
                </a:cubicBezTo>
                <a:cubicBezTo>
                  <a:pt x="30798" y="9444"/>
                  <a:pt x="29892" y="9204"/>
                  <a:pt x="29002" y="9204"/>
                </a:cubicBezTo>
                <a:cubicBezTo>
                  <a:pt x="26284" y="9204"/>
                  <a:pt x="23707" y="11437"/>
                  <a:pt x="21661" y="13191"/>
                </a:cubicBezTo>
                <a:cubicBezTo>
                  <a:pt x="21821" y="8352"/>
                  <a:pt x="21182" y="1482"/>
                  <a:pt x="15498" y="181"/>
                </a:cubicBezTo>
                <a:cubicBezTo>
                  <a:pt x="14930" y="58"/>
                  <a:pt x="14382" y="1"/>
                  <a:pt x="13854" y="1"/>
                </a:cubicBezTo>
                <a:close/>
              </a:path>
            </a:pathLst>
          </a:custGeom>
          <a:solidFill>
            <a:srgbClr val="F8F4EC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15">
            <a:extLst>
              <a:ext uri="{FF2B5EF4-FFF2-40B4-BE49-F238E27FC236}">
                <a16:creationId xmlns:a16="http://schemas.microsoft.com/office/drawing/2014/main" id="{4CAA30B7-F5ED-4625-A97D-7D84D2364CDE}"/>
              </a:ext>
            </a:extLst>
          </p:cNvPr>
          <p:cNvSpPr>
            <a:spLocks noGrp="1"/>
          </p:cNvSpPr>
          <p:nvPr/>
        </p:nvSpPr>
        <p:spPr>
          <a:xfrm>
            <a:off x="-7978" y="2699676"/>
            <a:ext cx="1093670" cy="760939"/>
          </a:xfrm>
          <a:custGeom>
            <a:avLst/>
            <a:gdLst/>
            <a:ahLst/>
            <a:cxnLst/>
            <a:rect l="l" t="t" r="r" b="b"/>
            <a:pathLst>
              <a:path w="43391" h="30190">
                <a:moveTo>
                  <a:pt x="13854" y="1"/>
                </a:moveTo>
                <a:cubicBezTo>
                  <a:pt x="8679" y="1"/>
                  <a:pt x="5416" y="5534"/>
                  <a:pt x="3469" y="9676"/>
                </a:cubicBezTo>
                <a:cubicBezTo>
                  <a:pt x="2465" y="8466"/>
                  <a:pt x="1301" y="7188"/>
                  <a:pt x="0" y="6092"/>
                </a:cubicBezTo>
                <a:lnTo>
                  <a:pt x="0" y="30173"/>
                </a:lnTo>
                <a:cubicBezTo>
                  <a:pt x="6277" y="30150"/>
                  <a:pt x="13010" y="30059"/>
                  <a:pt x="17758" y="29831"/>
                </a:cubicBezTo>
                <a:cubicBezTo>
                  <a:pt x="19544" y="29981"/>
                  <a:pt x="22955" y="30190"/>
                  <a:pt x="26662" y="30190"/>
                </a:cubicBezTo>
                <a:cubicBezTo>
                  <a:pt x="32523" y="30190"/>
                  <a:pt x="39125" y="29668"/>
                  <a:pt x="41223" y="27571"/>
                </a:cubicBezTo>
                <a:cubicBezTo>
                  <a:pt x="43277" y="25448"/>
                  <a:pt x="43391" y="22801"/>
                  <a:pt x="41245" y="20952"/>
                </a:cubicBezTo>
                <a:cubicBezTo>
                  <a:pt x="40126" y="19961"/>
                  <a:pt x="38737" y="19706"/>
                  <a:pt x="37270" y="19706"/>
                </a:cubicBezTo>
                <a:cubicBezTo>
                  <a:pt x="35705" y="19706"/>
                  <a:pt x="34052" y="19997"/>
                  <a:pt x="32548" y="19997"/>
                </a:cubicBezTo>
                <a:cubicBezTo>
                  <a:pt x="32213" y="19997"/>
                  <a:pt x="31885" y="19983"/>
                  <a:pt x="31567" y="19947"/>
                </a:cubicBezTo>
                <a:cubicBezTo>
                  <a:pt x="33005" y="16683"/>
                  <a:pt x="36018" y="12826"/>
                  <a:pt x="31704" y="10018"/>
                </a:cubicBezTo>
                <a:cubicBezTo>
                  <a:pt x="30798" y="9444"/>
                  <a:pt x="29892" y="9204"/>
                  <a:pt x="29002" y="9204"/>
                </a:cubicBezTo>
                <a:cubicBezTo>
                  <a:pt x="26284" y="9204"/>
                  <a:pt x="23707" y="11437"/>
                  <a:pt x="21661" y="13191"/>
                </a:cubicBezTo>
                <a:cubicBezTo>
                  <a:pt x="21821" y="8352"/>
                  <a:pt x="21182" y="1482"/>
                  <a:pt x="15498" y="181"/>
                </a:cubicBezTo>
                <a:cubicBezTo>
                  <a:pt x="14930" y="58"/>
                  <a:pt x="14382" y="1"/>
                  <a:pt x="13854" y="1"/>
                </a:cubicBezTo>
                <a:close/>
              </a:path>
            </a:pathLst>
          </a:custGeom>
          <a:solidFill>
            <a:srgbClr val="F8F4EC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15">
            <a:extLst>
              <a:ext uri="{FF2B5EF4-FFF2-40B4-BE49-F238E27FC236}">
                <a16:creationId xmlns:a16="http://schemas.microsoft.com/office/drawing/2014/main" id="{6EBDD2B4-049B-4A41-95D6-56940D62CF5C}"/>
              </a:ext>
            </a:extLst>
          </p:cNvPr>
          <p:cNvSpPr>
            <a:spLocks noGrp="1"/>
          </p:cNvSpPr>
          <p:nvPr/>
        </p:nvSpPr>
        <p:spPr>
          <a:xfrm>
            <a:off x="8741071" y="1455180"/>
            <a:ext cx="91235" cy="82489"/>
          </a:xfrm>
          <a:custGeom>
            <a:avLst/>
            <a:gdLst/>
            <a:ahLst/>
            <a:cxnLst/>
            <a:rect l="l" t="t" r="r" b="b"/>
            <a:pathLst>
              <a:path w="3380" h="3056">
                <a:moveTo>
                  <a:pt x="990" y="1"/>
                </a:moveTo>
                <a:cubicBezTo>
                  <a:pt x="898" y="1"/>
                  <a:pt x="774" y="66"/>
                  <a:pt x="754" y="165"/>
                </a:cubicBezTo>
                <a:cubicBezTo>
                  <a:pt x="708" y="507"/>
                  <a:pt x="731" y="850"/>
                  <a:pt x="800" y="1169"/>
                </a:cubicBezTo>
                <a:cubicBezTo>
                  <a:pt x="572" y="1329"/>
                  <a:pt x="366" y="1466"/>
                  <a:pt x="161" y="1649"/>
                </a:cubicBezTo>
                <a:cubicBezTo>
                  <a:pt x="1" y="1786"/>
                  <a:pt x="138" y="2014"/>
                  <a:pt x="298" y="2014"/>
                </a:cubicBezTo>
                <a:cubicBezTo>
                  <a:pt x="549" y="2037"/>
                  <a:pt x="777" y="2059"/>
                  <a:pt x="1028" y="2082"/>
                </a:cubicBezTo>
                <a:lnTo>
                  <a:pt x="1051" y="2128"/>
                </a:lnTo>
                <a:cubicBezTo>
                  <a:pt x="1074" y="2356"/>
                  <a:pt x="1119" y="2562"/>
                  <a:pt x="1211" y="2767"/>
                </a:cubicBezTo>
                <a:cubicBezTo>
                  <a:pt x="1233" y="2813"/>
                  <a:pt x="1233" y="2835"/>
                  <a:pt x="1279" y="2858"/>
                </a:cubicBezTo>
                <a:cubicBezTo>
                  <a:pt x="1302" y="2904"/>
                  <a:pt x="1325" y="2950"/>
                  <a:pt x="1348" y="2995"/>
                </a:cubicBezTo>
                <a:cubicBezTo>
                  <a:pt x="1382" y="3038"/>
                  <a:pt x="1429" y="3055"/>
                  <a:pt x="1477" y="3055"/>
                </a:cubicBezTo>
                <a:cubicBezTo>
                  <a:pt x="1559" y="3055"/>
                  <a:pt x="1647" y="3007"/>
                  <a:pt x="1690" y="2950"/>
                </a:cubicBezTo>
                <a:cubicBezTo>
                  <a:pt x="1850" y="2676"/>
                  <a:pt x="2010" y="2402"/>
                  <a:pt x="2146" y="2105"/>
                </a:cubicBezTo>
                <a:cubicBezTo>
                  <a:pt x="2443" y="2105"/>
                  <a:pt x="2763" y="2105"/>
                  <a:pt x="3060" y="2082"/>
                </a:cubicBezTo>
                <a:cubicBezTo>
                  <a:pt x="3242" y="2082"/>
                  <a:pt x="3379" y="1854"/>
                  <a:pt x="3219" y="1717"/>
                </a:cubicBezTo>
                <a:cubicBezTo>
                  <a:pt x="2991" y="1512"/>
                  <a:pt x="2763" y="1329"/>
                  <a:pt x="2535" y="1146"/>
                </a:cubicBezTo>
                <a:cubicBezTo>
                  <a:pt x="2649" y="873"/>
                  <a:pt x="2763" y="576"/>
                  <a:pt x="2877" y="302"/>
                </a:cubicBezTo>
                <a:cubicBezTo>
                  <a:pt x="2933" y="152"/>
                  <a:pt x="2774" y="33"/>
                  <a:pt x="2639" y="33"/>
                </a:cubicBezTo>
                <a:cubicBezTo>
                  <a:pt x="2610" y="33"/>
                  <a:pt x="2582" y="39"/>
                  <a:pt x="2557" y="51"/>
                </a:cubicBezTo>
                <a:cubicBezTo>
                  <a:pt x="2306" y="211"/>
                  <a:pt x="2055" y="370"/>
                  <a:pt x="1804" y="530"/>
                </a:cubicBezTo>
                <a:cubicBezTo>
                  <a:pt x="1576" y="325"/>
                  <a:pt x="1325" y="119"/>
                  <a:pt x="1028" y="5"/>
                </a:cubicBezTo>
                <a:cubicBezTo>
                  <a:pt x="1016" y="2"/>
                  <a:pt x="1003" y="1"/>
                  <a:pt x="990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15">
            <a:extLst>
              <a:ext uri="{FF2B5EF4-FFF2-40B4-BE49-F238E27FC236}">
                <a16:creationId xmlns:a16="http://schemas.microsoft.com/office/drawing/2014/main" id="{6CE63D34-DA11-4612-9892-4F2697EFB4C3}"/>
              </a:ext>
            </a:extLst>
          </p:cNvPr>
          <p:cNvSpPr>
            <a:spLocks noGrp="1"/>
          </p:cNvSpPr>
          <p:nvPr/>
        </p:nvSpPr>
        <p:spPr>
          <a:xfrm>
            <a:off x="8681055" y="2900098"/>
            <a:ext cx="59576" cy="46226"/>
          </a:xfrm>
          <a:custGeom>
            <a:avLst/>
            <a:gdLst/>
            <a:ahLst/>
            <a:cxnLst/>
            <a:rect l="l" t="t" r="r" b="b"/>
            <a:pathLst>
              <a:path w="1736" h="1347">
                <a:moveTo>
                  <a:pt x="868" y="0"/>
                </a:moveTo>
                <a:cubicBezTo>
                  <a:pt x="1" y="0"/>
                  <a:pt x="1" y="1347"/>
                  <a:pt x="868" y="1347"/>
                </a:cubicBezTo>
                <a:cubicBezTo>
                  <a:pt x="1736" y="1347"/>
                  <a:pt x="1736" y="0"/>
                  <a:pt x="868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15">
            <a:extLst>
              <a:ext uri="{FF2B5EF4-FFF2-40B4-BE49-F238E27FC236}">
                <a16:creationId xmlns:a16="http://schemas.microsoft.com/office/drawing/2014/main" id="{E73B459E-3FCD-484A-82DC-8279AC557459}"/>
              </a:ext>
            </a:extLst>
          </p:cNvPr>
          <p:cNvSpPr>
            <a:spLocks noGrp="1"/>
          </p:cNvSpPr>
          <p:nvPr/>
        </p:nvSpPr>
        <p:spPr>
          <a:xfrm>
            <a:off x="8727282" y="2808434"/>
            <a:ext cx="58787" cy="45471"/>
          </a:xfrm>
          <a:custGeom>
            <a:avLst/>
            <a:gdLst/>
            <a:ahLst/>
            <a:cxnLst/>
            <a:rect l="l" t="t" r="r" b="b"/>
            <a:pathLst>
              <a:path w="1713" h="1325">
                <a:moveTo>
                  <a:pt x="868" y="1"/>
                </a:moveTo>
                <a:cubicBezTo>
                  <a:pt x="0" y="1"/>
                  <a:pt x="0" y="1324"/>
                  <a:pt x="868" y="1324"/>
                </a:cubicBezTo>
                <a:cubicBezTo>
                  <a:pt x="1712" y="1324"/>
                  <a:pt x="1712" y="1"/>
                  <a:pt x="868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15">
            <a:extLst>
              <a:ext uri="{FF2B5EF4-FFF2-40B4-BE49-F238E27FC236}">
                <a16:creationId xmlns:a16="http://schemas.microsoft.com/office/drawing/2014/main" id="{E6CC2DFB-657D-43F6-A608-C272D11834A8}"/>
              </a:ext>
            </a:extLst>
          </p:cNvPr>
          <p:cNvSpPr>
            <a:spLocks noGrp="1"/>
          </p:cNvSpPr>
          <p:nvPr/>
        </p:nvSpPr>
        <p:spPr>
          <a:xfrm>
            <a:off x="8772720" y="2900098"/>
            <a:ext cx="59576" cy="46226"/>
          </a:xfrm>
          <a:custGeom>
            <a:avLst/>
            <a:gdLst/>
            <a:ahLst/>
            <a:cxnLst/>
            <a:rect l="l" t="t" r="r" b="b"/>
            <a:pathLst>
              <a:path w="1736" h="1347">
                <a:moveTo>
                  <a:pt x="868" y="0"/>
                </a:moveTo>
                <a:cubicBezTo>
                  <a:pt x="0" y="0"/>
                  <a:pt x="0" y="1347"/>
                  <a:pt x="868" y="1347"/>
                </a:cubicBezTo>
                <a:cubicBezTo>
                  <a:pt x="1735" y="1347"/>
                  <a:pt x="1735" y="0"/>
                  <a:pt x="868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15">
            <a:extLst>
              <a:ext uri="{FF2B5EF4-FFF2-40B4-BE49-F238E27FC236}">
                <a16:creationId xmlns:a16="http://schemas.microsoft.com/office/drawing/2014/main" id="{50EEC3A5-4CC0-4FDB-ACF4-8DBCD3EB0395}"/>
              </a:ext>
            </a:extLst>
          </p:cNvPr>
          <p:cNvSpPr>
            <a:spLocks noGrp="1"/>
          </p:cNvSpPr>
          <p:nvPr/>
        </p:nvSpPr>
        <p:spPr>
          <a:xfrm>
            <a:off x="7655896" y="2262730"/>
            <a:ext cx="91235" cy="82489"/>
          </a:xfrm>
          <a:custGeom>
            <a:avLst/>
            <a:gdLst/>
            <a:ahLst/>
            <a:cxnLst/>
            <a:rect l="l" t="t" r="r" b="b"/>
            <a:pathLst>
              <a:path w="3380" h="3056">
                <a:moveTo>
                  <a:pt x="990" y="1"/>
                </a:moveTo>
                <a:cubicBezTo>
                  <a:pt x="898" y="1"/>
                  <a:pt x="774" y="66"/>
                  <a:pt x="754" y="165"/>
                </a:cubicBezTo>
                <a:cubicBezTo>
                  <a:pt x="708" y="507"/>
                  <a:pt x="731" y="850"/>
                  <a:pt x="800" y="1169"/>
                </a:cubicBezTo>
                <a:cubicBezTo>
                  <a:pt x="572" y="1329"/>
                  <a:pt x="366" y="1466"/>
                  <a:pt x="161" y="1649"/>
                </a:cubicBezTo>
                <a:cubicBezTo>
                  <a:pt x="1" y="1786"/>
                  <a:pt x="138" y="2014"/>
                  <a:pt x="298" y="2014"/>
                </a:cubicBezTo>
                <a:cubicBezTo>
                  <a:pt x="549" y="2037"/>
                  <a:pt x="777" y="2059"/>
                  <a:pt x="1028" y="2082"/>
                </a:cubicBezTo>
                <a:lnTo>
                  <a:pt x="1051" y="2128"/>
                </a:lnTo>
                <a:cubicBezTo>
                  <a:pt x="1074" y="2356"/>
                  <a:pt x="1119" y="2562"/>
                  <a:pt x="1211" y="2767"/>
                </a:cubicBezTo>
                <a:cubicBezTo>
                  <a:pt x="1233" y="2813"/>
                  <a:pt x="1233" y="2835"/>
                  <a:pt x="1279" y="2858"/>
                </a:cubicBezTo>
                <a:cubicBezTo>
                  <a:pt x="1302" y="2904"/>
                  <a:pt x="1325" y="2950"/>
                  <a:pt x="1348" y="2995"/>
                </a:cubicBezTo>
                <a:cubicBezTo>
                  <a:pt x="1382" y="3038"/>
                  <a:pt x="1429" y="3055"/>
                  <a:pt x="1477" y="3055"/>
                </a:cubicBezTo>
                <a:cubicBezTo>
                  <a:pt x="1559" y="3055"/>
                  <a:pt x="1647" y="3007"/>
                  <a:pt x="1690" y="2950"/>
                </a:cubicBezTo>
                <a:cubicBezTo>
                  <a:pt x="1850" y="2676"/>
                  <a:pt x="2010" y="2402"/>
                  <a:pt x="2146" y="2105"/>
                </a:cubicBezTo>
                <a:cubicBezTo>
                  <a:pt x="2443" y="2105"/>
                  <a:pt x="2763" y="2105"/>
                  <a:pt x="3060" y="2082"/>
                </a:cubicBezTo>
                <a:cubicBezTo>
                  <a:pt x="3242" y="2082"/>
                  <a:pt x="3379" y="1854"/>
                  <a:pt x="3219" y="1717"/>
                </a:cubicBezTo>
                <a:cubicBezTo>
                  <a:pt x="2991" y="1512"/>
                  <a:pt x="2763" y="1329"/>
                  <a:pt x="2535" y="1146"/>
                </a:cubicBezTo>
                <a:cubicBezTo>
                  <a:pt x="2649" y="873"/>
                  <a:pt x="2763" y="576"/>
                  <a:pt x="2877" y="302"/>
                </a:cubicBezTo>
                <a:cubicBezTo>
                  <a:pt x="2933" y="152"/>
                  <a:pt x="2774" y="33"/>
                  <a:pt x="2639" y="33"/>
                </a:cubicBezTo>
                <a:cubicBezTo>
                  <a:pt x="2610" y="33"/>
                  <a:pt x="2582" y="39"/>
                  <a:pt x="2557" y="51"/>
                </a:cubicBezTo>
                <a:cubicBezTo>
                  <a:pt x="2306" y="211"/>
                  <a:pt x="2055" y="370"/>
                  <a:pt x="1804" y="530"/>
                </a:cubicBezTo>
                <a:cubicBezTo>
                  <a:pt x="1576" y="325"/>
                  <a:pt x="1325" y="119"/>
                  <a:pt x="1028" y="5"/>
                </a:cubicBezTo>
                <a:cubicBezTo>
                  <a:pt x="1016" y="2"/>
                  <a:pt x="1003" y="1"/>
                  <a:pt x="990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15">
            <a:extLst>
              <a:ext uri="{FF2B5EF4-FFF2-40B4-BE49-F238E27FC236}">
                <a16:creationId xmlns:a16="http://schemas.microsoft.com/office/drawing/2014/main" id="{D83F0090-3076-44D4-BD42-B82EAF114A5A}"/>
              </a:ext>
            </a:extLst>
          </p:cNvPr>
          <p:cNvSpPr>
            <a:spLocks noGrp="1"/>
          </p:cNvSpPr>
          <p:nvPr/>
        </p:nvSpPr>
        <p:spPr>
          <a:xfrm>
            <a:off x="2006721" y="2946330"/>
            <a:ext cx="91235" cy="82489"/>
          </a:xfrm>
          <a:custGeom>
            <a:avLst/>
            <a:gdLst/>
            <a:ahLst/>
            <a:cxnLst/>
            <a:rect l="l" t="t" r="r" b="b"/>
            <a:pathLst>
              <a:path w="3380" h="3056">
                <a:moveTo>
                  <a:pt x="990" y="1"/>
                </a:moveTo>
                <a:cubicBezTo>
                  <a:pt x="898" y="1"/>
                  <a:pt x="774" y="66"/>
                  <a:pt x="754" y="165"/>
                </a:cubicBezTo>
                <a:cubicBezTo>
                  <a:pt x="708" y="507"/>
                  <a:pt x="731" y="850"/>
                  <a:pt x="800" y="1169"/>
                </a:cubicBezTo>
                <a:cubicBezTo>
                  <a:pt x="572" y="1329"/>
                  <a:pt x="366" y="1466"/>
                  <a:pt x="161" y="1649"/>
                </a:cubicBezTo>
                <a:cubicBezTo>
                  <a:pt x="1" y="1786"/>
                  <a:pt x="138" y="2014"/>
                  <a:pt x="298" y="2014"/>
                </a:cubicBezTo>
                <a:cubicBezTo>
                  <a:pt x="549" y="2037"/>
                  <a:pt x="777" y="2059"/>
                  <a:pt x="1028" y="2082"/>
                </a:cubicBezTo>
                <a:lnTo>
                  <a:pt x="1051" y="2128"/>
                </a:lnTo>
                <a:cubicBezTo>
                  <a:pt x="1074" y="2356"/>
                  <a:pt x="1119" y="2562"/>
                  <a:pt x="1211" y="2767"/>
                </a:cubicBezTo>
                <a:cubicBezTo>
                  <a:pt x="1233" y="2813"/>
                  <a:pt x="1233" y="2835"/>
                  <a:pt x="1279" y="2858"/>
                </a:cubicBezTo>
                <a:cubicBezTo>
                  <a:pt x="1302" y="2904"/>
                  <a:pt x="1325" y="2950"/>
                  <a:pt x="1348" y="2995"/>
                </a:cubicBezTo>
                <a:cubicBezTo>
                  <a:pt x="1382" y="3038"/>
                  <a:pt x="1429" y="3055"/>
                  <a:pt x="1477" y="3055"/>
                </a:cubicBezTo>
                <a:cubicBezTo>
                  <a:pt x="1559" y="3055"/>
                  <a:pt x="1647" y="3007"/>
                  <a:pt x="1690" y="2950"/>
                </a:cubicBezTo>
                <a:cubicBezTo>
                  <a:pt x="1850" y="2676"/>
                  <a:pt x="2010" y="2402"/>
                  <a:pt x="2146" y="2105"/>
                </a:cubicBezTo>
                <a:cubicBezTo>
                  <a:pt x="2443" y="2105"/>
                  <a:pt x="2763" y="2105"/>
                  <a:pt x="3060" y="2082"/>
                </a:cubicBezTo>
                <a:cubicBezTo>
                  <a:pt x="3242" y="2082"/>
                  <a:pt x="3379" y="1854"/>
                  <a:pt x="3219" y="1717"/>
                </a:cubicBezTo>
                <a:cubicBezTo>
                  <a:pt x="2991" y="1512"/>
                  <a:pt x="2763" y="1329"/>
                  <a:pt x="2535" y="1146"/>
                </a:cubicBezTo>
                <a:cubicBezTo>
                  <a:pt x="2649" y="873"/>
                  <a:pt x="2763" y="576"/>
                  <a:pt x="2877" y="302"/>
                </a:cubicBezTo>
                <a:cubicBezTo>
                  <a:pt x="2933" y="152"/>
                  <a:pt x="2774" y="33"/>
                  <a:pt x="2639" y="33"/>
                </a:cubicBezTo>
                <a:cubicBezTo>
                  <a:pt x="2610" y="33"/>
                  <a:pt x="2582" y="39"/>
                  <a:pt x="2557" y="51"/>
                </a:cubicBezTo>
                <a:cubicBezTo>
                  <a:pt x="2306" y="211"/>
                  <a:pt x="2055" y="370"/>
                  <a:pt x="1804" y="530"/>
                </a:cubicBezTo>
                <a:cubicBezTo>
                  <a:pt x="1576" y="325"/>
                  <a:pt x="1325" y="119"/>
                  <a:pt x="1028" y="5"/>
                </a:cubicBezTo>
                <a:cubicBezTo>
                  <a:pt x="1016" y="2"/>
                  <a:pt x="1003" y="1"/>
                  <a:pt x="990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one column">
  <p:cSld name="ONE_COLUMN_TEXT_2">
    <p:bg>
      <p:bgPr>
        <a:solidFill>
          <a:srgbClr val="F4EA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6">
            <a:extLst>
              <a:ext uri="{FF2B5EF4-FFF2-40B4-BE49-F238E27FC236}">
                <a16:creationId xmlns:a16="http://schemas.microsoft.com/office/drawing/2014/main" id="{630D094E-7B15-4146-814E-A82C8B57688A}"/>
              </a:ext>
            </a:extLst>
          </p:cNvPr>
          <p:cNvSpPr>
            <a:spLocks noGrp="1"/>
          </p:cNvSpPr>
          <p:nvPr/>
        </p:nvSpPr>
        <p:spPr>
          <a:xfrm>
            <a:off x="2340727" y="501705"/>
            <a:ext cx="1699644" cy="760965"/>
          </a:xfrm>
          <a:custGeom>
            <a:avLst/>
            <a:gdLst/>
            <a:ahLst/>
            <a:cxnLst/>
            <a:rect l="l" t="t" r="r" b="b"/>
            <a:pathLst>
              <a:path w="35084" h="15707">
                <a:moveTo>
                  <a:pt x="19722" y="0"/>
                </a:moveTo>
                <a:cubicBezTo>
                  <a:pt x="17040" y="0"/>
                  <a:pt x="15328" y="2890"/>
                  <a:pt x="14312" y="5046"/>
                </a:cubicBezTo>
                <a:cubicBezTo>
                  <a:pt x="12935" y="3382"/>
                  <a:pt x="10996" y="1550"/>
                  <a:pt x="8761" y="1550"/>
                </a:cubicBezTo>
                <a:cubicBezTo>
                  <a:pt x="8144" y="1550"/>
                  <a:pt x="7505" y="1689"/>
                  <a:pt x="6849" y="2010"/>
                </a:cubicBezTo>
                <a:cubicBezTo>
                  <a:pt x="3470" y="3630"/>
                  <a:pt x="4498" y="6872"/>
                  <a:pt x="5319" y="9542"/>
                </a:cubicBezTo>
                <a:cubicBezTo>
                  <a:pt x="3356" y="9930"/>
                  <a:pt x="1" y="11071"/>
                  <a:pt x="1393" y="13765"/>
                </a:cubicBezTo>
                <a:cubicBezTo>
                  <a:pt x="2352" y="15522"/>
                  <a:pt x="5228" y="15614"/>
                  <a:pt x="6940" y="15682"/>
                </a:cubicBezTo>
                <a:cubicBezTo>
                  <a:pt x="8210" y="15689"/>
                  <a:pt x="9757" y="15697"/>
                  <a:pt x="11405" y="15697"/>
                </a:cubicBezTo>
                <a:cubicBezTo>
                  <a:pt x="14968" y="15697"/>
                  <a:pt x="19007" y="15663"/>
                  <a:pt x="21753" y="15522"/>
                </a:cubicBezTo>
                <a:cubicBezTo>
                  <a:pt x="22672" y="15601"/>
                  <a:pt x="24416" y="15707"/>
                  <a:pt x="26317" y="15707"/>
                </a:cubicBezTo>
                <a:cubicBezTo>
                  <a:pt x="29376" y="15707"/>
                  <a:pt x="32844" y="15433"/>
                  <a:pt x="33942" y="14335"/>
                </a:cubicBezTo>
                <a:cubicBezTo>
                  <a:pt x="35015" y="13240"/>
                  <a:pt x="35083" y="11870"/>
                  <a:pt x="33965" y="10912"/>
                </a:cubicBezTo>
                <a:cubicBezTo>
                  <a:pt x="33378" y="10384"/>
                  <a:pt x="32652" y="10247"/>
                  <a:pt x="31886" y="10247"/>
                </a:cubicBezTo>
                <a:cubicBezTo>
                  <a:pt x="31057" y="10247"/>
                  <a:pt x="30181" y="10408"/>
                  <a:pt x="29382" y="10408"/>
                </a:cubicBezTo>
                <a:cubicBezTo>
                  <a:pt x="29225" y="10408"/>
                  <a:pt x="29071" y="10401"/>
                  <a:pt x="28921" y="10387"/>
                </a:cubicBezTo>
                <a:cubicBezTo>
                  <a:pt x="29674" y="8675"/>
                  <a:pt x="31249" y="6666"/>
                  <a:pt x="28989" y="5228"/>
                </a:cubicBezTo>
                <a:cubicBezTo>
                  <a:pt x="28519" y="4922"/>
                  <a:pt x="28048" y="4795"/>
                  <a:pt x="27585" y="4795"/>
                </a:cubicBezTo>
                <a:cubicBezTo>
                  <a:pt x="26183" y="4795"/>
                  <a:pt x="24849" y="5962"/>
                  <a:pt x="23785" y="6872"/>
                </a:cubicBezTo>
                <a:cubicBezTo>
                  <a:pt x="23876" y="4338"/>
                  <a:pt x="23534" y="777"/>
                  <a:pt x="20567" y="93"/>
                </a:cubicBezTo>
                <a:cubicBezTo>
                  <a:pt x="20275" y="30"/>
                  <a:pt x="19994" y="0"/>
                  <a:pt x="19722" y="0"/>
                </a:cubicBezTo>
                <a:close/>
              </a:path>
            </a:pathLst>
          </a:custGeom>
          <a:solidFill>
            <a:srgbClr val="F8F4EC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16">
            <a:extLst>
              <a:ext uri="{FF2B5EF4-FFF2-40B4-BE49-F238E27FC236}">
                <a16:creationId xmlns:a16="http://schemas.microsoft.com/office/drawing/2014/main" id="{06B62485-D7C2-4351-AA44-B9AA627F90A1}"/>
              </a:ext>
            </a:extLst>
          </p:cNvPr>
          <p:cNvSpPr>
            <a:spLocks noGrp="1"/>
          </p:cNvSpPr>
          <p:nvPr/>
        </p:nvSpPr>
        <p:spPr>
          <a:xfrm>
            <a:off x="249902" y="2520655"/>
            <a:ext cx="1699644" cy="760965"/>
          </a:xfrm>
          <a:custGeom>
            <a:avLst/>
            <a:gdLst/>
            <a:ahLst/>
            <a:cxnLst/>
            <a:rect l="l" t="t" r="r" b="b"/>
            <a:pathLst>
              <a:path w="35084" h="15707">
                <a:moveTo>
                  <a:pt x="19722" y="0"/>
                </a:moveTo>
                <a:cubicBezTo>
                  <a:pt x="17040" y="0"/>
                  <a:pt x="15328" y="2890"/>
                  <a:pt x="14312" y="5046"/>
                </a:cubicBezTo>
                <a:cubicBezTo>
                  <a:pt x="12935" y="3382"/>
                  <a:pt x="10996" y="1550"/>
                  <a:pt x="8761" y="1550"/>
                </a:cubicBezTo>
                <a:cubicBezTo>
                  <a:pt x="8144" y="1550"/>
                  <a:pt x="7505" y="1689"/>
                  <a:pt x="6849" y="2010"/>
                </a:cubicBezTo>
                <a:cubicBezTo>
                  <a:pt x="3470" y="3630"/>
                  <a:pt x="4498" y="6872"/>
                  <a:pt x="5319" y="9542"/>
                </a:cubicBezTo>
                <a:cubicBezTo>
                  <a:pt x="3356" y="9930"/>
                  <a:pt x="1" y="11071"/>
                  <a:pt x="1393" y="13765"/>
                </a:cubicBezTo>
                <a:cubicBezTo>
                  <a:pt x="2352" y="15522"/>
                  <a:pt x="5228" y="15614"/>
                  <a:pt x="6940" y="15682"/>
                </a:cubicBezTo>
                <a:cubicBezTo>
                  <a:pt x="8210" y="15689"/>
                  <a:pt x="9757" y="15697"/>
                  <a:pt x="11405" y="15697"/>
                </a:cubicBezTo>
                <a:cubicBezTo>
                  <a:pt x="14968" y="15697"/>
                  <a:pt x="19007" y="15663"/>
                  <a:pt x="21753" y="15522"/>
                </a:cubicBezTo>
                <a:cubicBezTo>
                  <a:pt x="22672" y="15601"/>
                  <a:pt x="24416" y="15707"/>
                  <a:pt x="26317" y="15707"/>
                </a:cubicBezTo>
                <a:cubicBezTo>
                  <a:pt x="29376" y="15707"/>
                  <a:pt x="32844" y="15433"/>
                  <a:pt x="33942" y="14335"/>
                </a:cubicBezTo>
                <a:cubicBezTo>
                  <a:pt x="35015" y="13240"/>
                  <a:pt x="35083" y="11870"/>
                  <a:pt x="33965" y="10912"/>
                </a:cubicBezTo>
                <a:cubicBezTo>
                  <a:pt x="33378" y="10384"/>
                  <a:pt x="32652" y="10247"/>
                  <a:pt x="31886" y="10247"/>
                </a:cubicBezTo>
                <a:cubicBezTo>
                  <a:pt x="31057" y="10247"/>
                  <a:pt x="30181" y="10408"/>
                  <a:pt x="29382" y="10408"/>
                </a:cubicBezTo>
                <a:cubicBezTo>
                  <a:pt x="29225" y="10408"/>
                  <a:pt x="29071" y="10401"/>
                  <a:pt x="28921" y="10387"/>
                </a:cubicBezTo>
                <a:cubicBezTo>
                  <a:pt x="29674" y="8675"/>
                  <a:pt x="31249" y="6666"/>
                  <a:pt x="28989" y="5228"/>
                </a:cubicBezTo>
                <a:cubicBezTo>
                  <a:pt x="28519" y="4922"/>
                  <a:pt x="28048" y="4795"/>
                  <a:pt x="27585" y="4795"/>
                </a:cubicBezTo>
                <a:cubicBezTo>
                  <a:pt x="26183" y="4795"/>
                  <a:pt x="24849" y="5962"/>
                  <a:pt x="23785" y="6872"/>
                </a:cubicBezTo>
                <a:cubicBezTo>
                  <a:pt x="23876" y="4338"/>
                  <a:pt x="23534" y="777"/>
                  <a:pt x="20567" y="93"/>
                </a:cubicBezTo>
                <a:cubicBezTo>
                  <a:pt x="20275" y="30"/>
                  <a:pt x="19994" y="0"/>
                  <a:pt x="19722" y="0"/>
                </a:cubicBezTo>
                <a:close/>
              </a:path>
            </a:pathLst>
          </a:custGeom>
          <a:solidFill>
            <a:srgbClr val="F8F4EC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16">
            <a:extLst>
              <a:ext uri="{FF2B5EF4-FFF2-40B4-BE49-F238E27FC236}">
                <a16:creationId xmlns:a16="http://schemas.microsoft.com/office/drawing/2014/main" id="{E4F923CB-E8A7-4C9A-979F-707A82A2F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225" y="3652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Sriracha"/>
              <a:buNone/>
              <a:defRPr sz="2800">
                <a:solidFill>
                  <a:schemeClr val="dk2"/>
                </a:solidFill>
                <a:latin typeface="Sriracha"/>
                <a:ea typeface="Sriracha"/>
                <a:cs typeface="Sriracha"/>
              </a:defRPr>
            </a:lvl1pPr>
            <a:lvl2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angers"/>
              <a:buNone/>
              <a:defRPr sz="2800">
                <a:solidFill>
                  <a:schemeClr val="dk1"/>
                </a:solidFill>
                <a:latin typeface="Bangers"/>
                <a:ea typeface="Bangers"/>
                <a:cs typeface="Bangers"/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angers"/>
              <a:buNone/>
              <a:defRPr sz="2800">
                <a:solidFill>
                  <a:schemeClr val="dk1"/>
                </a:solidFill>
                <a:latin typeface="Bangers"/>
                <a:ea typeface="Bangers"/>
                <a:cs typeface="Bangers"/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angers"/>
              <a:buNone/>
              <a:defRPr sz="2800">
                <a:solidFill>
                  <a:schemeClr val="dk1"/>
                </a:solidFill>
                <a:latin typeface="Bangers"/>
                <a:ea typeface="Bangers"/>
                <a:cs typeface="Bangers"/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angers"/>
              <a:buNone/>
              <a:defRPr sz="2800">
                <a:solidFill>
                  <a:schemeClr val="dk1"/>
                </a:solidFill>
                <a:latin typeface="Bangers"/>
                <a:ea typeface="Bangers"/>
                <a:cs typeface="Bangers"/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angers"/>
              <a:buNone/>
              <a:defRPr sz="2800">
                <a:solidFill>
                  <a:schemeClr val="dk1"/>
                </a:solidFill>
                <a:latin typeface="Bangers"/>
                <a:ea typeface="Bangers"/>
                <a:cs typeface="Bangers"/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angers"/>
              <a:buNone/>
              <a:defRPr sz="2800">
                <a:solidFill>
                  <a:schemeClr val="dk1"/>
                </a:solidFill>
                <a:latin typeface="Bangers"/>
                <a:ea typeface="Bangers"/>
                <a:cs typeface="Bangers"/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angers"/>
              <a:buNone/>
              <a:defRPr sz="2800">
                <a:solidFill>
                  <a:schemeClr val="dk1"/>
                </a:solidFill>
                <a:latin typeface="Bangers"/>
                <a:ea typeface="Bangers"/>
                <a:cs typeface="Bangers"/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angers"/>
              <a:buNone/>
              <a:defRPr sz="2800">
                <a:solidFill>
                  <a:schemeClr val="dk1"/>
                </a:solidFill>
                <a:latin typeface="Bangers"/>
                <a:ea typeface="Bangers"/>
                <a:cs typeface="Bangers"/>
              </a:defRPr>
            </a:lvl9pPr>
          </a:lstStyle>
          <a:p>
            <a:endParaRPr/>
          </a:p>
        </p:txBody>
      </p:sp>
      <p:sp>
        <p:nvSpPr>
          <p:cNvPr id="219" name="Google Shape;219;p16">
            <a:extLst>
              <a:ext uri="{FF2B5EF4-FFF2-40B4-BE49-F238E27FC236}">
                <a16:creationId xmlns:a16="http://schemas.microsoft.com/office/drawing/2014/main" id="{9D9050CF-BDBD-4165-86DB-77CB94DA25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33830" y="2360450"/>
            <a:ext cx="2796600" cy="13086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1600"/>
              <a:buFont typeface="Barlow Medium"/>
              <a:buNone/>
              <a:defRPr sz="1600">
                <a:latin typeface="Barlow Medium"/>
                <a:ea typeface="Barlow Medium"/>
                <a:cs typeface="Barlow Medium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Font typeface="Barlow Medium"/>
              <a:buNone/>
              <a:defRPr>
                <a:latin typeface="Barlow Medium"/>
                <a:ea typeface="Barlow Medium"/>
                <a:cs typeface="Barlow Medium"/>
              </a:defRPr>
            </a:lvl2pPr>
            <a:lvl3pPr>
              <a:spcBef>
                <a:spcPts val="1600"/>
              </a:spcBef>
              <a:spcAft>
                <a:spcPts val="0"/>
              </a:spcAft>
              <a:buSzPts val="1400"/>
              <a:buFont typeface="Barlow Medium"/>
              <a:buNone/>
              <a:defRPr>
                <a:latin typeface="Barlow Medium"/>
                <a:ea typeface="Barlow Medium"/>
                <a:cs typeface="Barlow Medium"/>
              </a:defRPr>
            </a:lvl3pPr>
            <a:lvl4pPr>
              <a:spcBef>
                <a:spcPts val="1600"/>
              </a:spcBef>
              <a:spcAft>
                <a:spcPts val="0"/>
              </a:spcAft>
              <a:buSzPts val="1400"/>
              <a:buFont typeface="Barlow Medium"/>
              <a:buNone/>
              <a:defRPr>
                <a:latin typeface="Barlow Medium"/>
                <a:ea typeface="Barlow Medium"/>
                <a:cs typeface="Barlow Medium"/>
              </a:defRPr>
            </a:lvl4pPr>
            <a:lvl5pPr>
              <a:spcBef>
                <a:spcPts val="1600"/>
              </a:spcBef>
              <a:spcAft>
                <a:spcPts val="0"/>
              </a:spcAft>
              <a:buSzPts val="1400"/>
              <a:buFont typeface="Barlow Medium"/>
              <a:buNone/>
              <a:defRPr>
                <a:latin typeface="Barlow Medium"/>
                <a:ea typeface="Barlow Medium"/>
                <a:cs typeface="Barlow Medium"/>
              </a:defRPr>
            </a:lvl5pPr>
            <a:lvl6pPr>
              <a:spcBef>
                <a:spcPts val="1600"/>
              </a:spcBef>
              <a:spcAft>
                <a:spcPts val="0"/>
              </a:spcAft>
              <a:buSzPts val="1400"/>
              <a:buFont typeface="Barlow Medium"/>
              <a:buNone/>
              <a:defRPr>
                <a:latin typeface="Barlow Medium"/>
                <a:ea typeface="Barlow Medium"/>
                <a:cs typeface="Barlow Medium"/>
              </a:defRPr>
            </a:lvl6pPr>
            <a:lvl7pPr>
              <a:spcBef>
                <a:spcPts val="1600"/>
              </a:spcBef>
              <a:spcAft>
                <a:spcPts val="0"/>
              </a:spcAft>
              <a:buSzPts val="1400"/>
              <a:buFont typeface="Barlow Medium"/>
              <a:buNone/>
              <a:defRPr>
                <a:latin typeface="Barlow Medium"/>
                <a:ea typeface="Barlow Medium"/>
                <a:cs typeface="Barlow Medium"/>
              </a:defRPr>
            </a:lvl7pPr>
            <a:lvl8pPr>
              <a:spcBef>
                <a:spcPts val="1600"/>
              </a:spcBef>
              <a:spcAft>
                <a:spcPts val="0"/>
              </a:spcAft>
              <a:buSzPts val="1400"/>
              <a:buFont typeface="Barlow Medium"/>
              <a:buNone/>
              <a:defRPr>
                <a:latin typeface="Barlow Medium"/>
                <a:ea typeface="Barlow Medium"/>
                <a:cs typeface="Barlow Medium"/>
              </a:defRPr>
            </a:lvl8pPr>
            <a:lvl9pPr>
              <a:spcBef>
                <a:spcPts val="1600"/>
              </a:spcBef>
              <a:spcAft>
                <a:spcPts val="1600"/>
              </a:spcAft>
              <a:buSzPts val="1400"/>
              <a:buFont typeface="Barlow Medium"/>
              <a:buNone/>
              <a:defRPr>
                <a:latin typeface="Barlow Medium"/>
                <a:ea typeface="Barlow Medium"/>
                <a:cs typeface="Barlow Medium"/>
              </a:defRPr>
            </a:lvl9pPr>
          </a:lstStyle>
          <a:p>
            <a:endParaRPr/>
          </a:p>
        </p:txBody>
      </p:sp>
      <p:sp>
        <p:nvSpPr>
          <p:cNvPr id="220" name="Google Shape;220;p16">
            <a:extLst>
              <a:ext uri="{FF2B5EF4-FFF2-40B4-BE49-F238E27FC236}">
                <a16:creationId xmlns:a16="http://schemas.microsoft.com/office/drawing/2014/main" id="{65CF77CD-A21F-493E-93C7-B9369735AA5A}"/>
              </a:ext>
            </a:extLst>
          </p:cNvPr>
          <p:cNvSpPr>
            <a:spLocks noGrp="1"/>
          </p:cNvSpPr>
          <p:nvPr/>
        </p:nvSpPr>
        <p:spPr>
          <a:xfrm>
            <a:off x="0" y="3670025"/>
            <a:ext cx="9144012" cy="1487949"/>
          </a:xfrm>
          <a:custGeom>
            <a:avLst/>
            <a:gdLst/>
            <a:ahLst/>
            <a:cxnLst/>
            <a:rect l="l" t="t" r="r" b="b"/>
            <a:pathLst>
              <a:path w="284838" h="50589">
                <a:moveTo>
                  <a:pt x="133359" y="0"/>
                </a:moveTo>
                <a:cubicBezTo>
                  <a:pt x="132063" y="0"/>
                  <a:pt x="130757" y="60"/>
                  <a:pt x="129443" y="190"/>
                </a:cubicBezTo>
                <a:cubicBezTo>
                  <a:pt x="121021" y="1012"/>
                  <a:pt x="114059" y="3979"/>
                  <a:pt x="107554" y="6810"/>
                </a:cubicBezTo>
                <a:cubicBezTo>
                  <a:pt x="99839" y="10165"/>
                  <a:pt x="91987" y="14411"/>
                  <a:pt x="81830" y="15209"/>
                </a:cubicBezTo>
                <a:cubicBezTo>
                  <a:pt x="80619" y="15306"/>
                  <a:pt x="79418" y="15351"/>
                  <a:pt x="78227" y="15351"/>
                </a:cubicBezTo>
                <a:cubicBezTo>
                  <a:pt x="70438" y="15351"/>
                  <a:pt x="63068" y="13440"/>
                  <a:pt x="56060" y="11717"/>
                </a:cubicBezTo>
                <a:cubicBezTo>
                  <a:pt x="47272" y="9572"/>
                  <a:pt x="38302" y="7449"/>
                  <a:pt x="28715" y="6696"/>
                </a:cubicBezTo>
                <a:cubicBezTo>
                  <a:pt x="26227" y="6492"/>
                  <a:pt x="23698" y="6384"/>
                  <a:pt x="21170" y="6384"/>
                </a:cubicBezTo>
                <a:cubicBezTo>
                  <a:pt x="15464" y="6384"/>
                  <a:pt x="9763" y="6937"/>
                  <a:pt x="4543" y="8202"/>
                </a:cubicBezTo>
                <a:cubicBezTo>
                  <a:pt x="2968" y="8567"/>
                  <a:pt x="1462" y="9001"/>
                  <a:pt x="1" y="9457"/>
                </a:cubicBezTo>
                <a:lnTo>
                  <a:pt x="1" y="50589"/>
                </a:lnTo>
                <a:lnTo>
                  <a:pt x="284838" y="50589"/>
                </a:lnTo>
                <a:lnTo>
                  <a:pt x="284838" y="13155"/>
                </a:lnTo>
                <a:cubicBezTo>
                  <a:pt x="283742" y="12744"/>
                  <a:pt x="282624" y="12333"/>
                  <a:pt x="281528" y="11900"/>
                </a:cubicBezTo>
                <a:cubicBezTo>
                  <a:pt x="273083" y="8704"/>
                  <a:pt x="264752" y="4664"/>
                  <a:pt x="254868" y="2838"/>
                </a:cubicBezTo>
                <a:cubicBezTo>
                  <a:pt x="251879" y="2285"/>
                  <a:pt x="248783" y="1967"/>
                  <a:pt x="245668" y="1967"/>
                </a:cubicBezTo>
                <a:cubicBezTo>
                  <a:pt x="244026" y="1967"/>
                  <a:pt x="242379" y="2056"/>
                  <a:pt x="240739" y="2245"/>
                </a:cubicBezTo>
                <a:cubicBezTo>
                  <a:pt x="236403" y="2770"/>
                  <a:pt x="232408" y="3751"/>
                  <a:pt x="228619" y="5007"/>
                </a:cubicBezTo>
                <a:cubicBezTo>
                  <a:pt x="220813" y="7563"/>
                  <a:pt x="213806" y="11010"/>
                  <a:pt x="205383" y="12973"/>
                </a:cubicBezTo>
                <a:cubicBezTo>
                  <a:pt x="201139" y="13960"/>
                  <a:pt x="196833" y="14451"/>
                  <a:pt x="192530" y="14451"/>
                </a:cubicBezTo>
                <a:cubicBezTo>
                  <a:pt x="188177" y="14451"/>
                  <a:pt x="183826" y="13948"/>
                  <a:pt x="179545" y="12950"/>
                </a:cubicBezTo>
                <a:cubicBezTo>
                  <a:pt x="171008" y="10964"/>
                  <a:pt x="163750" y="7723"/>
                  <a:pt x="156126" y="4892"/>
                </a:cubicBezTo>
                <a:cubicBezTo>
                  <a:pt x="149458" y="2446"/>
                  <a:pt x="141614" y="0"/>
                  <a:pt x="133359" y="0"/>
                </a:cubicBezTo>
                <a:close/>
              </a:path>
            </a:pathLst>
          </a:custGeom>
          <a:solidFill>
            <a:srgbClr val="EADBC5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16">
            <a:extLst>
              <a:ext uri="{FF2B5EF4-FFF2-40B4-BE49-F238E27FC236}">
                <a16:creationId xmlns:a16="http://schemas.microsoft.com/office/drawing/2014/main" id="{10D679A9-509A-485C-AEC6-4353EA29B98C}"/>
              </a:ext>
            </a:extLst>
          </p:cNvPr>
          <p:cNvSpPr>
            <a:spLocks noGrp="1"/>
          </p:cNvSpPr>
          <p:nvPr/>
        </p:nvSpPr>
        <p:spPr>
          <a:xfrm>
            <a:off x="8008834" y="419205"/>
            <a:ext cx="91235" cy="82489"/>
          </a:xfrm>
          <a:custGeom>
            <a:avLst/>
            <a:gdLst/>
            <a:ahLst/>
            <a:cxnLst/>
            <a:rect l="l" t="t" r="r" b="b"/>
            <a:pathLst>
              <a:path w="3380" h="3056">
                <a:moveTo>
                  <a:pt x="990" y="1"/>
                </a:moveTo>
                <a:cubicBezTo>
                  <a:pt x="898" y="1"/>
                  <a:pt x="774" y="66"/>
                  <a:pt x="754" y="165"/>
                </a:cubicBezTo>
                <a:cubicBezTo>
                  <a:pt x="708" y="507"/>
                  <a:pt x="731" y="850"/>
                  <a:pt x="800" y="1169"/>
                </a:cubicBezTo>
                <a:cubicBezTo>
                  <a:pt x="572" y="1329"/>
                  <a:pt x="366" y="1466"/>
                  <a:pt x="161" y="1649"/>
                </a:cubicBezTo>
                <a:cubicBezTo>
                  <a:pt x="1" y="1786"/>
                  <a:pt x="138" y="2014"/>
                  <a:pt x="298" y="2014"/>
                </a:cubicBezTo>
                <a:cubicBezTo>
                  <a:pt x="549" y="2037"/>
                  <a:pt x="777" y="2059"/>
                  <a:pt x="1028" y="2082"/>
                </a:cubicBezTo>
                <a:lnTo>
                  <a:pt x="1051" y="2128"/>
                </a:lnTo>
                <a:cubicBezTo>
                  <a:pt x="1074" y="2356"/>
                  <a:pt x="1119" y="2562"/>
                  <a:pt x="1211" y="2767"/>
                </a:cubicBezTo>
                <a:cubicBezTo>
                  <a:pt x="1233" y="2813"/>
                  <a:pt x="1233" y="2835"/>
                  <a:pt x="1279" y="2858"/>
                </a:cubicBezTo>
                <a:cubicBezTo>
                  <a:pt x="1302" y="2904"/>
                  <a:pt x="1325" y="2950"/>
                  <a:pt x="1348" y="2995"/>
                </a:cubicBezTo>
                <a:cubicBezTo>
                  <a:pt x="1382" y="3038"/>
                  <a:pt x="1429" y="3055"/>
                  <a:pt x="1477" y="3055"/>
                </a:cubicBezTo>
                <a:cubicBezTo>
                  <a:pt x="1559" y="3055"/>
                  <a:pt x="1647" y="3007"/>
                  <a:pt x="1690" y="2950"/>
                </a:cubicBezTo>
                <a:cubicBezTo>
                  <a:pt x="1850" y="2676"/>
                  <a:pt x="2010" y="2402"/>
                  <a:pt x="2146" y="2105"/>
                </a:cubicBezTo>
                <a:cubicBezTo>
                  <a:pt x="2443" y="2105"/>
                  <a:pt x="2763" y="2105"/>
                  <a:pt x="3060" y="2082"/>
                </a:cubicBezTo>
                <a:cubicBezTo>
                  <a:pt x="3242" y="2082"/>
                  <a:pt x="3379" y="1854"/>
                  <a:pt x="3219" y="1717"/>
                </a:cubicBezTo>
                <a:cubicBezTo>
                  <a:pt x="2991" y="1512"/>
                  <a:pt x="2763" y="1329"/>
                  <a:pt x="2535" y="1146"/>
                </a:cubicBezTo>
                <a:cubicBezTo>
                  <a:pt x="2649" y="873"/>
                  <a:pt x="2763" y="576"/>
                  <a:pt x="2877" y="302"/>
                </a:cubicBezTo>
                <a:cubicBezTo>
                  <a:pt x="2933" y="152"/>
                  <a:pt x="2774" y="33"/>
                  <a:pt x="2639" y="33"/>
                </a:cubicBezTo>
                <a:cubicBezTo>
                  <a:pt x="2610" y="33"/>
                  <a:pt x="2582" y="39"/>
                  <a:pt x="2557" y="51"/>
                </a:cubicBezTo>
                <a:cubicBezTo>
                  <a:pt x="2306" y="211"/>
                  <a:pt x="2055" y="370"/>
                  <a:pt x="1804" y="530"/>
                </a:cubicBezTo>
                <a:cubicBezTo>
                  <a:pt x="1576" y="325"/>
                  <a:pt x="1325" y="119"/>
                  <a:pt x="1028" y="5"/>
                </a:cubicBezTo>
                <a:cubicBezTo>
                  <a:pt x="1016" y="2"/>
                  <a:pt x="1003" y="1"/>
                  <a:pt x="990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16">
            <a:extLst>
              <a:ext uri="{FF2B5EF4-FFF2-40B4-BE49-F238E27FC236}">
                <a16:creationId xmlns:a16="http://schemas.microsoft.com/office/drawing/2014/main" id="{D4CDA740-F8CB-4B21-9882-0BB425FB9ABB}"/>
              </a:ext>
            </a:extLst>
          </p:cNvPr>
          <p:cNvSpPr>
            <a:spLocks noGrp="1"/>
          </p:cNvSpPr>
          <p:nvPr/>
        </p:nvSpPr>
        <p:spPr>
          <a:xfrm>
            <a:off x="7978830" y="2855548"/>
            <a:ext cx="59576" cy="46226"/>
          </a:xfrm>
          <a:custGeom>
            <a:avLst/>
            <a:gdLst/>
            <a:ahLst/>
            <a:cxnLst/>
            <a:rect l="l" t="t" r="r" b="b"/>
            <a:pathLst>
              <a:path w="1736" h="1347">
                <a:moveTo>
                  <a:pt x="868" y="0"/>
                </a:moveTo>
                <a:cubicBezTo>
                  <a:pt x="1" y="0"/>
                  <a:pt x="1" y="1347"/>
                  <a:pt x="868" y="1347"/>
                </a:cubicBezTo>
                <a:cubicBezTo>
                  <a:pt x="1736" y="1347"/>
                  <a:pt x="1736" y="0"/>
                  <a:pt x="868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16">
            <a:extLst>
              <a:ext uri="{FF2B5EF4-FFF2-40B4-BE49-F238E27FC236}">
                <a16:creationId xmlns:a16="http://schemas.microsoft.com/office/drawing/2014/main" id="{1D95F423-EB4D-4281-A289-49A1A9C31E29}"/>
              </a:ext>
            </a:extLst>
          </p:cNvPr>
          <p:cNvSpPr>
            <a:spLocks noGrp="1"/>
          </p:cNvSpPr>
          <p:nvPr/>
        </p:nvSpPr>
        <p:spPr>
          <a:xfrm>
            <a:off x="8025057" y="2763884"/>
            <a:ext cx="58787" cy="45471"/>
          </a:xfrm>
          <a:custGeom>
            <a:avLst/>
            <a:gdLst/>
            <a:ahLst/>
            <a:cxnLst/>
            <a:rect l="l" t="t" r="r" b="b"/>
            <a:pathLst>
              <a:path w="1713" h="1325">
                <a:moveTo>
                  <a:pt x="868" y="1"/>
                </a:moveTo>
                <a:cubicBezTo>
                  <a:pt x="0" y="1"/>
                  <a:pt x="0" y="1324"/>
                  <a:pt x="868" y="1324"/>
                </a:cubicBezTo>
                <a:cubicBezTo>
                  <a:pt x="1712" y="1324"/>
                  <a:pt x="1712" y="1"/>
                  <a:pt x="868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16">
            <a:extLst>
              <a:ext uri="{FF2B5EF4-FFF2-40B4-BE49-F238E27FC236}">
                <a16:creationId xmlns:a16="http://schemas.microsoft.com/office/drawing/2014/main" id="{ACCB0810-06C5-4782-A882-C1B9098D0820}"/>
              </a:ext>
            </a:extLst>
          </p:cNvPr>
          <p:cNvSpPr>
            <a:spLocks noGrp="1"/>
          </p:cNvSpPr>
          <p:nvPr/>
        </p:nvSpPr>
        <p:spPr>
          <a:xfrm>
            <a:off x="8070495" y="2855548"/>
            <a:ext cx="59576" cy="46226"/>
          </a:xfrm>
          <a:custGeom>
            <a:avLst/>
            <a:gdLst/>
            <a:ahLst/>
            <a:cxnLst/>
            <a:rect l="l" t="t" r="r" b="b"/>
            <a:pathLst>
              <a:path w="1736" h="1347">
                <a:moveTo>
                  <a:pt x="868" y="0"/>
                </a:moveTo>
                <a:cubicBezTo>
                  <a:pt x="0" y="0"/>
                  <a:pt x="0" y="1347"/>
                  <a:pt x="868" y="1347"/>
                </a:cubicBezTo>
                <a:cubicBezTo>
                  <a:pt x="1735" y="1347"/>
                  <a:pt x="1735" y="0"/>
                  <a:pt x="868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p16">
            <a:extLst>
              <a:ext uri="{FF2B5EF4-FFF2-40B4-BE49-F238E27FC236}">
                <a16:creationId xmlns:a16="http://schemas.microsoft.com/office/drawing/2014/main" id="{0C670248-9278-48EE-AAB8-CC049FA91D04}"/>
              </a:ext>
            </a:extLst>
          </p:cNvPr>
          <p:cNvSpPr>
            <a:spLocks noGrp="1"/>
          </p:cNvSpPr>
          <p:nvPr/>
        </p:nvSpPr>
        <p:spPr>
          <a:xfrm>
            <a:off x="1127205" y="778173"/>
            <a:ext cx="59576" cy="46226"/>
          </a:xfrm>
          <a:custGeom>
            <a:avLst/>
            <a:gdLst/>
            <a:ahLst/>
            <a:cxnLst/>
            <a:rect l="l" t="t" r="r" b="b"/>
            <a:pathLst>
              <a:path w="1736" h="1347">
                <a:moveTo>
                  <a:pt x="868" y="0"/>
                </a:moveTo>
                <a:cubicBezTo>
                  <a:pt x="1" y="0"/>
                  <a:pt x="1" y="1347"/>
                  <a:pt x="868" y="1347"/>
                </a:cubicBezTo>
                <a:cubicBezTo>
                  <a:pt x="1736" y="1347"/>
                  <a:pt x="1736" y="0"/>
                  <a:pt x="868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16">
            <a:extLst>
              <a:ext uri="{FF2B5EF4-FFF2-40B4-BE49-F238E27FC236}">
                <a16:creationId xmlns:a16="http://schemas.microsoft.com/office/drawing/2014/main" id="{933C355E-C68F-4105-85CE-CBCBC00F6A8C}"/>
              </a:ext>
            </a:extLst>
          </p:cNvPr>
          <p:cNvSpPr>
            <a:spLocks noGrp="1"/>
          </p:cNvSpPr>
          <p:nvPr/>
        </p:nvSpPr>
        <p:spPr>
          <a:xfrm>
            <a:off x="1173432" y="686509"/>
            <a:ext cx="58787" cy="45471"/>
          </a:xfrm>
          <a:custGeom>
            <a:avLst/>
            <a:gdLst/>
            <a:ahLst/>
            <a:cxnLst/>
            <a:rect l="l" t="t" r="r" b="b"/>
            <a:pathLst>
              <a:path w="1713" h="1325">
                <a:moveTo>
                  <a:pt x="868" y="1"/>
                </a:moveTo>
                <a:cubicBezTo>
                  <a:pt x="0" y="1"/>
                  <a:pt x="0" y="1324"/>
                  <a:pt x="868" y="1324"/>
                </a:cubicBezTo>
                <a:cubicBezTo>
                  <a:pt x="1712" y="1324"/>
                  <a:pt x="1712" y="1"/>
                  <a:pt x="868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16">
            <a:extLst>
              <a:ext uri="{FF2B5EF4-FFF2-40B4-BE49-F238E27FC236}">
                <a16:creationId xmlns:a16="http://schemas.microsoft.com/office/drawing/2014/main" id="{846589E8-8258-440E-A0BF-C08722ED96F7}"/>
              </a:ext>
            </a:extLst>
          </p:cNvPr>
          <p:cNvSpPr>
            <a:spLocks noGrp="1"/>
          </p:cNvSpPr>
          <p:nvPr/>
        </p:nvSpPr>
        <p:spPr>
          <a:xfrm>
            <a:off x="1218870" y="778173"/>
            <a:ext cx="59576" cy="46226"/>
          </a:xfrm>
          <a:custGeom>
            <a:avLst/>
            <a:gdLst/>
            <a:ahLst/>
            <a:cxnLst/>
            <a:rect l="l" t="t" r="r" b="b"/>
            <a:pathLst>
              <a:path w="1736" h="1347">
                <a:moveTo>
                  <a:pt x="868" y="0"/>
                </a:moveTo>
                <a:cubicBezTo>
                  <a:pt x="0" y="0"/>
                  <a:pt x="0" y="1347"/>
                  <a:pt x="868" y="1347"/>
                </a:cubicBezTo>
                <a:cubicBezTo>
                  <a:pt x="1735" y="1347"/>
                  <a:pt x="1735" y="0"/>
                  <a:pt x="868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16">
            <a:extLst>
              <a:ext uri="{FF2B5EF4-FFF2-40B4-BE49-F238E27FC236}">
                <a16:creationId xmlns:a16="http://schemas.microsoft.com/office/drawing/2014/main" id="{F15D9F1C-1A03-469D-841F-BA9A4367210F}"/>
              </a:ext>
            </a:extLst>
          </p:cNvPr>
          <p:cNvSpPr>
            <a:spLocks noGrp="1"/>
          </p:cNvSpPr>
          <p:nvPr/>
        </p:nvSpPr>
        <p:spPr>
          <a:xfrm>
            <a:off x="2006721" y="2946330"/>
            <a:ext cx="91235" cy="82489"/>
          </a:xfrm>
          <a:custGeom>
            <a:avLst/>
            <a:gdLst/>
            <a:ahLst/>
            <a:cxnLst/>
            <a:rect l="l" t="t" r="r" b="b"/>
            <a:pathLst>
              <a:path w="3380" h="3056">
                <a:moveTo>
                  <a:pt x="990" y="1"/>
                </a:moveTo>
                <a:cubicBezTo>
                  <a:pt x="898" y="1"/>
                  <a:pt x="774" y="66"/>
                  <a:pt x="754" y="165"/>
                </a:cubicBezTo>
                <a:cubicBezTo>
                  <a:pt x="708" y="507"/>
                  <a:pt x="731" y="850"/>
                  <a:pt x="800" y="1169"/>
                </a:cubicBezTo>
                <a:cubicBezTo>
                  <a:pt x="572" y="1329"/>
                  <a:pt x="366" y="1466"/>
                  <a:pt x="161" y="1649"/>
                </a:cubicBezTo>
                <a:cubicBezTo>
                  <a:pt x="1" y="1786"/>
                  <a:pt x="138" y="2014"/>
                  <a:pt x="298" y="2014"/>
                </a:cubicBezTo>
                <a:cubicBezTo>
                  <a:pt x="549" y="2037"/>
                  <a:pt x="777" y="2059"/>
                  <a:pt x="1028" y="2082"/>
                </a:cubicBezTo>
                <a:lnTo>
                  <a:pt x="1051" y="2128"/>
                </a:lnTo>
                <a:cubicBezTo>
                  <a:pt x="1074" y="2356"/>
                  <a:pt x="1119" y="2562"/>
                  <a:pt x="1211" y="2767"/>
                </a:cubicBezTo>
                <a:cubicBezTo>
                  <a:pt x="1233" y="2813"/>
                  <a:pt x="1233" y="2835"/>
                  <a:pt x="1279" y="2858"/>
                </a:cubicBezTo>
                <a:cubicBezTo>
                  <a:pt x="1302" y="2904"/>
                  <a:pt x="1325" y="2950"/>
                  <a:pt x="1348" y="2995"/>
                </a:cubicBezTo>
                <a:cubicBezTo>
                  <a:pt x="1382" y="3038"/>
                  <a:pt x="1429" y="3055"/>
                  <a:pt x="1477" y="3055"/>
                </a:cubicBezTo>
                <a:cubicBezTo>
                  <a:pt x="1559" y="3055"/>
                  <a:pt x="1647" y="3007"/>
                  <a:pt x="1690" y="2950"/>
                </a:cubicBezTo>
                <a:cubicBezTo>
                  <a:pt x="1850" y="2676"/>
                  <a:pt x="2010" y="2402"/>
                  <a:pt x="2146" y="2105"/>
                </a:cubicBezTo>
                <a:cubicBezTo>
                  <a:pt x="2443" y="2105"/>
                  <a:pt x="2763" y="2105"/>
                  <a:pt x="3060" y="2082"/>
                </a:cubicBezTo>
                <a:cubicBezTo>
                  <a:pt x="3242" y="2082"/>
                  <a:pt x="3379" y="1854"/>
                  <a:pt x="3219" y="1717"/>
                </a:cubicBezTo>
                <a:cubicBezTo>
                  <a:pt x="2991" y="1512"/>
                  <a:pt x="2763" y="1329"/>
                  <a:pt x="2535" y="1146"/>
                </a:cubicBezTo>
                <a:cubicBezTo>
                  <a:pt x="2649" y="873"/>
                  <a:pt x="2763" y="576"/>
                  <a:pt x="2877" y="302"/>
                </a:cubicBezTo>
                <a:cubicBezTo>
                  <a:pt x="2933" y="152"/>
                  <a:pt x="2774" y="33"/>
                  <a:pt x="2639" y="33"/>
                </a:cubicBezTo>
                <a:cubicBezTo>
                  <a:pt x="2610" y="33"/>
                  <a:pt x="2582" y="39"/>
                  <a:pt x="2557" y="51"/>
                </a:cubicBezTo>
                <a:cubicBezTo>
                  <a:pt x="2306" y="211"/>
                  <a:pt x="2055" y="370"/>
                  <a:pt x="1804" y="530"/>
                </a:cubicBezTo>
                <a:cubicBezTo>
                  <a:pt x="1576" y="325"/>
                  <a:pt x="1325" y="119"/>
                  <a:pt x="1028" y="5"/>
                </a:cubicBezTo>
                <a:cubicBezTo>
                  <a:pt x="1016" y="2"/>
                  <a:pt x="1003" y="1"/>
                  <a:pt x="990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p16">
            <a:extLst>
              <a:ext uri="{FF2B5EF4-FFF2-40B4-BE49-F238E27FC236}">
                <a16:creationId xmlns:a16="http://schemas.microsoft.com/office/drawing/2014/main" id="{2A84BF46-6B9D-41AB-9749-FC0BB749B3D3}"/>
              </a:ext>
            </a:extLst>
          </p:cNvPr>
          <p:cNvSpPr>
            <a:spLocks noGrp="1"/>
          </p:cNvSpPr>
          <p:nvPr/>
        </p:nvSpPr>
        <p:spPr>
          <a:xfrm>
            <a:off x="6981402" y="1620355"/>
            <a:ext cx="1699644" cy="760965"/>
          </a:xfrm>
          <a:custGeom>
            <a:avLst/>
            <a:gdLst/>
            <a:ahLst/>
            <a:cxnLst/>
            <a:rect l="l" t="t" r="r" b="b"/>
            <a:pathLst>
              <a:path w="35084" h="15707">
                <a:moveTo>
                  <a:pt x="19722" y="0"/>
                </a:moveTo>
                <a:cubicBezTo>
                  <a:pt x="17040" y="0"/>
                  <a:pt x="15328" y="2890"/>
                  <a:pt x="14312" y="5046"/>
                </a:cubicBezTo>
                <a:cubicBezTo>
                  <a:pt x="12935" y="3382"/>
                  <a:pt x="10996" y="1550"/>
                  <a:pt x="8761" y="1550"/>
                </a:cubicBezTo>
                <a:cubicBezTo>
                  <a:pt x="8144" y="1550"/>
                  <a:pt x="7505" y="1689"/>
                  <a:pt x="6849" y="2010"/>
                </a:cubicBezTo>
                <a:cubicBezTo>
                  <a:pt x="3470" y="3630"/>
                  <a:pt x="4498" y="6872"/>
                  <a:pt x="5319" y="9542"/>
                </a:cubicBezTo>
                <a:cubicBezTo>
                  <a:pt x="3356" y="9930"/>
                  <a:pt x="1" y="11071"/>
                  <a:pt x="1393" y="13765"/>
                </a:cubicBezTo>
                <a:cubicBezTo>
                  <a:pt x="2352" y="15522"/>
                  <a:pt x="5228" y="15614"/>
                  <a:pt x="6940" y="15682"/>
                </a:cubicBezTo>
                <a:cubicBezTo>
                  <a:pt x="8210" y="15689"/>
                  <a:pt x="9757" y="15697"/>
                  <a:pt x="11405" y="15697"/>
                </a:cubicBezTo>
                <a:cubicBezTo>
                  <a:pt x="14968" y="15697"/>
                  <a:pt x="19007" y="15663"/>
                  <a:pt x="21753" y="15522"/>
                </a:cubicBezTo>
                <a:cubicBezTo>
                  <a:pt x="22672" y="15601"/>
                  <a:pt x="24416" y="15707"/>
                  <a:pt x="26317" y="15707"/>
                </a:cubicBezTo>
                <a:cubicBezTo>
                  <a:pt x="29376" y="15707"/>
                  <a:pt x="32844" y="15433"/>
                  <a:pt x="33942" y="14335"/>
                </a:cubicBezTo>
                <a:cubicBezTo>
                  <a:pt x="35015" y="13240"/>
                  <a:pt x="35083" y="11870"/>
                  <a:pt x="33965" y="10912"/>
                </a:cubicBezTo>
                <a:cubicBezTo>
                  <a:pt x="33378" y="10384"/>
                  <a:pt x="32652" y="10247"/>
                  <a:pt x="31886" y="10247"/>
                </a:cubicBezTo>
                <a:cubicBezTo>
                  <a:pt x="31057" y="10247"/>
                  <a:pt x="30181" y="10408"/>
                  <a:pt x="29382" y="10408"/>
                </a:cubicBezTo>
                <a:cubicBezTo>
                  <a:pt x="29225" y="10408"/>
                  <a:pt x="29071" y="10401"/>
                  <a:pt x="28921" y="10387"/>
                </a:cubicBezTo>
                <a:cubicBezTo>
                  <a:pt x="29674" y="8675"/>
                  <a:pt x="31249" y="6666"/>
                  <a:pt x="28989" y="5228"/>
                </a:cubicBezTo>
                <a:cubicBezTo>
                  <a:pt x="28519" y="4922"/>
                  <a:pt x="28048" y="4795"/>
                  <a:pt x="27585" y="4795"/>
                </a:cubicBezTo>
                <a:cubicBezTo>
                  <a:pt x="26183" y="4795"/>
                  <a:pt x="24849" y="5962"/>
                  <a:pt x="23785" y="6872"/>
                </a:cubicBezTo>
                <a:cubicBezTo>
                  <a:pt x="23876" y="4338"/>
                  <a:pt x="23534" y="777"/>
                  <a:pt x="20567" y="93"/>
                </a:cubicBezTo>
                <a:cubicBezTo>
                  <a:pt x="20275" y="30"/>
                  <a:pt x="19994" y="0"/>
                  <a:pt x="19722" y="0"/>
                </a:cubicBezTo>
                <a:close/>
              </a:path>
            </a:pathLst>
          </a:custGeom>
          <a:solidFill>
            <a:srgbClr val="F8F4EC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p16">
            <a:extLst>
              <a:ext uri="{FF2B5EF4-FFF2-40B4-BE49-F238E27FC236}">
                <a16:creationId xmlns:a16="http://schemas.microsoft.com/office/drawing/2014/main" id="{A3108D41-EDF1-4467-BA23-BED83C2BA888}"/>
              </a:ext>
            </a:extLst>
          </p:cNvPr>
          <p:cNvSpPr>
            <a:spLocks noGrp="1"/>
          </p:cNvSpPr>
          <p:nvPr/>
        </p:nvSpPr>
        <p:spPr>
          <a:xfrm>
            <a:off x="434121" y="1868205"/>
            <a:ext cx="91235" cy="82489"/>
          </a:xfrm>
          <a:custGeom>
            <a:avLst/>
            <a:gdLst/>
            <a:ahLst/>
            <a:cxnLst/>
            <a:rect l="l" t="t" r="r" b="b"/>
            <a:pathLst>
              <a:path w="3380" h="3056">
                <a:moveTo>
                  <a:pt x="990" y="1"/>
                </a:moveTo>
                <a:cubicBezTo>
                  <a:pt x="898" y="1"/>
                  <a:pt x="774" y="66"/>
                  <a:pt x="754" y="165"/>
                </a:cubicBezTo>
                <a:cubicBezTo>
                  <a:pt x="708" y="507"/>
                  <a:pt x="731" y="850"/>
                  <a:pt x="800" y="1169"/>
                </a:cubicBezTo>
                <a:cubicBezTo>
                  <a:pt x="572" y="1329"/>
                  <a:pt x="366" y="1466"/>
                  <a:pt x="161" y="1649"/>
                </a:cubicBezTo>
                <a:cubicBezTo>
                  <a:pt x="1" y="1786"/>
                  <a:pt x="138" y="2014"/>
                  <a:pt x="298" y="2014"/>
                </a:cubicBezTo>
                <a:cubicBezTo>
                  <a:pt x="549" y="2037"/>
                  <a:pt x="777" y="2059"/>
                  <a:pt x="1028" y="2082"/>
                </a:cubicBezTo>
                <a:lnTo>
                  <a:pt x="1051" y="2128"/>
                </a:lnTo>
                <a:cubicBezTo>
                  <a:pt x="1074" y="2356"/>
                  <a:pt x="1119" y="2562"/>
                  <a:pt x="1211" y="2767"/>
                </a:cubicBezTo>
                <a:cubicBezTo>
                  <a:pt x="1233" y="2813"/>
                  <a:pt x="1233" y="2835"/>
                  <a:pt x="1279" y="2858"/>
                </a:cubicBezTo>
                <a:cubicBezTo>
                  <a:pt x="1302" y="2904"/>
                  <a:pt x="1325" y="2950"/>
                  <a:pt x="1348" y="2995"/>
                </a:cubicBezTo>
                <a:cubicBezTo>
                  <a:pt x="1382" y="3038"/>
                  <a:pt x="1429" y="3055"/>
                  <a:pt x="1477" y="3055"/>
                </a:cubicBezTo>
                <a:cubicBezTo>
                  <a:pt x="1559" y="3055"/>
                  <a:pt x="1647" y="3007"/>
                  <a:pt x="1690" y="2950"/>
                </a:cubicBezTo>
                <a:cubicBezTo>
                  <a:pt x="1850" y="2676"/>
                  <a:pt x="2010" y="2402"/>
                  <a:pt x="2146" y="2105"/>
                </a:cubicBezTo>
                <a:cubicBezTo>
                  <a:pt x="2443" y="2105"/>
                  <a:pt x="2763" y="2105"/>
                  <a:pt x="3060" y="2082"/>
                </a:cubicBezTo>
                <a:cubicBezTo>
                  <a:pt x="3242" y="2082"/>
                  <a:pt x="3379" y="1854"/>
                  <a:pt x="3219" y="1717"/>
                </a:cubicBezTo>
                <a:cubicBezTo>
                  <a:pt x="2991" y="1512"/>
                  <a:pt x="2763" y="1329"/>
                  <a:pt x="2535" y="1146"/>
                </a:cubicBezTo>
                <a:cubicBezTo>
                  <a:pt x="2649" y="873"/>
                  <a:pt x="2763" y="576"/>
                  <a:pt x="2877" y="302"/>
                </a:cubicBezTo>
                <a:cubicBezTo>
                  <a:pt x="2933" y="152"/>
                  <a:pt x="2774" y="33"/>
                  <a:pt x="2639" y="33"/>
                </a:cubicBezTo>
                <a:cubicBezTo>
                  <a:pt x="2610" y="33"/>
                  <a:pt x="2582" y="39"/>
                  <a:pt x="2557" y="51"/>
                </a:cubicBezTo>
                <a:cubicBezTo>
                  <a:pt x="2306" y="211"/>
                  <a:pt x="2055" y="370"/>
                  <a:pt x="1804" y="530"/>
                </a:cubicBezTo>
                <a:cubicBezTo>
                  <a:pt x="1576" y="325"/>
                  <a:pt x="1325" y="119"/>
                  <a:pt x="1028" y="5"/>
                </a:cubicBezTo>
                <a:cubicBezTo>
                  <a:pt x="1016" y="2"/>
                  <a:pt x="1003" y="1"/>
                  <a:pt x="990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16">
            <a:extLst>
              <a:ext uri="{FF2B5EF4-FFF2-40B4-BE49-F238E27FC236}">
                <a16:creationId xmlns:a16="http://schemas.microsoft.com/office/drawing/2014/main" id="{54A7BDAE-0972-4097-9E8A-F670368F79A6}"/>
              </a:ext>
            </a:extLst>
          </p:cNvPr>
          <p:cNvSpPr>
            <a:spLocks noGrp="1"/>
          </p:cNvSpPr>
          <p:nvPr/>
        </p:nvSpPr>
        <p:spPr>
          <a:xfrm>
            <a:off x="8832296" y="937930"/>
            <a:ext cx="91235" cy="82489"/>
          </a:xfrm>
          <a:custGeom>
            <a:avLst/>
            <a:gdLst/>
            <a:ahLst/>
            <a:cxnLst/>
            <a:rect l="l" t="t" r="r" b="b"/>
            <a:pathLst>
              <a:path w="3380" h="3056">
                <a:moveTo>
                  <a:pt x="990" y="1"/>
                </a:moveTo>
                <a:cubicBezTo>
                  <a:pt x="898" y="1"/>
                  <a:pt x="774" y="66"/>
                  <a:pt x="754" y="165"/>
                </a:cubicBezTo>
                <a:cubicBezTo>
                  <a:pt x="708" y="507"/>
                  <a:pt x="731" y="850"/>
                  <a:pt x="800" y="1169"/>
                </a:cubicBezTo>
                <a:cubicBezTo>
                  <a:pt x="572" y="1329"/>
                  <a:pt x="366" y="1466"/>
                  <a:pt x="161" y="1649"/>
                </a:cubicBezTo>
                <a:cubicBezTo>
                  <a:pt x="1" y="1786"/>
                  <a:pt x="138" y="2014"/>
                  <a:pt x="298" y="2014"/>
                </a:cubicBezTo>
                <a:cubicBezTo>
                  <a:pt x="549" y="2037"/>
                  <a:pt x="777" y="2059"/>
                  <a:pt x="1028" y="2082"/>
                </a:cubicBezTo>
                <a:lnTo>
                  <a:pt x="1051" y="2128"/>
                </a:lnTo>
                <a:cubicBezTo>
                  <a:pt x="1074" y="2356"/>
                  <a:pt x="1119" y="2562"/>
                  <a:pt x="1211" y="2767"/>
                </a:cubicBezTo>
                <a:cubicBezTo>
                  <a:pt x="1233" y="2813"/>
                  <a:pt x="1233" y="2835"/>
                  <a:pt x="1279" y="2858"/>
                </a:cubicBezTo>
                <a:cubicBezTo>
                  <a:pt x="1302" y="2904"/>
                  <a:pt x="1325" y="2950"/>
                  <a:pt x="1348" y="2995"/>
                </a:cubicBezTo>
                <a:cubicBezTo>
                  <a:pt x="1382" y="3038"/>
                  <a:pt x="1429" y="3055"/>
                  <a:pt x="1477" y="3055"/>
                </a:cubicBezTo>
                <a:cubicBezTo>
                  <a:pt x="1559" y="3055"/>
                  <a:pt x="1647" y="3007"/>
                  <a:pt x="1690" y="2950"/>
                </a:cubicBezTo>
                <a:cubicBezTo>
                  <a:pt x="1850" y="2676"/>
                  <a:pt x="2010" y="2402"/>
                  <a:pt x="2146" y="2105"/>
                </a:cubicBezTo>
                <a:cubicBezTo>
                  <a:pt x="2443" y="2105"/>
                  <a:pt x="2763" y="2105"/>
                  <a:pt x="3060" y="2082"/>
                </a:cubicBezTo>
                <a:cubicBezTo>
                  <a:pt x="3242" y="2082"/>
                  <a:pt x="3379" y="1854"/>
                  <a:pt x="3219" y="1717"/>
                </a:cubicBezTo>
                <a:cubicBezTo>
                  <a:pt x="2991" y="1512"/>
                  <a:pt x="2763" y="1329"/>
                  <a:pt x="2535" y="1146"/>
                </a:cubicBezTo>
                <a:cubicBezTo>
                  <a:pt x="2649" y="873"/>
                  <a:pt x="2763" y="576"/>
                  <a:pt x="2877" y="302"/>
                </a:cubicBezTo>
                <a:cubicBezTo>
                  <a:pt x="2933" y="152"/>
                  <a:pt x="2774" y="33"/>
                  <a:pt x="2639" y="33"/>
                </a:cubicBezTo>
                <a:cubicBezTo>
                  <a:pt x="2610" y="33"/>
                  <a:pt x="2582" y="39"/>
                  <a:pt x="2557" y="51"/>
                </a:cubicBezTo>
                <a:cubicBezTo>
                  <a:pt x="2306" y="211"/>
                  <a:pt x="2055" y="370"/>
                  <a:pt x="1804" y="530"/>
                </a:cubicBezTo>
                <a:cubicBezTo>
                  <a:pt x="1576" y="325"/>
                  <a:pt x="1325" y="119"/>
                  <a:pt x="1028" y="5"/>
                </a:cubicBezTo>
                <a:cubicBezTo>
                  <a:pt x="1016" y="2"/>
                  <a:pt x="1003" y="1"/>
                  <a:pt x="990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16">
            <a:extLst>
              <a:ext uri="{FF2B5EF4-FFF2-40B4-BE49-F238E27FC236}">
                <a16:creationId xmlns:a16="http://schemas.microsoft.com/office/drawing/2014/main" id="{29845795-12B5-4923-AE81-B4F6DD6BAD68}"/>
              </a:ext>
            </a:extLst>
          </p:cNvPr>
          <p:cNvSpPr>
            <a:spLocks noGrp="1"/>
          </p:cNvSpPr>
          <p:nvPr>
            <p:ph type="subTitle" idx="2"/>
          </p:nvPr>
        </p:nvSpPr>
        <p:spPr>
          <a:xfrm>
            <a:off x="2833800" y="1972450"/>
            <a:ext cx="2796600" cy="4617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1600"/>
              <a:buFont typeface="Barlow Medium"/>
              <a:buNone/>
              <a:defRPr sz="2000">
                <a:solidFill>
                  <a:schemeClr val="accent3"/>
                </a:solidFill>
                <a:latin typeface="Sriracha"/>
                <a:ea typeface="Sriracha"/>
                <a:cs typeface="Sriracha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Font typeface="Barlow Medium"/>
              <a:buNone/>
              <a:defRPr>
                <a:latin typeface="Barlow Medium"/>
                <a:ea typeface="Barlow Medium"/>
                <a:cs typeface="Barlow Medium"/>
              </a:defRPr>
            </a:lvl2pPr>
            <a:lvl3pPr>
              <a:spcBef>
                <a:spcPts val="1600"/>
              </a:spcBef>
              <a:spcAft>
                <a:spcPts val="0"/>
              </a:spcAft>
              <a:buSzPts val="1400"/>
              <a:buFont typeface="Barlow Medium"/>
              <a:buNone/>
              <a:defRPr>
                <a:latin typeface="Barlow Medium"/>
                <a:ea typeface="Barlow Medium"/>
                <a:cs typeface="Barlow Medium"/>
              </a:defRPr>
            </a:lvl3pPr>
            <a:lvl4pPr>
              <a:spcBef>
                <a:spcPts val="1600"/>
              </a:spcBef>
              <a:spcAft>
                <a:spcPts val="0"/>
              </a:spcAft>
              <a:buSzPts val="1400"/>
              <a:buFont typeface="Barlow Medium"/>
              <a:buNone/>
              <a:defRPr>
                <a:latin typeface="Barlow Medium"/>
                <a:ea typeface="Barlow Medium"/>
                <a:cs typeface="Barlow Medium"/>
              </a:defRPr>
            </a:lvl4pPr>
            <a:lvl5pPr>
              <a:spcBef>
                <a:spcPts val="1600"/>
              </a:spcBef>
              <a:spcAft>
                <a:spcPts val="0"/>
              </a:spcAft>
              <a:buSzPts val="1400"/>
              <a:buFont typeface="Barlow Medium"/>
              <a:buNone/>
              <a:defRPr>
                <a:latin typeface="Barlow Medium"/>
                <a:ea typeface="Barlow Medium"/>
                <a:cs typeface="Barlow Medium"/>
              </a:defRPr>
            </a:lvl5pPr>
            <a:lvl6pPr>
              <a:spcBef>
                <a:spcPts val="1600"/>
              </a:spcBef>
              <a:spcAft>
                <a:spcPts val="0"/>
              </a:spcAft>
              <a:buSzPts val="1400"/>
              <a:buFont typeface="Barlow Medium"/>
              <a:buNone/>
              <a:defRPr>
                <a:latin typeface="Barlow Medium"/>
                <a:ea typeface="Barlow Medium"/>
                <a:cs typeface="Barlow Medium"/>
              </a:defRPr>
            </a:lvl6pPr>
            <a:lvl7pPr>
              <a:spcBef>
                <a:spcPts val="1600"/>
              </a:spcBef>
              <a:spcAft>
                <a:spcPts val="0"/>
              </a:spcAft>
              <a:buSzPts val="1400"/>
              <a:buFont typeface="Barlow Medium"/>
              <a:buNone/>
              <a:defRPr>
                <a:latin typeface="Barlow Medium"/>
                <a:ea typeface="Barlow Medium"/>
                <a:cs typeface="Barlow Medium"/>
              </a:defRPr>
            </a:lvl7pPr>
            <a:lvl8pPr>
              <a:spcBef>
                <a:spcPts val="1600"/>
              </a:spcBef>
              <a:spcAft>
                <a:spcPts val="0"/>
              </a:spcAft>
              <a:buSzPts val="1400"/>
              <a:buFont typeface="Barlow Medium"/>
              <a:buNone/>
              <a:defRPr>
                <a:latin typeface="Barlow Medium"/>
                <a:ea typeface="Barlow Medium"/>
                <a:cs typeface="Barlow Medium"/>
              </a:defRPr>
            </a:lvl8pPr>
            <a:lvl9pPr>
              <a:spcBef>
                <a:spcPts val="1600"/>
              </a:spcBef>
              <a:spcAft>
                <a:spcPts val="1600"/>
              </a:spcAft>
              <a:buSzPts val="1400"/>
              <a:buFont typeface="Barlow Medium"/>
              <a:buNone/>
              <a:defRPr>
                <a:latin typeface="Barlow Medium"/>
                <a:ea typeface="Barlow Medium"/>
                <a:cs typeface="Barlow Medium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one column 2">
  <p:cSld name="ONE_COLUMN_TEXT_2_1">
    <p:bg>
      <p:bgPr>
        <a:solidFill>
          <a:srgbClr val="F4EA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7">
            <a:extLst>
              <a:ext uri="{FF2B5EF4-FFF2-40B4-BE49-F238E27FC236}">
                <a16:creationId xmlns:a16="http://schemas.microsoft.com/office/drawing/2014/main" id="{A2880B0B-E9C6-45ED-AC2E-44D45511281F}"/>
              </a:ext>
            </a:extLst>
          </p:cNvPr>
          <p:cNvSpPr>
            <a:spLocks noGrp="1"/>
          </p:cNvSpPr>
          <p:nvPr/>
        </p:nvSpPr>
        <p:spPr>
          <a:xfrm>
            <a:off x="5939273" y="258746"/>
            <a:ext cx="1891291" cy="846764"/>
          </a:xfrm>
          <a:custGeom>
            <a:avLst/>
            <a:gdLst/>
            <a:ahLst/>
            <a:cxnLst/>
            <a:rect l="l" t="t" r="r" b="b"/>
            <a:pathLst>
              <a:path w="35084" h="15707">
                <a:moveTo>
                  <a:pt x="19722" y="0"/>
                </a:moveTo>
                <a:cubicBezTo>
                  <a:pt x="17040" y="0"/>
                  <a:pt x="15328" y="2890"/>
                  <a:pt x="14312" y="5046"/>
                </a:cubicBezTo>
                <a:cubicBezTo>
                  <a:pt x="12935" y="3382"/>
                  <a:pt x="10996" y="1550"/>
                  <a:pt x="8761" y="1550"/>
                </a:cubicBezTo>
                <a:cubicBezTo>
                  <a:pt x="8144" y="1550"/>
                  <a:pt x="7505" y="1689"/>
                  <a:pt x="6849" y="2010"/>
                </a:cubicBezTo>
                <a:cubicBezTo>
                  <a:pt x="3470" y="3630"/>
                  <a:pt x="4498" y="6872"/>
                  <a:pt x="5319" y="9542"/>
                </a:cubicBezTo>
                <a:cubicBezTo>
                  <a:pt x="3356" y="9930"/>
                  <a:pt x="1" y="11071"/>
                  <a:pt x="1393" y="13765"/>
                </a:cubicBezTo>
                <a:cubicBezTo>
                  <a:pt x="2352" y="15522"/>
                  <a:pt x="5228" y="15614"/>
                  <a:pt x="6940" y="15682"/>
                </a:cubicBezTo>
                <a:cubicBezTo>
                  <a:pt x="8210" y="15689"/>
                  <a:pt x="9757" y="15697"/>
                  <a:pt x="11405" y="15697"/>
                </a:cubicBezTo>
                <a:cubicBezTo>
                  <a:pt x="14968" y="15697"/>
                  <a:pt x="19007" y="15663"/>
                  <a:pt x="21753" y="15522"/>
                </a:cubicBezTo>
                <a:cubicBezTo>
                  <a:pt x="22672" y="15601"/>
                  <a:pt x="24416" y="15707"/>
                  <a:pt x="26317" y="15707"/>
                </a:cubicBezTo>
                <a:cubicBezTo>
                  <a:pt x="29376" y="15707"/>
                  <a:pt x="32844" y="15433"/>
                  <a:pt x="33942" y="14335"/>
                </a:cubicBezTo>
                <a:cubicBezTo>
                  <a:pt x="35015" y="13240"/>
                  <a:pt x="35083" y="11870"/>
                  <a:pt x="33965" y="10912"/>
                </a:cubicBezTo>
                <a:cubicBezTo>
                  <a:pt x="33378" y="10384"/>
                  <a:pt x="32652" y="10247"/>
                  <a:pt x="31886" y="10247"/>
                </a:cubicBezTo>
                <a:cubicBezTo>
                  <a:pt x="31057" y="10247"/>
                  <a:pt x="30181" y="10408"/>
                  <a:pt x="29382" y="10408"/>
                </a:cubicBezTo>
                <a:cubicBezTo>
                  <a:pt x="29225" y="10408"/>
                  <a:pt x="29071" y="10401"/>
                  <a:pt x="28921" y="10387"/>
                </a:cubicBezTo>
                <a:cubicBezTo>
                  <a:pt x="29674" y="8675"/>
                  <a:pt x="31249" y="6666"/>
                  <a:pt x="28989" y="5228"/>
                </a:cubicBezTo>
                <a:cubicBezTo>
                  <a:pt x="28519" y="4922"/>
                  <a:pt x="28048" y="4795"/>
                  <a:pt x="27585" y="4795"/>
                </a:cubicBezTo>
                <a:cubicBezTo>
                  <a:pt x="26183" y="4795"/>
                  <a:pt x="24849" y="5962"/>
                  <a:pt x="23785" y="6872"/>
                </a:cubicBezTo>
                <a:cubicBezTo>
                  <a:pt x="23876" y="4338"/>
                  <a:pt x="23534" y="777"/>
                  <a:pt x="20567" y="93"/>
                </a:cubicBezTo>
                <a:cubicBezTo>
                  <a:pt x="20275" y="30"/>
                  <a:pt x="19994" y="0"/>
                  <a:pt x="19722" y="0"/>
                </a:cubicBezTo>
                <a:close/>
              </a:path>
            </a:pathLst>
          </a:custGeom>
          <a:solidFill>
            <a:srgbClr val="F8F4EC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17">
            <a:extLst>
              <a:ext uri="{FF2B5EF4-FFF2-40B4-BE49-F238E27FC236}">
                <a16:creationId xmlns:a16="http://schemas.microsoft.com/office/drawing/2014/main" id="{E0B6F27B-1301-459D-8301-B3BD76DA56BE}"/>
              </a:ext>
            </a:extLst>
          </p:cNvPr>
          <p:cNvSpPr>
            <a:spLocks noGrp="1"/>
          </p:cNvSpPr>
          <p:nvPr/>
        </p:nvSpPr>
        <p:spPr>
          <a:xfrm>
            <a:off x="58402" y="501705"/>
            <a:ext cx="1699644" cy="760965"/>
          </a:xfrm>
          <a:custGeom>
            <a:avLst/>
            <a:gdLst/>
            <a:ahLst/>
            <a:cxnLst/>
            <a:rect l="l" t="t" r="r" b="b"/>
            <a:pathLst>
              <a:path w="35084" h="15707">
                <a:moveTo>
                  <a:pt x="19722" y="0"/>
                </a:moveTo>
                <a:cubicBezTo>
                  <a:pt x="17040" y="0"/>
                  <a:pt x="15328" y="2890"/>
                  <a:pt x="14312" y="5046"/>
                </a:cubicBezTo>
                <a:cubicBezTo>
                  <a:pt x="12935" y="3382"/>
                  <a:pt x="10996" y="1550"/>
                  <a:pt x="8761" y="1550"/>
                </a:cubicBezTo>
                <a:cubicBezTo>
                  <a:pt x="8144" y="1550"/>
                  <a:pt x="7505" y="1689"/>
                  <a:pt x="6849" y="2010"/>
                </a:cubicBezTo>
                <a:cubicBezTo>
                  <a:pt x="3470" y="3630"/>
                  <a:pt x="4498" y="6872"/>
                  <a:pt x="5319" y="9542"/>
                </a:cubicBezTo>
                <a:cubicBezTo>
                  <a:pt x="3356" y="9930"/>
                  <a:pt x="1" y="11071"/>
                  <a:pt x="1393" y="13765"/>
                </a:cubicBezTo>
                <a:cubicBezTo>
                  <a:pt x="2352" y="15522"/>
                  <a:pt x="5228" y="15614"/>
                  <a:pt x="6940" y="15682"/>
                </a:cubicBezTo>
                <a:cubicBezTo>
                  <a:pt x="8210" y="15689"/>
                  <a:pt x="9757" y="15697"/>
                  <a:pt x="11405" y="15697"/>
                </a:cubicBezTo>
                <a:cubicBezTo>
                  <a:pt x="14968" y="15697"/>
                  <a:pt x="19007" y="15663"/>
                  <a:pt x="21753" y="15522"/>
                </a:cubicBezTo>
                <a:cubicBezTo>
                  <a:pt x="22672" y="15601"/>
                  <a:pt x="24416" y="15707"/>
                  <a:pt x="26317" y="15707"/>
                </a:cubicBezTo>
                <a:cubicBezTo>
                  <a:pt x="29376" y="15707"/>
                  <a:pt x="32844" y="15433"/>
                  <a:pt x="33942" y="14335"/>
                </a:cubicBezTo>
                <a:cubicBezTo>
                  <a:pt x="35015" y="13240"/>
                  <a:pt x="35083" y="11870"/>
                  <a:pt x="33965" y="10912"/>
                </a:cubicBezTo>
                <a:cubicBezTo>
                  <a:pt x="33378" y="10384"/>
                  <a:pt x="32652" y="10247"/>
                  <a:pt x="31886" y="10247"/>
                </a:cubicBezTo>
                <a:cubicBezTo>
                  <a:pt x="31057" y="10247"/>
                  <a:pt x="30181" y="10408"/>
                  <a:pt x="29382" y="10408"/>
                </a:cubicBezTo>
                <a:cubicBezTo>
                  <a:pt x="29225" y="10408"/>
                  <a:pt x="29071" y="10401"/>
                  <a:pt x="28921" y="10387"/>
                </a:cubicBezTo>
                <a:cubicBezTo>
                  <a:pt x="29674" y="8675"/>
                  <a:pt x="31249" y="6666"/>
                  <a:pt x="28989" y="5228"/>
                </a:cubicBezTo>
                <a:cubicBezTo>
                  <a:pt x="28519" y="4922"/>
                  <a:pt x="28048" y="4795"/>
                  <a:pt x="27585" y="4795"/>
                </a:cubicBezTo>
                <a:cubicBezTo>
                  <a:pt x="26183" y="4795"/>
                  <a:pt x="24849" y="5962"/>
                  <a:pt x="23785" y="6872"/>
                </a:cubicBezTo>
                <a:cubicBezTo>
                  <a:pt x="23876" y="4338"/>
                  <a:pt x="23534" y="777"/>
                  <a:pt x="20567" y="93"/>
                </a:cubicBezTo>
                <a:cubicBezTo>
                  <a:pt x="20275" y="30"/>
                  <a:pt x="19994" y="0"/>
                  <a:pt x="19722" y="0"/>
                </a:cubicBezTo>
                <a:close/>
              </a:path>
            </a:pathLst>
          </a:custGeom>
          <a:solidFill>
            <a:srgbClr val="F8F4EC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17">
            <a:extLst>
              <a:ext uri="{FF2B5EF4-FFF2-40B4-BE49-F238E27FC236}">
                <a16:creationId xmlns:a16="http://schemas.microsoft.com/office/drawing/2014/main" id="{E9DED1A3-6816-40E5-81A5-144633EBB8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225" y="3652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Sriracha"/>
              <a:buNone/>
              <a:defRPr sz="2800">
                <a:solidFill>
                  <a:schemeClr val="dk2"/>
                </a:solidFill>
                <a:latin typeface="Sriracha"/>
                <a:ea typeface="Sriracha"/>
                <a:cs typeface="Sriracha"/>
              </a:defRPr>
            </a:lvl1pPr>
            <a:lvl2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angers"/>
              <a:buNone/>
              <a:defRPr sz="2800">
                <a:solidFill>
                  <a:schemeClr val="dk1"/>
                </a:solidFill>
                <a:latin typeface="Bangers"/>
                <a:ea typeface="Bangers"/>
                <a:cs typeface="Bangers"/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angers"/>
              <a:buNone/>
              <a:defRPr sz="2800">
                <a:solidFill>
                  <a:schemeClr val="dk1"/>
                </a:solidFill>
                <a:latin typeface="Bangers"/>
                <a:ea typeface="Bangers"/>
                <a:cs typeface="Bangers"/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angers"/>
              <a:buNone/>
              <a:defRPr sz="2800">
                <a:solidFill>
                  <a:schemeClr val="dk1"/>
                </a:solidFill>
                <a:latin typeface="Bangers"/>
                <a:ea typeface="Bangers"/>
                <a:cs typeface="Bangers"/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angers"/>
              <a:buNone/>
              <a:defRPr sz="2800">
                <a:solidFill>
                  <a:schemeClr val="dk1"/>
                </a:solidFill>
                <a:latin typeface="Bangers"/>
                <a:ea typeface="Bangers"/>
                <a:cs typeface="Bangers"/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angers"/>
              <a:buNone/>
              <a:defRPr sz="2800">
                <a:solidFill>
                  <a:schemeClr val="dk1"/>
                </a:solidFill>
                <a:latin typeface="Bangers"/>
                <a:ea typeface="Bangers"/>
                <a:cs typeface="Bangers"/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angers"/>
              <a:buNone/>
              <a:defRPr sz="2800">
                <a:solidFill>
                  <a:schemeClr val="dk1"/>
                </a:solidFill>
                <a:latin typeface="Bangers"/>
                <a:ea typeface="Bangers"/>
                <a:cs typeface="Bangers"/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angers"/>
              <a:buNone/>
              <a:defRPr sz="2800">
                <a:solidFill>
                  <a:schemeClr val="dk1"/>
                </a:solidFill>
                <a:latin typeface="Bangers"/>
                <a:ea typeface="Bangers"/>
                <a:cs typeface="Bangers"/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angers"/>
              <a:buNone/>
              <a:defRPr sz="2800">
                <a:solidFill>
                  <a:schemeClr val="dk1"/>
                </a:solidFill>
                <a:latin typeface="Bangers"/>
                <a:ea typeface="Bangers"/>
                <a:cs typeface="Bangers"/>
              </a:defRPr>
            </a:lvl9pPr>
          </a:lstStyle>
          <a:p>
            <a:endParaRPr/>
          </a:p>
        </p:txBody>
      </p:sp>
      <p:sp>
        <p:nvSpPr>
          <p:cNvPr id="239" name="Google Shape;239;p17">
            <a:extLst>
              <a:ext uri="{FF2B5EF4-FFF2-40B4-BE49-F238E27FC236}">
                <a16:creationId xmlns:a16="http://schemas.microsoft.com/office/drawing/2014/main" id="{C0BB2DDB-1F7E-45AE-934F-23C06354E37D}"/>
              </a:ext>
            </a:extLst>
          </p:cNvPr>
          <p:cNvSpPr>
            <a:spLocks noGrp="1"/>
          </p:cNvSpPr>
          <p:nvPr/>
        </p:nvSpPr>
        <p:spPr>
          <a:xfrm>
            <a:off x="0" y="3670025"/>
            <a:ext cx="9144012" cy="1487949"/>
          </a:xfrm>
          <a:custGeom>
            <a:avLst/>
            <a:gdLst/>
            <a:ahLst/>
            <a:cxnLst/>
            <a:rect l="l" t="t" r="r" b="b"/>
            <a:pathLst>
              <a:path w="284838" h="50589">
                <a:moveTo>
                  <a:pt x="133359" y="0"/>
                </a:moveTo>
                <a:cubicBezTo>
                  <a:pt x="132063" y="0"/>
                  <a:pt x="130757" y="60"/>
                  <a:pt x="129443" y="190"/>
                </a:cubicBezTo>
                <a:cubicBezTo>
                  <a:pt x="121021" y="1012"/>
                  <a:pt x="114059" y="3979"/>
                  <a:pt x="107554" y="6810"/>
                </a:cubicBezTo>
                <a:cubicBezTo>
                  <a:pt x="99839" y="10165"/>
                  <a:pt x="91987" y="14411"/>
                  <a:pt x="81830" y="15209"/>
                </a:cubicBezTo>
                <a:cubicBezTo>
                  <a:pt x="80619" y="15306"/>
                  <a:pt x="79418" y="15351"/>
                  <a:pt x="78227" y="15351"/>
                </a:cubicBezTo>
                <a:cubicBezTo>
                  <a:pt x="70438" y="15351"/>
                  <a:pt x="63068" y="13440"/>
                  <a:pt x="56060" y="11717"/>
                </a:cubicBezTo>
                <a:cubicBezTo>
                  <a:pt x="47272" y="9572"/>
                  <a:pt x="38302" y="7449"/>
                  <a:pt x="28715" y="6696"/>
                </a:cubicBezTo>
                <a:cubicBezTo>
                  <a:pt x="26227" y="6492"/>
                  <a:pt x="23698" y="6384"/>
                  <a:pt x="21170" y="6384"/>
                </a:cubicBezTo>
                <a:cubicBezTo>
                  <a:pt x="15464" y="6384"/>
                  <a:pt x="9763" y="6937"/>
                  <a:pt x="4543" y="8202"/>
                </a:cubicBezTo>
                <a:cubicBezTo>
                  <a:pt x="2968" y="8567"/>
                  <a:pt x="1462" y="9001"/>
                  <a:pt x="1" y="9457"/>
                </a:cubicBezTo>
                <a:lnTo>
                  <a:pt x="1" y="50589"/>
                </a:lnTo>
                <a:lnTo>
                  <a:pt x="284838" y="50589"/>
                </a:lnTo>
                <a:lnTo>
                  <a:pt x="284838" y="13155"/>
                </a:lnTo>
                <a:cubicBezTo>
                  <a:pt x="283742" y="12744"/>
                  <a:pt x="282624" y="12333"/>
                  <a:pt x="281528" y="11900"/>
                </a:cubicBezTo>
                <a:cubicBezTo>
                  <a:pt x="273083" y="8704"/>
                  <a:pt x="264752" y="4664"/>
                  <a:pt x="254868" y="2838"/>
                </a:cubicBezTo>
                <a:cubicBezTo>
                  <a:pt x="251879" y="2285"/>
                  <a:pt x="248783" y="1967"/>
                  <a:pt x="245668" y="1967"/>
                </a:cubicBezTo>
                <a:cubicBezTo>
                  <a:pt x="244026" y="1967"/>
                  <a:pt x="242379" y="2056"/>
                  <a:pt x="240739" y="2245"/>
                </a:cubicBezTo>
                <a:cubicBezTo>
                  <a:pt x="236403" y="2770"/>
                  <a:pt x="232408" y="3751"/>
                  <a:pt x="228619" y="5007"/>
                </a:cubicBezTo>
                <a:cubicBezTo>
                  <a:pt x="220813" y="7563"/>
                  <a:pt x="213806" y="11010"/>
                  <a:pt x="205383" y="12973"/>
                </a:cubicBezTo>
                <a:cubicBezTo>
                  <a:pt x="201139" y="13960"/>
                  <a:pt x="196833" y="14451"/>
                  <a:pt x="192530" y="14451"/>
                </a:cubicBezTo>
                <a:cubicBezTo>
                  <a:pt x="188177" y="14451"/>
                  <a:pt x="183826" y="13948"/>
                  <a:pt x="179545" y="12950"/>
                </a:cubicBezTo>
                <a:cubicBezTo>
                  <a:pt x="171008" y="10964"/>
                  <a:pt x="163750" y="7723"/>
                  <a:pt x="156126" y="4892"/>
                </a:cubicBezTo>
                <a:cubicBezTo>
                  <a:pt x="149458" y="2446"/>
                  <a:pt x="141614" y="0"/>
                  <a:pt x="133359" y="0"/>
                </a:cubicBezTo>
                <a:close/>
              </a:path>
            </a:pathLst>
          </a:custGeom>
          <a:solidFill>
            <a:srgbClr val="EADBC5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17">
            <a:extLst>
              <a:ext uri="{FF2B5EF4-FFF2-40B4-BE49-F238E27FC236}">
                <a16:creationId xmlns:a16="http://schemas.microsoft.com/office/drawing/2014/main" id="{43AAD744-A388-4CB4-98B5-A956713C8E94}"/>
              </a:ext>
            </a:extLst>
          </p:cNvPr>
          <p:cNvSpPr>
            <a:spLocks noGrp="1"/>
          </p:cNvSpPr>
          <p:nvPr/>
        </p:nvSpPr>
        <p:spPr>
          <a:xfrm>
            <a:off x="434121" y="3028830"/>
            <a:ext cx="91235" cy="82489"/>
          </a:xfrm>
          <a:custGeom>
            <a:avLst/>
            <a:gdLst/>
            <a:ahLst/>
            <a:cxnLst/>
            <a:rect l="l" t="t" r="r" b="b"/>
            <a:pathLst>
              <a:path w="3380" h="3056">
                <a:moveTo>
                  <a:pt x="990" y="1"/>
                </a:moveTo>
                <a:cubicBezTo>
                  <a:pt x="898" y="1"/>
                  <a:pt x="774" y="66"/>
                  <a:pt x="754" y="165"/>
                </a:cubicBezTo>
                <a:cubicBezTo>
                  <a:pt x="708" y="507"/>
                  <a:pt x="731" y="850"/>
                  <a:pt x="800" y="1169"/>
                </a:cubicBezTo>
                <a:cubicBezTo>
                  <a:pt x="572" y="1329"/>
                  <a:pt x="366" y="1466"/>
                  <a:pt x="161" y="1649"/>
                </a:cubicBezTo>
                <a:cubicBezTo>
                  <a:pt x="1" y="1786"/>
                  <a:pt x="138" y="2014"/>
                  <a:pt x="298" y="2014"/>
                </a:cubicBezTo>
                <a:cubicBezTo>
                  <a:pt x="549" y="2037"/>
                  <a:pt x="777" y="2059"/>
                  <a:pt x="1028" y="2082"/>
                </a:cubicBezTo>
                <a:lnTo>
                  <a:pt x="1051" y="2128"/>
                </a:lnTo>
                <a:cubicBezTo>
                  <a:pt x="1074" y="2356"/>
                  <a:pt x="1119" y="2562"/>
                  <a:pt x="1211" y="2767"/>
                </a:cubicBezTo>
                <a:cubicBezTo>
                  <a:pt x="1233" y="2813"/>
                  <a:pt x="1233" y="2835"/>
                  <a:pt x="1279" y="2858"/>
                </a:cubicBezTo>
                <a:cubicBezTo>
                  <a:pt x="1302" y="2904"/>
                  <a:pt x="1325" y="2950"/>
                  <a:pt x="1348" y="2995"/>
                </a:cubicBezTo>
                <a:cubicBezTo>
                  <a:pt x="1382" y="3038"/>
                  <a:pt x="1429" y="3055"/>
                  <a:pt x="1477" y="3055"/>
                </a:cubicBezTo>
                <a:cubicBezTo>
                  <a:pt x="1559" y="3055"/>
                  <a:pt x="1647" y="3007"/>
                  <a:pt x="1690" y="2950"/>
                </a:cubicBezTo>
                <a:cubicBezTo>
                  <a:pt x="1850" y="2676"/>
                  <a:pt x="2010" y="2402"/>
                  <a:pt x="2146" y="2105"/>
                </a:cubicBezTo>
                <a:cubicBezTo>
                  <a:pt x="2443" y="2105"/>
                  <a:pt x="2763" y="2105"/>
                  <a:pt x="3060" y="2082"/>
                </a:cubicBezTo>
                <a:cubicBezTo>
                  <a:pt x="3242" y="2082"/>
                  <a:pt x="3379" y="1854"/>
                  <a:pt x="3219" y="1717"/>
                </a:cubicBezTo>
                <a:cubicBezTo>
                  <a:pt x="2991" y="1512"/>
                  <a:pt x="2763" y="1329"/>
                  <a:pt x="2535" y="1146"/>
                </a:cubicBezTo>
                <a:cubicBezTo>
                  <a:pt x="2649" y="873"/>
                  <a:pt x="2763" y="576"/>
                  <a:pt x="2877" y="302"/>
                </a:cubicBezTo>
                <a:cubicBezTo>
                  <a:pt x="2933" y="152"/>
                  <a:pt x="2774" y="33"/>
                  <a:pt x="2639" y="33"/>
                </a:cubicBezTo>
                <a:cubicBezTo>
                  <a:pt x="2610" y="33"/>
                  <a:pt x="2582" y="39"/>
                  <a:pt x="2557" y="51"/>
                </a:cubicBezTo>
                <a:cubicBezTo>
                  <a:pt x="2306" y="211"/>
                  <a:pt x="2055" y="370"/>
                  <a:pt x="1804" y="530"/>
                </a:cubicBezTo>
                <a:cubicBezTo>
                  <a:pt x="1576" y="325"/>
                  <a:pt x="1325" y="119"/>
                  <a:pt x="1028" y="5"/>
                </a:cubicBezTo>
                <a:cubicBezTo>
                  <a:pt x="1016" y="2"/>
                  <a:pt x="1003" y="1"/>
                  <a:pt x="990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17">
            <a:extLst>
              <a:ext uri="{FF2B5EF4-FFF2-40B4-BE49-F238E27FC236}">
                <a16:creationId xmlns:a16="http://schemas.microsoft.com/office/drawing/2014/main" id="{A4B7682B-B151-4ADA-9D49-62D1C22FBF49}"/>
              </a:ext>
            </a:extLst>
          </p:cNvPr>
          <p:cNvSpPr>
            <a:spLocks noGrp="1"/>
          </p:cNvSpPr>
          <p:nvPr/>
        </p:nvSpPr>
        <p:spPr>
          <a:xfrm>
            <a:off x="2146155" y="1538998"/>
            <a:ext cx="59576" cy="46226"/>
          </a:xfrm>
          <a:custGeom>
            <a:avLst/>
            <a:gdLst/>
            <a:ahLst/>
            <a:cxnLst/>
            <a:rect l="l" t="t" r="r" b="b"/>
            <a:pathLst>
              <a:path w="1736" h="1347">
                <a:moveTo>
                  <a:pt x="868" y="0"/>
                </a:moveTo>
                <a:cubicBezTo>
                  <a:pt x="1" y="0"/>
                  <a:pt x="1" y="1347"/>
                  <a:pt x="868" y="1347"/>
                </a:cubicBezTo>
                <a:cubicBezTo>
                  <a:pt x="1736" y="1347"/>
                  <a:pt x="1736" y="0"/>
                  <a:pt x="868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17">
            <a:extLst>
              <a:ext uri="{FF2B5EF4-FFF2-40B4-BE49-F238E27FC236}">
                <a16:creationId xmlns:a16="http://schemas.microsoft.com/office/drawing/2014/main" id="{B3387ED3-C53C-4855-B250-189861D4E4ED}"/>
              </a:ext>
            </a:extLst>
          </p:cNvPr>
          <p:cNvSpPr>
            <a:spLocks noGrp="1"/>
          </p:cNvSpPr>
          <p:nvPr/>
        </p:nvSpPr>
        <p:spPr>
          <a:xfrm>
            <a:off x="2192382" y="1447334"/>
            <a:ext cx="58787" cy="45471"/>
          </a:xfrm>
          <a:custGeom>
            <a:avLst/>
            <a:gdLst/>
            <a:ahLst/>
            <a:cxnLst/>
            <a:rect l="l" t="t" r="r" b="b"/>
            <a:pathLst>
              <a:path w="1713" h="1325">
                <a:moveTo>
                  <a:pt x="868" y="1"/>
                </a:moveTo>
                <a:cubicBezTo>
                  <a:pt x="0" y="1"/>
                  <a:pt x="0" y="1324"/>
                  <a:pt x="868" y="1324"/>
                </a:cubicBezTo>
                <a:cubicBezTo>
                  <a:pt x="1712" y="1324"/>
                  <a:pt x="1712" y="1"/>
                  <a:pt x="868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p17">
            <a:extLst>
              <a:ext uri="{FF2B5EF4-FFF2-40B4-BE49-F238E27FC236}">
                <a16:creationId xmlns:a16="http://schemas.microsoft.com/office/drawing/2014/main" id="{3BE34BC9-8E5C-432D-ACAD-2A36CEDDA47E}"/>
              </a:ext>
            </a:extLst>
          </p:cNvPr>
          <p:cNvSpPr>
            <a:spLocks noGrp="1"/>
          </p:cNvSpPr>
          <p:nvPr/>
        </p:nvSpPr>
        <p:spPr>
          <a:xfrm>
            <a:off x="2237820" y="1538998"/>
            <a:ext cx="59576" cy="46226"/>
          </a:xfrm>
          <a:custGeom>
            <a:avLst/>
            <a:gdLst/>
            <a:ahLst/>
            <a:cxnLst/>
            <a:rect l="l" t="t" r="r" b="b"/>
            <a:pathLst>
              <a:path w="1736" h="1347">
                <a:moveTo>
                  <a:pt x="868" y="0"/>
                </a:moveTo>
                <a:cubicBezTo>
                  <a:pt x="0" y="0"/>
                  <a:pt x="0" y="1347"/>
                  <a:pt x="868" y="1347"/>
                </a:cubicBezTo>
                <a:cubicBezTo>
                  <a:pt x="1735" y="1347"/>
                  <a:pt x="1735" y="0"/>
                  <a:pt x="868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p17">
            <a:extLst>
              <a:ext uri="{FF2B5EF4-FFF2-40B4-BE49-F238E27FC236}">
                <a16:creationId xmlns:a16="http://schemas.microsoft.com/office/drawing/2014/main" id="{11225E32-43ED-4E7D-BC13-6D524C783AC5}"/>
              </a:ext>
            </a:extLst>
          </p:cNvPr>
          <p:cNvSpPr>
            <a:spLocks noGrp="1"/>
          </p:cNvSpPr>
          <p:nvPr/>
        </p:nvSpPr>
        <p:spPr>
          <a:xfrm>
            <a:off x="8236530" y="2387923"/>
            <a:ext cx="59576" cy="46226"/>
          </a:xfrm>
          <a:custGeom>
            <a:avLst/>
            <a:gdLst/>
            <a:ahLst/>
            <a:cxnLst/>
            <a:rect l="l" t="t" r="r" b="b"/>
            <a:pathLst>
              <a:path w="1736" h="1347">
                <a:moveTo>
                  <a:pt x="868" y="0"/>
                </a:moveTo>
                <a:cubicBezTo>
                  <a:pt x="1" y="0"/>
                  <a:pt x="1" y="1347"/>
                  <a:pt x="868" y="1347"/>
                </a:cubicBezTo>
                <a:cubicBezTo>
                  <a:pt x="1736" y="1347"/>
                  <a:pt x="1736" y="0"/>
                  <a:pt x="868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17">
            <a:extLst>
              <a:ext uri="{FF2B5EF4-FFF2-40B4-BE49-F238E27FC236}">
                <a16:creationId xmlns:a16="http://schemas.microsoft.com/office/drawing/2014/main" id="{392E30AB-70EC-4CCF-A389-9B16009E4CB7}"/>
              </a:ext>
            </a:extLst>
          </p:cNvPr>
          <p:cNvSpPr>
            <a:spLocks noGrp="1"/>
          </p:cNvSpPr>
          <p:nvPr/>
        </p:nvSpPr>
        <p:spPr>
          <a:xfrm>
            <a:off x="8282757" y="2296259"/>
            <a:ext cx="58787" cy="45471"/>
          </a:xfrm>
          <a:custGeom>
            <a:avLst/>
            <a:gdLst/>
            <a:ahLst/>
            <a:cxnLst/>
            <a:rect l="l" t="t" r="r" b="b"/>
            <a:pathLst>
              <a:path w="1713" h="1325">
                <a:moveTo>
                  <a:pt x="868" y="1"/>
                </a:moveTo>
                <a:cubicBezTo>
                  <a:pt x="0" y="1"/>
                  <a:pt x="0" y="1324"/>
                  <a:pt x="868" y="1324"/>
                </a:cubicBezTo>
                <a:cubicBezTo>
                  <a:pt x="1712" y="1324"/>
                  <a:pt x="1712" y="1"/>
                  <a:pt x="868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17">
            <a:extLst>
              <a:ext uri="{FF2B5EF4-FFF2-40B4-BE49-F238E27FC236}">
                <a16:creationId xmlns:a16="http://schemas.microsoft.com/office/drawing/2014/main" id="{BFA3BD6D-9672-4833-8D1F-3390CD9FC19C}"/>
              </a:ext>
            </a:extLst>
          </p:cNvPr>
          <p:cNvSpPr>
            <a:spLocks noGrp="1"/>
          </p:cNvSpPr>
          <p:nvPr/>
        </p:nvSpPr>
        <p:spPr>
          <a:xfrm>
            <a:off x="8328195" y="2387923"/>
            <a:ext cx="59576" cy="46226"/>
          </a:xfrm>
          <a:custGeom>
            <a:avLst/>
            <a:gdLst/>
            <a:ahLst/>
            <a:cxnLst/>
            <a:rect l="l" t="t" r="r" b="b"/>
            <a:pathLst>
              <a:path w="1736" h="1347">
                <a:moveTo>
                  <a:pt x="868" y="0"/>
                </a:moveTo>
                <a:cubicBezTo>
                  <a:pt x="0" y="0"/>
                  <a:pt x="0" y="1347"/>
                  <a:pt x="868" y="1347"/>
                </a:cubicBezTo>
                <a:cubicBezTo>
                  <a:pt x="1735" y="1347"/>
                  <a:pt x="1735" y="0"/>
                  <a:pt x="868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p17">
            <a:extLst>
              <a:ext uri="{FF2B5EF4-FFF2-40B4-BE49-F238E27FC236}">
                <a16:creationId xmlns:a16="http://schemas.microsoft.com/office/drawing/2014/main" id="{35003519-E874-4288-ACD8-B530EFA800FA}"/>
              </a:ext>
            </a:extLst>
          </p:cNvPr>
          <p:cNvSpPr>
            <a:spLocks noGrp="1"/>
          </p:cNvSpPr>
          <p:nvPr/>
        </p:nvSpPr>
        <p:spPr>
          <a:xfrm>
            <a:off x="1320521" y="3723055"/>
            <a:ext cx="91235" cy="82489"/>
          </a:xfrm>
          <a:custGeom>
            <a:avLst/>
            <a:gdLst/>
            <a:ahLst/>
            <a:cxnLst/>
            <a:rect l="l" t="t" r="r" b="b"/>
            <a:pathLst>
              <a:path w="3380" h="3056">
                <a:moveTo>
                  <a:pt x="990" y="1"/>
                </a:moveTo>
                <a:cubicBezTo>
                  <a:pt x="898" y="1"/>
                  <a:pt x="774" y="66"/>
                  <a:pt x="754" y="165"/>
                </a:cubicBezTo>
                <a:cubicBezTo>
                  <a:pt x="708" y="507"/>
                  <a:pt x="731" y="850"/>
                  <a:pt x="800" y="1169"/>
                </a:cubicBezTo>
                <a:cubicBezTo>
                  <a:pt x="572" y="1329"/>
                  <a:pt x="366" y="1466"/>
                  <a:pt x="161" y="1649"/>
                </a:cubicBezTo>
                <a:cubicBezTo>
                  <a:pt x="1" y="1786"/>
                  <a:pt x="138" y="2014"/>
                  <a:pt x="298" y="2014"/>
                </a:cubicBezTo>
                <a:cubicBezTo>
                  <a:pt x="549" y="2037"/>
                  <a:pt x="777" y="2059"/>
                  <a:pt x="1028" y="2082"/>
                </a:cubicBezTo>
                <a:lnTo>
                  <a:pt x="1051" y="2128"/>
                </a:lnTo>
                <a:cubicBezTo>
                  <a:pt x="1074" y="2356"/>
                  <a:pt x="1119" y="2562"/>
                  <a:pt x="1211" y="2767"/>
                </a:cubicBezTo>
                <a:cubicBezTo>
                  <a:pt x="1233" y="2813"/>
                  <a:pt x="1233" y="2835"/>
                  <a:pt x="1279" y="2858"/>
                </a:cubicBezTo>
                <a:cubicBezTo>
                  <a:pt x="1302" y="2904"/>
                  <a:pt x="1325" y="2950"/>
                  <a:pt x="1348" y="2995"/>
                </a:cubicBezTo>
                <a:cubicBezTo>
                  <a:pt x="1382" y="3038"/>
                  <a:pt x="1429" y="3055"/>
                  <a:pt x="1477" y="3055"/>
                </a:cubicBezTo>
                <a:cubicBezTo>
                  <a:pt x="1559" y="3055"/>
                  <a:pt x="1647" y="3007"/>
                  <a:pt x="1690" y="2950"/>
                </a:cubicBezTo>
                <a:cubicBezTo>
                  <a:pt x="1850" y="2676"/>
                  <a:pt x="2010" y="2402"/>
                  <a:pt x="2146" y="2105"/>
                </a:cubicBezTo>
                <a:cubicBezTo>
                  <a:pt x="2443" y="2105"/>
                  <a:pt x="2763" y="2105"/>
                  <a:pt x="3060" y="2082"/>
                </a:cubicBezTo>
                <a:cubicBezTo>
                  <a:pt x="3242" y="2082"/>
                  <a:pt x="3379" y="1854"/>
                  <a:pt x="3219" y="1717"/>
                </a:cubicBezTo>
                <a:cubicBezTo>
                  <a:pt x="2991" y="1512"/>
                  <a:pt x="2763" y="1329"/>
                  <a:pt x="2535" y="1146"/>
                </a:cubicBezTo>
                <a:cubicBezTo>
                  <a:pt x="2649" y="873"/>
                  <a:pt x="2763" y="576"/>
                  <a:pt x="2877" y="302"/>
                </a:cubicBezTo>
                <a:cubicBezTo>
                  <a:pt x="2933" y="152"/>
                  <a:pt x="2774" y="33"/>
                  <a:pt x="2639" y="33"/>
                </a:cubicBezTo>
                <a:cubicBezTo>
                  <a:pt x="2610" y="33"/>
                  <a:pt x="2582" y="39"/>
                  <a:pt x="2557" y="51"/>
                </a:cubicBezTo>
                <a:cubicBezTo>
                  <a:pt x="2306" y="211"/>
                  <a:pt x="2055" y="370"/>
                  <a:pt x="1804" y="530"/>
                </a:cubicBezTo>
                <a:cubicBezTo>
                  <a:pt x="1576" y="325"/>
                  <a:pt x="1325" y="119"/>
                  <a:pt x="1028" y="5"/>
                </a:cubicBezTo>
                <a:cubicBezTo>
                  <a:pt x="1016" y="2"/>
                  <a:pt x="1003" y="1"/>
                  <a:pt x="990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p17">
            <a:extLst>
              <a:ext uri="{FF2B5EF4-FFF2-40B4-BE49-F238E27FC236}">
                <a16:creationId xmlns:a16="http://schemas.microsoft.com/office/drawing/2014/main" id="{C0BD72E3-BD9E-4527-98E7-22E8AF99250B}"/>
              </a:ext>
            </a:extLst>
          </p:cNvPr>
          <p:cNvSpPr>
            <a:spLocks noGrp="1"/>
          </p:cNvSpPr>
          <p:nvPr/>
        </p:nvSpPr>
        <p:spPr>
          <a:xfrm>
            <a:off x="7223877" y="2763880"/>
            <a:ext cx="1699644" cy="760965"/>
          </a:xfrm>
          <a:custGeom>
            <a:avLst/>
            <a:gdLst/>
            <a:ahLst/>
            <a:cxnLst/>
            <a:rect l="l" t="t" r="r" b="b"/>
            <a:pathLst>
              <a:path w="35084" h="15707">
                <a:moveTo>
                  <a:pt x="19722" y="0"/>
                </a:moveTo>
                <a:cubicBezTo>
                  <a:pt x="17040" y="0"/>
                  <a:pt x="15328" y="2890"/>
                  <a:pt x="14312" y="5046"/>
                </a:cubicBezTo>
                <a:cubicBezTo>
                  <a:pt x="12935" y="3382"/>
                  <a:pt x="10996" y="1550"/>
                  <a:pt x="8761" y="1550"/>
                </a:cubicBezTo>
                <a:cubicBezTo>
                  <a:pt x="8144" y="1550"/>
                  <a:pt x="7505" y="1689"/>
                  <a:pt x="6849" y="2010"/>
                </a:cubicBezTo>
                <a:cubicBezTo>
                  <a:pt x="3470" y="3630"/>
                  <a:pt x="4498" y="6872"/>
                  <a:pt x="5319" y="9542"/>
                </a:cubicBezTo>
                <a:cubicBezTo>
                  <a:pt x="3356" y="9930"/>
                  <a:pt x="1" y="11071"/>
                  <a:pt x="1393" y="13765"/>
                </a:cubicBezTo>
                <a:cubicBezTo>
                  <a:pt x="2352" y="15522"/>
                  <a:pt x="5228" y="15614"/>
                  <a:pt x="6940" y="15682"/>
                </a:cubicBezTo>
                <a:cubicBezTo>
                  <a:pt x="8210" y="15689"/>
                  <a:pt x="9757" y="15697"/>
                  <a:pt x="11405" y="15697"/>
                </a:cubicBezTo>
                <a:cubicBezTo>
                  <a:pt x="14968" y="15697"/>
                  <a:pt x="19007" y="15663"/>
                  <a:pt x="21753" y="15522"/>
                </a:cubicBezTo>
                <a:cubicBezTo>
                  <a:pt x="22672" y="15601"/>
                  <a:pt x="24416" y="15707"/>
                  <a:pt x="26317" y="15707"/>
                </a:cubicBezTo>
                <a:cubicBezTo>
                  <a:pt x="29376" y="15707"/>
                  <a:pt x="32844" y="15433"/>
                  <a:pt x="33942" y="14335"/>
                </a:cubicBezTo>
                <a:cubicBezTo>
                  <a:pt x="35015" y="13240"/>
                  <a:pt x="35083" y="11870"/>
                  <a:pt x="33965" y="10912"/>
                </a:cubicBezTo>
                <a:cubicBezTo>
                  <a:pt x="33378" y="10384"/>
                  <a:pt x="32652" y="10247"/>
                  <a:pt x="31886" y="10247"/>
                </a:cubicBezTo>
                <a:cubicBezTo>
                  <a:pt x="31057" y="10247"/>
                  <a:pt x="30181" y="10408"/>
                  <a:pt x="29382" y="10408"/>
                </a:cubicBezTo>
                <a:cubicBezTo>
                  <a:pt x="29225" y="10408"/>
                  <a:pt x="29071" y="10401"/>
                  <a:pt x="28921" y="10387"/>
                </a:cubicBezTo>
                <a:cubicBezTo>
                  <a:pt x="29674" y="8675"/>
                  <a:pt x="31249" y="6666"/>
                  <a:pt x="28989" y="5228"/>
                </a:cubicBezTo>
                <a:cubicBezTo>
                  <a:pt x="28519" y="4922"/>
                  <a:pt x="28048" y="4795"/>
                  <a:pt x="27585" y="4795"/>
                </a:cubicBezTo>
                <a:cubicBezTo>
                  <a:pt x="26183" y="4795"/>
                  <a:pt x="24849" y="5962"/>
                  <a:pt x="23785" y="6872"/>
                </a:cubicBezTo>
                <a:cubicBezTo>
                  <a:pt x="23876" y="4338"/>
                  <a:pt x="23534" y="777"/>
                  <a:pt x="20567" y="93"/>
                </a:cubicBezTo>
                <a:cubicBezTo>
                  <a:pt x="20275" y="30"/>
                  <a:pt x="19994" y="0"/>
                  <a:pt x="19722" y="0"/>
                </a:cubicBezTo>
                <a:close/>
              </a:path>
            </a:pathLst>
          </a:custGeom>
          <a:solidFill>
            <a:srgbClr val="F8F4EC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17">
            <a:extLst>
              <a:ext uri="{FF2B5EF4-FFF2-40B4-BE49-F238E27FC236}">
                <a16:creationId xmlns:a16="http://schemas.microsoft.com/office/drawing/2014/main" id="{B1186C1B-D945-4104-8358-41A12D8AACBA}"/>
              </a:ext>
            </a:extLst>
          </p:cNvPr>
          <p:cNvSpPr>
            <a:spLocks noGrp="1"/>
          </p:cNvSpPr>
          <p:nvPr/>
        </p:nvSpPr>
        <p:spPr>
          <a:xfrm>
            <a:off x="1008596" y="1796380"/>
            <a:ext cx="91235" cy="82489"/>
          </a:xfrm>
          <a:custGeom>
            <a:avLst/>
            <a:gdLst/>
            <a:ahLst/>
            <a:cxnLst/>
            <a:rect l="l" t="t" r="r" b="b"/>
            <a:pathLst>
              <a:path w="3380" h="3056">
                <a:moveTo>
                  <a:pt x="990" y="1"/>
                </a:moveTo>
                <a:cubicBezTo>
                  <a:pt x="898" y="1"/>
                  <a:pt x="774" y="66"/>
                  <a:pt x="754" y="165"/>
                </a:cubicBezTo>
                <a:cubicBezTo>
                  <a:pt x="708" y="507"/>
                  <a:pt x="731" y="850"/>
                  <a:pt x="800" y="1169"/>
                </a:cubicBezTo>
                <a:cubicBezTo>
                  <a:pt x="572" y="1329"/>
                  <a:pt x="366" y="1466"/>
                  <a:pt x="161" y="1649"/>
                </a:cubicBezTo>
                <a:cubicBezTo>
                  <a:pt x="1" y="1786"/>
                  <a:pt x="138" y="2014"/>
                  <a:pt x="298" y="2014"/>
                </a:cubicBezTo>
                <a:cubicBezTo>
                  <a:pt x="549" y="2037"/>
                  <a:pt x="777" y="2059"/>
                  <a:pt x="1028" y="2082"/>
                </a:cubicBezTo>
                <a:lnTo>
                  <a:pt x="1051" y="2128"/>
                </a:lnTo>
                <a:cubicBezTo>
                  <a:pt x="1074" y="2356"/>
                  <a:pt x="1119" y="2562"/>
                  <a:pt x="1211" y="2767"/>
                </a:cubicBezTo>
                <a:cubicBezTo>
                  <a:pt x="1233" y="2813"/>
                  <a:pt x="1233" y="2835"/>
                  <a:pt x="1279" y="2858"/>
                </a:cubicBezTo>
                <a:cubicBezTo>
                  <a:pt x="1302" y="2904"/>
                  <a:pt x="1325" y="2950"/>
                  <a:pt x="1348" y="2995"/>
                </a:cubicBezTo>
                <a:cubicBezTo>
                  <a:pt x="1382" y="3038"/>
                  <a:pt x="1429" y="3055"/>
                  <a:pt x="1477" y="3055"/>
                </a:cubicBezTo>
                <a:cubicBezTo>
                  <a:pt x="1559" y="3055"/>
                  <a:pt x="1647" y="3007"/>
                  <a:pt x="1690" y="2950"/>
                </a:cubicBezTo>
                <a:cubicBezTo>
                  <a:pt x="1850" y="2676"/>
                  <a:pt x="2010" y="2402"/>
                  <a:pt x="2146" y="2105"/>
                </a:cubicBezTo>
                <a:cubicBezTo>
                  <a:pt x="2443" y="2105"/>
                  <a:pt x="2763" y="2105"/>
                  <a:pt x="3060" y="2082"/>
                </a:cubicBezTo>
                <a:cubicBezTo>
                  <a:pt x="3242" y="2082"/>
                  <a:pt x="3379" y="1854"/>
                  <a:pt x="3219" y="1717"/>
                </a:cubicBezTo>
                <a:cubicBezTo>
                  <a:pt x="2991" y="1512"/>
                  <a:pt x="2763" y="1329"/>
                  <a:pt x="2535" y="1146"/>
                </a:cubicBezTo>
                <a:cubicBezTo>
                  <a:pt x="2649" y="873"/>
                  <a:pt x="2763" y="576"/>
                  <a:pt x="2877" y="302"/>
                </a:cubicBezTo>
                <a:cubicBezTo>
                  <a:pt x="2933" y="152"/>
                  <a:pt x="2774" y="33"/>
                  <a:pt x="2639" y="33"/>
                </a:cubicBezTo>
                <a:cubicBezTo>
                  <a:pt x="2610" y="33"/>
                  <a:pt x="2582" y="39"/>
                  <a:pt x="2557" y="51"/>
                </a:cubicBezTo>
                <a:cubicBezTo>
                  <a:pt x="2306" y="211"/>
                  <a:pt x="2055" y="370"/>
                  <a:pt x="1804" y="530"/>
                </a:cubicBezTo>
                <a:cubicBezTo>
                  <a:pt x="1576" y="325"/>
                  <a:pt x="1325" y="119"/>
                  <a:pt x="1028" y="5"/>
                </a:cubicBezTo>
                <a:cubicBezTo>
                  <a:pt x="1016" y="2"/>
                  <a:pt x="1003" y="1"/>
                  <a:pt x="990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17">
            <a:extLst>
              <a:ext uri="{FF2B5EF4-FFF2-40B4-BE49-F238E27FC236}">
                <a16:creationId xmlns:a16="http://schemas.microsoft.com/office/drawing/2014/main" id="{523A706E-5818-4760-A518-1FDA5EDCE6C0}"/>
              </a:ext>
            </a:extLst>
          </p:cNvPr>
          <p:cNvSpPr>
            <a:spLocks noGrp="1"/>
          </p:cNvSpPr>
          <p:nvPr/>
        </p:nvSpPr>
        <p:spPr>
          <a:xfrm>
            <a:off x="8832296" y="937930"/>
            <a:ext cx="91235" cy="82489"/>
          </a:xfrm>
          <a:custGeom>
            <a:avLst/>
            <a:gdLst/>
            <a:ahLst/>
            <a:cxnLst/>
            <a:rect l="l" t="t" r="r" b="b"/>
            <a:pathLst>
              <a:path w="3380" h="3056">
                <a:moveTo>
                  <a:pt x="990" y="1"/>
                </a:moveTo>
                <a:cubicBezTo>
                  <a:pt x="898" y="1"/>
                  <a:pt x="774" y="66"/>
                  <a:pt x="754" y="165"/>
                </a:cubicBezTo>
                <a:cubicBezTo>
                  <a:pt x="708" y="507"/>
                  <a:pt x="731" y="850"/>
                  <a:pt x="800" y="1169"/>
                </a:cubicBezTo>
                <a:cubicBezTo>
                  <a:pt x="572" y="1329"/>
                  <a:pt x="366" y="1466"/>
                  <a:pt x="161" y="1649"/>
                </a:cubicBezTo>
                <a:cubicBezTo>
                  <a:pt x="1" y="1786"/>
                  <a:pt x="138" y="2014"/>
                  <a:pt x="298" y="2014"/>
                </a:cubicBezTo>
                <a:cubicBezTo>
                  <a:pt x="549" y="2037"/>
                  <a:pt x="777" y="2059"/>
                  <a:pt x="1028" y="2082"/>
                </a:cubicBezTo>
                <a:lnTo>
                  <a:pt x="1051" y="2128"/>
                </a:lnTo>
                <a:cubicBezTo>
                  <a:pt x="1074" y="2356"/>
                  <a:pt x="1119" y="2562"/>
                  <a:pt x="1211" y="2767"/>
                </a:cubicBezTo>
                <a:cubicBezTo>
                  <a:pt x="1233" y="2813"/>
                  <a:pt x="1233" y="2835"/>
                  <a:pt x="1279" y="2858"/>
                </a:cubicBezTo>
                <a:cubicBezTo>
                  <a:pt x="1302" y="2904"/>
                  <a:pt x="1325" y="2950"/>
                  <a:pt x="1348" y="2995"/>
                </a:cubicBezTo>
                <a:cubicBezTo>
                  <a:pt x="1382" y="3038"/>
                  <a:pt x="1429" y="3055"/>
                  <a:pt x="1477" y="3055"/>
                </a:cubicBezTo>
                <a:cubicBezTo>
                  <a:pt x="1559" y="3055"/>
                  <a:pt x="1647" y="3007"/>
                  <a:pt x="1690" y="2950"/>
                </a:cubicBezTo>
                <a:cubicBezTo>
                  <a:pt x="1850" y="2676"/>
                  <a:pt x="2010" y="2402"/>
                  <a:pt x="2146" y="2105"/>
                </a:cubicBezTo>
                <a:cubicBezTo>
                  <a:pt x="2443" y="2105"/>
                  <a:pt x="2763" y="2105"/>
                  <a:pt x="3060" y="2082"/>
                </a:cubicBezTo>
                <a:cubicBezTo>
                  <a:pt x="3242" y="2082"/>
                  <a:pt x="3379" y="1854"/>
                  <a:pt x="3219" y="1717"/>
                </a:cubicBezTo>
                <a:cubicBezTo>
                  <a:pt x="2991" y="1512"/>
                  <a:pt x="2763" y="1329"/>
                  <a:pt x="2535" y="1146"/>
                </a:cubicBezTo>
                <a:cubicBezTo>
                  <a:pt x="2649" y="873"/>
                  <a:pt x="2763" y="576"/>
                  <a:pt x="2877" y="302"/>
                </a:cubicBezTo>
                <a:cubicBezTo>
                  <a:pt x="2933" y="152"/>
                  <a:pt x="2774" y="33"/>
                  <a:pt x="2639" y="33"/>
                </a:cubicBezTo>
                <a:cubicBezTo>
                  <a:pt x="2610" y="33"/>
                  <a:pt x="2582" y="39"/>
                  <a:pt x="2557" y="51"/>
                </a:cubicBezTo>
                <a:cubicBezTo>
                  <a:pt x="2306" y="211"/>
                  <a:pt x="2055" y="370"/>
                  <a:pt x="1804" y="530"/>
                </a:cubicBezTo>
                <a:cubicBezTo>
                  <a:pt x="1576" y="325"/>
                  <a:pt x="1325" y="119"/>
                  <a:pt x="1028" y="5"/>
                </a:cubicBezTo>
                <a:cubicBezTo>
                  <a:pt x="1016" y="2"/>
                  <a:pt x="1003" y="1"/>
                  <a:pt x="990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p17">
            <a:extLst>
              <a:ext uri="{FF2B5EF4-FFF2-40B4-BE49-F238E27FC236}">
                <a16:creationId xmlns:a16="http://schemas.microsoft.com/office/drawing/2014/main" id="{A6B40A13-13DA-4920-BAE0-0209EFE0D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60624" y="2241819"/>
            <a:ext cx="2844300" cy="10590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1600"/>
              <a:buFont typeface="Barlow Medium"/>
              <a:buNone/>
              <a:defRPr sz="2800">
                <a:latin typeface="Sriracha"/>
                <a:ea typeface="Sriracha"/>
                <a:cs typeface="Sriracha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Font typeface="Barlow Medium"/>
              <a:buNone/>
              <a:defRPr>
                <a:latin typeface="Barlow Medium"/>
                <a:ea typeface="Barlow Medium"/>
                <a:cs typeface="Barlow Medium"/>
              </a:defRPr>
            </a:lvl2pPr>
            <a:lvl3pPr>
              <a:spcBef>
                <a:spcPts val="1600"/>
              </a:spcBef>
              <a:spcAft>
                <a:spcPts val="0"/>
              </a:spcAft>
              <a:buSzPts val="1400"/>
              <a:buFont typeface="Barlow Medium"/>
              <a:buNone/>
              <a:defRPr>
                <a:latin typeface="Barlow Medium"/>
                <a:ea typeface="Barlow Medium"/>
                <a:cs typeface="Barlow Medium"/>
              </a:defRPr>
            </a:lvl3pPr>
            <a:lvl4pPr>
              <a:spcBef>
                <a:spcPts val="1600"/>
              </a:spcBef>
              <a:spcAft>
                <a:spcPts val="0"/>
              </a:spcAft>
              <a:buSzPts val="1400"/>
              <a:buFont typeface="Barlow Medium"/>
              <a:buNone/>
              <a:defRPr>
                <a:latin typeface="Barlow Medium"/>
                <a:ea typeface="Barlow Medium"/>
                <a:cs typeface="Barlow Medium"/>
              </a:defRPr>
            </a:lvl4pPr>
            <a:lvl5pPr>
              <a:spcBef>
                <a:spcPts val="1600"/>
              </a:spcBef>
              <a:spcAft>
                <a:spcPts val="0"/>
              </a:spcAft>
              <a:buSzPts val="1400"/>
              <a:buFont typeface="Barlow Medium"/>
              <a:buNone/>
              <a:defRPr>
                <a:latin typeface="Barlow Medium"/>
                <a:ea typeface="Barlow Medium"/>
                <a:cs typeface="Barlow Medium"/>
              </a:defRPr>
            </a:lvl5pPr>
            <a:lvl6pPr>
              <a:spcBef>
                <a:spcPts val="1600"/>
              </a:spcBef>
              <a:spcAft>
                <a:spcPts val="0"/>
              </a:spcAft>
              <a:buSzPts val="1400"/>
              <a:buFont typeface="Barlow Medium"/>
              <a:buNone/>
              <a:defRPr>
                <a:latin typeface="Barlow Medium"/>
                <a:ea typeface="Barlow Medium"/>
                <a:cs typeface="Barlow Medium"/>
              </a:defRPr>
            </a:lvl6pPr>
            <a:lvl7pPr>
              <a:spcBef>
                <a:spcPts val="1600"/>
              </a:spcBef>
              <a:spcAft>
                <a:spcPts val="0"/>
              </a:spcAft>
              <a:buSzPts val="1400"/>
              <a:buFont typeface="Barlow Medium"/>
              <a:buNone/>
              <a:defRPr>
                <a:latin typeface="Barlow Medium"/>
                <a:ea typeface="Barlow Medium"/>
                <a:cs typeface="Barlow Medium"/>
              </a:defRPr>
            </a:lvl7pPr>
            <a:lvl8pPr>
              <a:spcBef>
                <a:spcPts val="1600"/>
              </a:spcBef>
              <a:spcAft>
                <a:spcPts val="0"/>
              </a:spcAft>
              <a:buSzPts val="1400"/>
              <a:buFont typeface="Barlow Medium"/>
              <a:buNone/>
              <a:defRPr>
                <a:latin typeface="Barlow Medium"/>
                <a:ea typeface="Barlow Medium"/>
                <a:cs typeface="Barlow Medium"/>
              </a:defRPr>
            </a:lvl8pPr>
            <a:lvl9pPr>
              <a:spcBef>
                <a:spcPts val="1600"/>
              </a:spcBef>
              <a:spcAft>
                <a:spcPts val="1600"/>
              </a:spcAft>
              <a:buSzPts val="1400"/>
              <a:buFont typeface="Barlow Medium"/>
              <a:buNone/>
              <a:defRPr>
                <a:latin typeface="Barlow Medium"/>
                <a:ea typeface="Barlow Medium"/>
                <a:cs typeface="Barlow Medium"/>
              </a:defRPr>
            </a:lvl9pPr>
          </a:lstStyle>
          <a:p>
            <a:endParaRPr/>
          </a:p>
        </p:txBody>
      </p:sp>
      <p:sp>
        <p:nvSpPr>
          <p:cNvPr id="254" name="Google Shape;254;p17">
            <a:extLst>
              <a:ext uri="{FF2B5EF4-FFF2-40B4-BE49-F238E27FC236}">
                <a16:creationId xmlns:a16="http://schemas.microsoft.com/office/drawing/2014/main" id="{0E23830C-4176-44BF-984C-DF8FF935B750}"/>
              </a:ext>
            </a:extLst>
          </p:cNvPr>
          <p:cNvSpPr>
            <a:spLocks noGrp="1"/>
          </p:cNvSpPr>
          <p:nvPr/>
        </p:nvSpPr>
        <p:spPr>
          <a:xfrm>
            <a:off x="7611496" y="1105505"/>
            <a:ext cx="91235" cy="82489"/>
          </a:xfrm>
          <a:custGeom>
            <a:avLst/>
            <a:gdLst/>
            <a:ahLst/>
            <a:cxnLst/>
            <a:rect l="l" t="t" r="r" b="b"/>
            <a:pathLst>
              <a:path w="3380" h="3056">
                <a:moveTo>
                  <a:pt x="990" y="1"/>
                </a:moveTo>
                <a:cubicBezTo>
                  <a:pt x="898" y="1"/>
                  <a:pt x="774" y="66"/>
                  <a:pt x="754" y="165"/>
                </a:cubicBezTo>
                <a:cubicBezTo>
                  <a:pt x="708" y="507"/>
                  <a:pt x="731" y="850"/>
                  <a:pt x="800" y="1169"/>
                </a:cubicBezTo>
                <a:cubicBezTo>
                  <a:pt x="572" y="1329"/>
                  <a:pt x="366" y="1466"/>
                  <a:pt x="161" y="1649"/>
                </a:cubicBezTo>
                <a:cubicBezTo>
                  <a:pt x="1" y="1786"/>
                  <a:pt x="138" y="2014"/>
                  <a:pt x="298" y="2014"/>
                </a:cubicBezTo>
                <a:cubicBezTo>
                  <a:pt x="549" y="2037"/>
                  <a:pt x="777" y="2059"/>
                  <a:pt x="1028" y="2082"/>
                </a:cubicBezTo>
                <a:lnTo>
                  <a:pt x="1051" y="2128"/>
                </a:lnTo>
                <a:cubicBezTo>
                  <a:pt x="1074" y="2356"/>
                  <a:pt x="1119" y="2562"/>
                  <a:pt x="1211" y="2767"/>
                </a:cubicBezTo>
                <a:cubicBezTo>
                  <a:pt x="1233" y="2813"/>
                  <a:pt x="1233" y="2835"/>
                  <a:pt x="1279" y="2858"/>
                </a:cubicBezTo>
                <a:cubicBezTo>
                  <a:pt x="1302" y="2904"/>
                  <a:pt x="1325" y="2950"/>
                  <a:pt x="1348" y="2995"/>
                </a:cubicBezTo>
                <a:cubicBezTo>
                  <a:pt x="1382" y="3038"/>
                  <a:pt x="1429" y="3055"/>
                  <a:pt x="1477" y="3055"/>
                </a:cubicBezTo>
                <a:cubicBezTo>
                  <a:pt x="1559" y="3055"/>
                  <a:pt x="1647" y="3007"/>
                  <a:pt x="1690" y="2950"/>
                </a:cubicBezTo>
                <a:cubicBezTo>
                  <a:pt x="1850" y="2676"/>
                  <a:pt x="2010" y="2402"/>
                  <a:pt x="2146" y="2105"/>
                </a:cubicBezTo>
                <a:cubicBezTo>
                  <a:pt x="2443" y="2105"/>
                  <a:pt x="2763" y="2105"/>
                  <a:pt x="3060" y="2082"/>
                </a:cubicBezTo>
                <a:cubicBezTo>
                  <a:pt x="3242" y="2082"/>
                  <a:pt x="3379" y="1854"/>
                  <a:pt x="3219" y="1717"/>
                </a:cubicBezTo>
                <a:cubicBezTo>
                  <a:pt x="2991" y="1512"/>
                  <a:pt x="2763" y="1329"/>
                  <a:pt x="2535" y="1146"/>
                </a:cubicBezTo>
                <a:cubicBezTo>
                  <a:pt x="2649" y="873"/>
                  <a:pt x="2763" y="576"/>
                  <a:pt x="2877" y="302"/>
                </a:cubicBezTo>
                <a:cubicBezTo>
                  <a:pt x="2933" y="152"/>
                  <a:pt x="2774" y="33"/>
                  <a:pt x="2639" y="33"/>
                </a:cubicBezTo>
                <a:cubicBezTo>
                  <a:pt x="2610" y="33"/>
                  <a:pt x="2582" y="39"/>
                  <a:pt x="2557" y="51"/>
                </a:cubicBezTo>
                <a:cubicBezTo>
                  <a:pt x="2306" y="211"/>
                  <a:pt x="2055" y="370"/>
                  <a:pt x="1804" y="530"/>
                </a:cubicBezTo>
                <a:cubicBezTo>
                  <a:pt x="1576" y="325"/>
                  <a:pt x="1325" y="119"/>
                  <a:pt x="1028" y="5"/>
                </a:cubicBezTo>
                <a:cubicBezTo>
                  <a:pt x="1016" y="2"/>
                  <a:pt x="1003" y="1"/>
                  <a:pt x="990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9">
            <a:extLst>
              <a:ext uri="{FF2B5EF4-FFF2-40B4-BE49-F238E27FC236}">
                <a16:creationId xmlns:a16="http://schemas.microsoft.com/office/drawing/2014/main" id="{B1CBB6E6-4C49-44DC-94A2-EFF6AAD6525C}"/>
              </a:ext>
            </a:extLst>
          </p:cNvPr>
          <p:cNvSpPr>
            <a:spLocks noGrp="1"/>
          </p:cNvSpPr>
          <p:nvPr/>
        </p:nvSpPr>
        <p:spPr>
          <a:xfrm>
            <a:off x="0" y="3670025"/>
            <a:ext cx="9144012" cy="1487949"/>
          </a:xfrm>
          <a:custGeom>
            <a:avLst/>
            <a:gdLst/>
            <a:ahLst/>
            <a:cxnLst/>
            <a:rect l="l" t="t" r="r" b="b"/>
            <a:pathLst>
              <a:path w="284838" h="50589">
                <a:moveTo>
                  <a:pt x="133359" y="0"/>
                </a:moveTo>
                <a:cubicBezTo>
                  <a:pt x="132063" y="0"/>
                  <a:pt x="130757" y="60"/>
                  <a:pt x="129443" y="190"/>
                </a:cubicBezTo>
                <a:cubicBezTo>
                  <a:pt x="121021" y="1012"/>
                  <a:pt x="114059" y="3979"/>
                  <a:pt x="107554" y="6810"/>
                </a:cubicBezTo>
                <a:cubicBezTo>
                  <a:pt x="99839" y="10165"/>
                  <a:pt x="91987" y="14411"/>
                  <a:pt x="81830" y="15209"/>
                </a:cubicBezTo>
                <a:cubicBezTo>
                  <a:pt x="80619" y="15306"/>
                  <a:pt x="79418" y="15351"/>
                  <a:pt x="78227" y="15351"/>
                </a:cubicBezTo>
                <a:cubicBezTo>
                  <a:pt x="70438" y="15351"/>
                  <a:pt x="63068" y="13440"/>
                  <a:pt x="56060" y="11717"/>
                </a:cubicBezTo>
                <a:cubicBezTo>
                  <a:pt x="47272" y="9572"/>
                  <a:pt x="38302" y="7449"/>
                  <a:pt x="28715" y="6696"/>
                </a:cubicBezTo>
                <a:cubicBezTo>
                  <a:pt x="26227" y="6492"/>
                  <a:pt x="23698" y="6384"/>
                  <a:pt x="21170" y="6384"/>
                </a:cubicBezTo>
                <a:cubicBezTo>
                  <a:pt x="15464" y="6384"/>
                  <a:pt x="9763" y="6937"/>
                  <a:pt x="4543" y="8202"/>
                </a:cubicBezTo>
                <a:cubicBezTo>
                  <a:pt x="2968" y="8567"/>
                  <a:pt x="1462" y="9001"/>
                  <a:pt x="1" y="9457"/>
                </a:cubicBezTo>
                <a:lnTo>
                  <a:pt x="1" y="50589"/>
                </a:lnTo>
                <a:lnTo>
                  <a:pt x="284838" y="50589"/>
                </a:lnTo>
                <a:lnTo>
                  <a:pt x="284838" y="13155"/>
                </a:lnTo>
                <a:cubicBezTo>
                  <a:pt x="283742" y="12744"/>
                  <a:pt x="282624" y="12333"/>
                  <a:pt x="281528" y="11900"/>
                </a:cubicBezTo>
                <a:cubicBezTo>
                  <a:pt x="273083" y="8704"/>
                  <a:pt x="264752" y="4664"/>
                  <a:pt x="254868" y="2838"/>
                </a:cubicBezTo>
                <a:cubicBezTo>
                  <a:pt x="251879" y="2285"/>
                  <a:pt x="248783" y="1967"/>
                  <a:pt x="245668" y="1967"/>
                </a:cubicBezTo>
                <a:cubicBezTo>
                  <a:pt x="244026" y="1967"/>
                  <a:pt x="242379" y="2056"/>
                  <a:pt x="240739" y="2245"/>
                </a:cubicBezTo>
                <a:cubicBezTo>
                  <a:pt x="236403" y="2770"/>
                  <a:pt x="232408" y="3751"/>
                  <a:pt x="228619" y="5007"/>
                </a:cubicBezTo>
                <a:cubicBezTo>
                  <a:pt x="220813" y="7563"/>
                  <a:pt x="213806" y="11010"/>
                  <a:pt x="205383" y="12973"/>
                </a:cubicBezTo>
                <a:cubicBezTo>
                  <a:pt x="201139" y="13960"/>
                  <a:pt x="196833" y="14451"/>
                  <a:pt x="192530" y="14451"/>
                </a:cubicBezTo>
                <a:cubicBezTo>
                  <a:pt x="188177" y="14451"/>
                  <a:pt x="183826" y="13948"/>
                  <a:pt x="179545" y="12950"/>
                </a:cubicBezTo>
                <a:cubicBezTo>
                  <a:pt x="171008" y="10964"/>
                  <a:pt x="163750" y="7723"/>
                  <a:pt x="156126" y="4892"/>
                </a:cubicBezTo>
                <a:cubicBezTo>
                  <a:pt x="149458" y="2446"/>
                  <a:pt x="141614" y="0"/>
                  <a:pt x="133359" y="0"/>
                </a:cubicBezTo>
                <a:close/>
              </a:path>
            </a:pathLst>
          </a:custGeom>
          <a:solidFill>
            <a:srgbClr val="EADBC5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" name="Google Shape;271;p19">
            <a:extLst>
              <a:ext uri="{FF2B5EF4-FFF2-40B4-BE49-F238E27FC236}">
                <a16:creationId xmlns:a16="http://schemas.microsoft.com/office/drawing/2014/main" id="{B431D3DA-217C-499F-B68D-8416B4F58D44}"/>
              </a:ext>
            </a:extLst>
          </p:cNvPr>
          <p:cNvSpPr>
            <a:spLocks noGrp="1"/>
          </p:cNvSpPr>
          <p:nvPr/>
        </p:nvSpPr>
        <p:spPr>
          <a:xfrm>
            <a:off x="8236530" y="2387923"/>
            <a:ext cx="59576" cy="46226"/>
          </a:xfrm>
          <a:custGeom>
            <a:avLst/>
            <a:gdLst/>
            <a:ahLst/>
            <a:cxnLst/>
            <a:rect l="l" t="t" r="r" b="b"/>
            <a:pathLst>
              <a:path w="1736" h="1347">
                <a:moveTo>
                  <a:pt x="868" y="0"/>
                </a:moveTo>
                <a:cubicBezTo>
                  <a:pt x="1" y="0"/>
                  <a:pt x="1" y="1347"/>
                  <a:pt x="868" y="1347"/>
                </a:cubicBezTo>
                <a:cubicBezTo>
                  <a:pt x="1736" y="1347"/>
                  <a:pt x="1736" y="0"/>
                  <a:pt x="868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" name="Google Shape;272;p19">
            <a:extLst>
              <a:ext uri="{FF2B5EF4-FFF2-40B4-BE49-F238E27FC236}">
                <a16:creationId xmlns:a16="http://schemas.microsoft.com/office/drawing/2014/main" id="{F1F24D4D-CC1C-42C9-8B7A-CEAB892CF3E8}"/>
              </a:ext>
            </a:extLst>
          </p:cNvPr>
          <p:cNvSpPr>
            <a:spLocks noGrp="1"/>
          </p:cNvSpPr>
          <p:nvPr/>
        </p:nvSpPr>
        <p:spPr>
          <a:xfrm>
            <a:off x="8282757" y="2296259"/>
            <a:ext cx="58787" cy="45471"/>
          </a:xfrm>
          <a:custGeom>
            <a:avLst/>
            <a:gdLst/>
            <a:ahLst/>
            <a:cxnLst/>
            <a:rect l="l" t="t" r="r" b="b"/>
            <a:pathLst>
              <a:path w="1713" h="1325">
                <a:moveTo>
                  <a:pt x="868" y="1"/>
                </a:moveTo>
                <a:cubicBezTo>
                  <a:pt x="0" y="1"/>
                  <a:pt x="0" y="1324"/>
                  <a:pt x="868" y="1324"/>
                </a:cubicBezTo>
                <a:cubicBezTo>
                  <a:pt x="1712" y="1324"/>
                  <a:pt x="1712" y="1"/>
                  <a:pt x="868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9">
            <a:extLst>
              <a:ext uri="{FF2B5EF4-FFF2-40B4-BE49-F238E27FC236}">
                <a16:creationId xmlns:a16="http://schemas.microsoft.com/office/drawing/2014/main" id="{7622984D-8E8D-494E-8549-7D081C97F798}"/>
              </a:ext>
            </a:extLst>
          </p:cNvPr>
          <p:cNvSpPr>
            <a:spLocks noGrp="1"/>
          </p:cNvSpPr>
          <p:nvPr/>
        </p:nvSpPr>
        <p:spPr>
          <a:xfrm>
            <a:off x="8328195" y="2387923"/>
            <a:ext cx="59576" cy="46226"/>
          </a:xfrm>
          <a:custGeom>
            <a:avLst/>
            <a:gdLst/>
            <a:ahLst/>
            <a:cxnLst/>
            <a:rect l="l" t="t" r="r" b="b"/>
            <a:pathLst>
              <a:path w="1736" h="1347">
                <a:moveTo>
                  <a:pt x="868" y="0"/>
                </a:moveTo>
                <a:cubicBezTo>
                  <a:pt x="0" y="0"/>
                  <a:pt x="0" y="1347"/>
                  <a:pt x="868" y="1347"/>
                </a:cubicBezTo>
                <a:cubicBezTo>
                  <a:pt x="1735" y="1347"/>
                  <a:pt x="1735" y="0"/>
                  <a:pt x="868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" name="Google Shape;274;p19">
            <a:extLst>
              <a:ext uri="{FF2B5EF4-FFF2-40B4-BE49-F238E27FC236}">
                <a16:creationId xmlns:a16="http://schemas.microsoft.com/office/drawing/2014/main" id="{D0D5860A-ED97-42CB-9940-58472A6C7020}"/>
              </a:ext>
            </a:extLst>
          </p:cNvPr>
          <p:cNvSpPr>
            <a:spLocks noGrp="1"/>
          </p:cNvSpPr>
          <p:nvPr/>
        </p:nvSpPr>
        <p:spPr>
          <a:xfrm>
            <a:off x="7223877" y="2763880"/>
            <a:ext cx="1699644" cy="760965"/>
          </a:xfrm>
          <a:custGeom>
            <a:avLst/>
            <a:gdLst/>
            <a:ahLst/>
            <a:cxnLst/>
            <a:rect l="l" t="t" r="r" b="b"/>
            <a:pathLst>
              <a:path w="35084" h="15707">
                <a:moveTo>
                  <a:pt x="19722" y="0"/>
                </a:moveTo>
                <a:cubicBezTo>
                  <a:pt x="17040" y="0"/>
                  <a:pt x="15328" y="2890"/>
                  <a:pt x="14312" y="5046"/>
                </a:cubicBezTo>
                <a:cubicBezTo>
                  <a:pt x="12935" y="3382"/>
                  <a:pt x="10996" y="1550"/>
                  <a:pt x="8761" y="1550"/>
                </a:cubicBezTo>
                <a:cubicBezTo>
                  <a:pt x="8144" y="1550"/>
                  <a:pt x="7505" y="1689"/>
                  <a:pt x="6849" y="2010"/>
                </a:cubicBezTo>
                <a:cubicBezTo>
                  <a:pt x="3470" y="3630"/>
                  <a:pt x="4498" y="6872"/>
                  <a:pt x="5319" y="9542"/>
                </a:cubicBezTo>
                <a:cubicBezTo>
                  <a:pt x="3356" y="9930"/>
                  <a:pt x="1" y="11071"/>
                  <a:pt x="1393" y="13765"/>
                </a:cubicBezTo>
                <a:cubicBezTo>
                  <a:pt x="2352" y="15522"/>
                  <a:pt x="5228" y="15614"/>
                  <a:pt x="6940" y="15682"/>
                </a:cubicBezTo>
                <a:cubicBezTo>
                  <a:pt x="8210" y="15689"/>
                  <a:pt x="9757" y="15697"/>
                  <a:pt x="11405" y="15697"/>
                </a:cubicBezTo>
                <a:cubicBezTo>
                  <a:pt x="14968" y="15697"/>
                  <a:pt x="19007" y="15663"/>
                  <a:pt x="21753" y="15522"/>
                </a:cubicBezTo>
                <a:cubicBezTo>
                  <a:pt x="22672" y="15601"/>
                  <a:pt x="24416" y="15707"/>
                  <a:pt x="26317" y="15707"/>
                </a:cubicBezTo>
                <a:cubicBezTo>
                  <a:pt x="29376" y="15707"/>
                  <a:pt x="32844" y="15433"/>
                  <a:pt x="33942" y="14335"/>
                </a:cubicBezTo>
                <a:cubicBezTo>
                  <a:pt x="35015" y="13240"/>
                  <a:pt x="35083" y="11870"/>
                  <a:pt x="33965" y="10912"/>
                </a:cubicBezTo>
                <a:cubicBezTo>
                  <a:pt x="33378" y="10384"/>
                  <a:pt x="32652" y="10247"/>
                  <a:pt x="31886" y="10247"/>
                </a:cubicBezTo>
                <a:cubicBezTo>
                  <a:pt x="31057" y="10247"/>
                  <a:pt x="30181" y="10408"/>
                  <a:pt x="29382" y="10408"/>
                </a:cubicBezTo>
                <a:cubicBezTo>
                  <a:pt x="29225" y="10408"/>
                  <a:pt x="29071" y="10401"/>
                  <a:pt x="28921" y="10387"/>
                </a:cubicBezTo>
                <a:cubicBezTo>
                  <a:pt x="29674" y="8675"/>
                  <a:pt x="31249" y="6666"/>
                  <a:pt x="28989" y="5228"/>
                </a:cubicBezTo>
                <a:cubicBezTo>
                  <a:pt x="28519" y="4922"/>
                  <a:pt x="28048" y="4795"/>
                  <a:pt x="27585" y="4795"/>
                </a:cubicBezTo>
                <a:cubicBezTo>
                  <a:pt x="26183" y="4795"/>
                  <a:pt x="24849" y="5962"/>
                  <a:pt x="23785" y="6872"/>
                </a:cubicBezTo>
                <a:cubicBezTo>
                  <a:pt x="23876" y="4338"/>
                  <a:pt x="23534" y="777"/>
                  <a:pt x="20567" y="93"/>
                </a:cubicBezTo>
                <a:cubicBezTo>
                  <a:pt x="20275" y="30"/>
                  <a:pt x="19994" y="0"/>
                  <a:pt x="19722" y="0"/>
                </a:cubicBezTo>
                <a:close/>
              </a:path>
            </a:pathLst>
          </a:custGeom>
          <a:solidFill>
            <a:srgbClr val="F8F4EC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5" name="Google Shape;275;p19">
            <a:extLst>
              <a:ext uri="{FF2B5EF4-FFF2-40B4-BE49-F238E27FC236}">
                <a16:creationId xmlns:a16="http://schemas.microsoft.com/office/drawing/2014/main" id="{E49AB6F8-D92C-4308-86ED-C06228250DA3}"/>
              </a:ext>
            </a:extLst>
          </p:cNvPr>
          <p:cNvSpPr>
            <a:spLocks noGrp="1"/>
          </p:cNvSpPr>
          <p:nvPr/>
        </p:nvSpPr>
        <p:spPr>
          <a:xfrm>
            <a:off x="8832296" y="937930"/>
            <a:ext cx="91235" cy="82489"/>
          </a:xfrm>
          <a:custGeom>
            <a:avLst/>
            <a:gdLst/>
            <a:ahLst/>
            <a:cxnLst/>
            <a:rect l="l" t="t" r="r" b="b"/>
            <a:pathLst>
              <a:path w="3380" h="3056">
                <a:moveTo>
                  <a:pt x="990" y="1"/>
                </a:moveTo>
                <a:cubicBezTo>
                  <a:pt x="898" y="1"/>
                  <a:pt x="774" y="66"/>
                  <a:pt x="754" y="165"/>
                </a:cubicBezTo>
                <a:cubicBezTo>
                  <a:pt x="708" y="507"/>
                  <a:pt x="731" y="850"/>
                  <a:pt x="800" y="1169"/>
                </a:cubicBezTo>
                <a:cubicBezTo>
                  <a:pt x="572" y="1329"/>
                  <a:pt x="366" y="1466"/>
                  <a:pt x="161" y="1649"/>
                </a:cubicBezTo>
                <a:cubicBezTo>
                  <a:pt x="1" y="1786"/>
                  <a:pt x="138" y="2014"/>
                  <a:pt x="298" y="2014"/>
                </a:cubicBezTo>
                <a:cubicBezTo>
                  <a:pt x="549" y="2037"/>
                  <a:pt x="777" y="2059"/>
                  <a:pt x="1028" y="2082"/>
                </a:cubicBezTo>
                <a:lnTo>
                  <a:pt x="1051" y="2128"/>
                </a:lnTo>
                <a:cubicBezTo>
                  <a:pt x="1074" y="2356"/>
                  <a:pt x="1119" y="2562"/>
                  <a:pt x="1211" y="2767"/>
                </a:cubicBezTo>
                <a:cubicBezTo>
                  <a:pt x="1233" y="2813"/>
                  <a:pt x="1233" y="2835"/>
                  <a:pt x="1279" y="2858"/>
                </a:cubicBezTo>
                <a:cubicBezTo>
                  <a:pt x="1302" y="2904"/>
                  <a:pt x="1325" y="2950"/>
                  <a:pt x="1348" y="2995"/>
                </a:cubicBezTo>
                <a:cubicBezTo>
                  <a:pt x="1382" y="3038"/>
                  <a:pt x="1429" y="3055"/>
                  <a:pt x="1477" y="3055"/>
                </a:cubicBezTo>
                <a:cubicBezTo>
                  <a:pt x="1559" y="3055"/>
                  <a:pt x="1647" y="3007"/>
                  <a:pt x="1690" y="2950"/>
                </a:cubicBezTo>
                <a:cubicBezTo>
                  <a:pt x="1850" y="2676"/>
                  <a:pt x="2010" y="2402"/>
                  <a:pt x="2146" y="2105"/>
                </a:cubicBezTo>
                <a:cubicBezTo>
                  <a:pt x="2443" y="2105"/>
                  <a:pt x="2763" y="2105"/>
                  <a:pt x="3060" y="2082"/>
                </a:cubicBezTo>
                <a:cubicBezTo>
                  <a:pt x="3242" y="2082"/>
                  <a:pt x="3379" y="1854"/>
                  <a:pt x="3219" y="1717"/>
                </a:cubicBezTo>
                <a:cubicBezTo>
                  <a:pt x="2991" y="1512"/>
                  <a:pt x="2763" y="1329"/>
                  <a:pt x="2535" y="1146"/>
                </a:cubicBezTo>
                <a:cubicBezTo>
                  <a:pt x="2649" y="873"/>
                  <a:pt x="2763" y="576"/>
                  <a:pt x="2877" y="302"/>
                </a:cubicBezTo>
                <a:cubicBezTo>
                  <a:pt x="2933" y="152"/>
                  <a:pt x="2774" y="33"/>
                  <a:pt x="2639" y="33"/>
                </a:cubicBezTo>
                <a:cubicBezTo>
                  <a:pt x="2610" y="33"/>
                  <a:pt x="2582" y="39"/>
                  <a:pt x="2557" y="51"/>
                </a:cubicBezTo>
                <a:cubicBezTo>
                  <a:pt x="2306" y="211"/>
                  <a:pt x="2055" y="370"/>
                  <a:pt x="1804" y="530"/>
                </a:cubicBezTo>
                <a:cubicBezTo>
                  <a:pt x="1576" y="325"/>
                  <a:pt x="1325" y="119"/>
                  <a:pt x="1028" y="5"/>
                </a:cubicBezTo>
                <a:cubicBezTo>
                  <a:pt x="1016" y="2"/>
                  <a:pt x="1003" y="1"/>
                  <a:pt x="990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p19">
            <a:extLst>
              <a:ext uri="{FF2B5EF4-FFF2-40B4-BE49-F238E27FC236}">
                <a16:creationId xmlns:a16="http://schemas.microsoft.com/office/drawing/2014/main" id="{D936E001-EE96-46EE-8B33-C2467925D4B4}"/>
              </a:ext>
            </a:extLst>
          </p:cNvPr>
          <p:cNvSpPr>
            <a:spLocks noGrp="1"/>
          </p:cNvSpPr>
          <p:nvPr/>
        </p:nvSpPr>
        <p:spPr>
          <a:xfrm>
            <a:off x="2133252" y="122805"/>
            <a:ext cx="1699644" cy="760965"/>
          </a:xfrm>
          <a:custGeom>
            <a:avLst/>
            <a:gdLst/>
            <a:ahLst/>
            <a:cxnLst/>
            <a:rect l="l" t="t" r="r" b="b"/>
            <a:pathLst>
              <a:path w="35084" h="15707">
                <a:moveTo>
                  <a:pt x="19722" y="0"/>
                </a:moveTo>
                <a:cubicBezTo>
                  <a:pt x="17040" y="0"/>
                  <a:pt x="15328" y="2890"/>
                  <a:pt x="14312" y="5046"/>
                </a:cubicBezTo>
                <a:cubicBezTo>
                  <a:pt x="12935" y="3382"/>
                  <a:pt x="10996" y="1550"/>
                  <a:pt x="8761" y="1550"/>
                </a:cubicBezTo>
                <a:cubicBezTo>
                  <a:pt x="8144" y="1550"/>
                  <a:pt x="7505" y="1689"/>
                  <a:pt x="6849" y="2010"/>
                </a:cubicBezTo>
                <a:cubicBezTo>
                  <a:pt x="3470" y="3630"/>
                  <a:pt x="4498" y="6872"/>
                  <a:pt x="5319" y="9542"/>
                </a:cubicBezTo>
                <a:cubicBezTo>
                  <a:pt x="3356" y="9930"/>
                  <a:pt x="1" y="11071"/>
                  <a:pt x="1393" y="13765"/>
                </a:cubicBezTo>
                <a:cubicBezTo>
                  <a:pt x="2352" y="15522"/>
                  <a:pt x="5228" y="15614"/>
                  <a:pt x="6940" y="15682"/>
                </a:cubicBezTo>
                <a:cubicBezTo>
                  <a:pt x="8210" y="15689"/>
                  <a:pt x="9757" y="15697"/>
                  <a:pt x="11405" y="15697"/>
                </a:cubicBezTo>
                <a:cubicBezTo>
                  <a:pt x="14968" y="15697"/>
                  <a:pt x="19007" y="15663"/>
                  <a:pt x="21753" y="15522"/>
                </a:cubicBezTo>
                <a:cubicBezTo>
                  <a:pt x="22672" y="15601"/>
                  <a:pt x="24416" y="15707"/>
                  <a:pt x="26317" y="15707"/>
                </a:cubicBezTo>
                <a:cubicBezTo>
                  <a:pt x="29376" y="15707"/>
                  <a:pt x="32844" y="15433"/>
                  <a:pt x="33942" y="14335"/>
                </a:cubicBezTo>
                <a:cubicBezTo>
                  <a:pt x="35015" y="13240"/>
                  <a:pt x="35083" y="11870"/>
                  <a:pt x="33965" y="10912"/>
                </a:cubicBezTo>
                <a:cubicBezTo>
                  <a:pt x="33378" y="10384"/>
                  <a:pt x="32652" y="10247"/>
                  <a:pt x="31886" y="10247"/>
                </a:cubicBezTo>
                <a:cubicBezTo>
                  <a:pt x="31057" y="10247"/>
                  <a:pt x="30181" y="10408"/>
                  <a:pt x="29382" y="10408"/>
                </a:cubicBezTo>
                <a:cubicBezTo>
                  <a:pt x="29225" y="10408"/>
                  <a:pt x="29071" y="10401"/>
                  <a:pt x="28921" y="10387"/>
                </a:cubicBezTo>
                <a:cubicBezTo>
                  <a:pt x="29674" y="8675"/>
                  <a:pt x="31249" y="6666"/>
                  <a:pt x="28989" y="5228"/>
                </a:cubicBezTo>
                <a:cubicBezTo>
                  <a:pt x="28519" y="4922"/>
                  <a:pt x="28048" y="4795"/>
                  <a:pt x="27585" y="4795"/>
                </a:cubicBezTo>
                <a:cubicBezTo>
                  <a:pt x="26183" y="4795"/>
                  <a:pt x="24849" y="5962"/>
                  <a:pt x="23785" y="6872"/>
                </a:cubicBezTo>
                <a:cubicBezTo>
                  <a:pt x="23876" y="4338"/>
                  <a:pt x="23534" y="777"/>
                  <a:pt x="20567" y="93"/>
                </a:cubicBezTo>
                <a:cubicBezTo>
                  <a:pt x="20275" y="30"/>
                  <a:pt x="19994" y="0"/>
                  <a:pt x="19722" y="0"/>
                </a:cubicBezTo>
                <a:close/>
              </a:path>
            </a:pathLst>
          </a:custGeom>
          <a:solidFill>
            <a:srgbClr val="F8F4EC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" name="Google Shape;277;p19">
            <a:extLst>
              <a:ext uri="{FF2B5EF4-FFF2-40B4-BE49-F238E27FC236}">
                <a16:creationId xmlns:a16="http://schemas.microsoft.com/office/drawing/2014/main" id="{C3D2E249-259A-4BBB-8D01-D74C5BF6B2D7}"/>
              </a:ext>
            </a:extLst>
          </p:cNvPr>
          <p:cNvSpPr>
            <a:spLocks noGrp="1"/>
          </p:cNvSpPr>
          <p:nvPr/>
        </p:nvSpPr>
        <p:spPr>
          <a:xfrm>
            <a:off x="218172" y="1535241"/>
            <a:ext cx="3707502" cy="1659916"/>
          </a:xfrm>
          <a:custGeom>
            <a:avLst/>
            <a:gdLst/>
            <a:ahLst/>
            <a:cxnLst/>
            <a:rect l="l" t="t" r="r" b="b"/>
            <a:pathLst>
              <a:path w="35084" h="15707">
                <a:moveTo>
                  <a:pt x="19722" y="0"/>
                </a:moveTo>
                <a:cubicBezTo>
                  <a:pt x="17040" y="0"/>
                  <a:pt x="15328" y="2890"/>
                  <a:pt x="14312" y="5046"/>
                </a:cubicBezTo>
                <a:cubicBezTo>
                  <a:pt x="12935" y="3382"/>
                  <a:pt x="10996" y="1550"/>
                  <a:pt x="8761" y="1550"/>
                </a:cubicBezTo>
                <a:cubicBezTo>
                  <a:pt x="8144" y="1550"/>
                  <a:pt x="7505" y="1689"/>
                  <a:pt x="6849" y="2010"/>
                </a:cubicBezTo>
                <a:cubicBezTo>
                  <a:pt x="3470" y="3630"/>
                  <a:pt x="4498" y="6872"/>
                  <a:pt x="5319" y="9542"/>
                </a:cubicBezTo>
                <a:cubicBezTo>
                  <a:pt x="3356" y="9930"/>
                  <a:pt x="1" y="11071"/>
                  <a:pt x="1393" y="13765"/>
                </a:cubicBezTo>
                <a:cubicBezTo>
                  <a:pt x="2352" y="15522"/>
                  <a:pt x="5228" y="15614"/>
                  <a:pt x="6940" y="15682"/>
                </a:cubicBezTo>
                <a:cubicBezTo>
                  <a:pt x="8210" y="15689"/>
                  <a:pt x="9757" y="15697"/>
                  <a:pt x="11405" y="15697"/>
                </a:cubicBezTo>
                <a:cubicBezTo>
                  <a:pt x="14968" y="15697"/>
                  <a:pt x="19007" y="15663"/>
                  <a:pt x="21753" y="15522"/>
                </a:cubicBezTo>
                <a:cubicBezTo>
                  <a:pt x="22672" y="15601"/>
                  <a:pt x="24416" y="15707"/>
                  <a:pt x="26317" y="15707"/>
                </a:cubicBezTo>
                <a:cubicBezTo>
                  <a:pt x="29376" y="15707"/>
                  <a:pt x="32844" y="15433"/>
                  <a:pt x="33942" y="14335"/>
                </a:cubicBezTo>
                <a:cubicBezTo>
                  <a:pt x="35015" y="13240"/>
                  <a:pt x="35083" y="11870"/>
                  <a:pt x="33965" y="10912"/>
                </a:cubicBezTo>
                <a:cubicBezTo>
                  <a:pt x="33378" y="10384"/>
                  <a:pt x="32652" y="10247"/>
                  <a:pt x="31886" y="10247"/>
                </a:cubicBezTo>
                <a:cubicBezTo>
                  <a:pt x="31057" y="10247"/>
                  <a:pt x="30181" y="10408"/>
                  <a:pt x="29382" y="10408"/>
                </a:cubicBezTo>
                <a:cubicBezTo>
                  <a:pt x="29225" y="10408"/>
                  <a:pt x="29071" y="10401"/>
                  <a:pt x="28921" y="10387"/>
                </a:cubicBezTo>
                <a:cubicBezTo>
                  <a:pt x="29674" y="8675"/>
                  <a:pt x="31249" y="6666"/>
                  <a:pt x="28989" y="5228"/>
                </a:cubicBezTo>
                <a:cubicBezTo>
                  <a:pt x="28519" y="4922"/>
                  <a:pt x="28048" y="4795"/>
                  <a:pt x="27585" y="4795"/>
                </a:cubicBezTo>
                <a:cubicBezTo>
                  <a:pt x="26183" y="4795"/>
                  <a:pt x="24849" y="5962"/>
                  <a:pt x="23785" y="6872"/>
                </a:cubicBezTo>
                <a:cubicBezTo>
                  <a:pt x="23876" y="4338"/>
                  <a:pt x="23534" y="777"/>
                  <a:pt x="20567" y="93"/>
                </a:cubicBezTo>
                <a:cubicBezTo>
                  <a:pt x="20275" y="30"/>
                  <a:pt x="19994" y="0"/>
                  <a:pt x="19722" y="0"/>
                </a:cubicBezTo>
                <a:close/>
              </a:path>
            </a:pathLst>
          </a:custGeom>
          <a:solidFill>
            <a:srgbClr val="F8F4EC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" name="Google Shape;279;p19">
            <a:extLst>
              <a:ext uri="{FF2B5EF4-FFF2-40B4-BE49-F238E27FC236}">
                <a16:creationId xmlns:a16="http://schemas.microsoft.com/office/drawing/2014/main" id="{7836CB65-5B55-4F01-8778-2A9981EAEAD1}"/>
              </a:ext>
            </a:extLst>
          </p:cNvPr>
          <p:cNvSpPr>
            <a:spLocks noGrp="1"/>
          </p:cNvSpPr>
          <p:nvPr/>
        </p:nvSpPr>
        <p:spPr>
          <a:xfrm>
            <a:off x="3774430" y="3455310"/>
            <a:ext cx="59576" cy="46226"/>
          </a:xfrm>
          <a:custGeom>
            <a:avLst/>
            <a:gdLst/>
            <a:ahLst/>
            <a:cxnLst/>
            <a:rect l="l" t="t" r="r" b="b"/>
            <a:pathLst>
              <a:path w="1736" h="1347">
                <a:moveTo>
                  <a:pt x="868" y="0"/>
                </a:moveTo>
                <a:cubicBezTo>
                  <a:pt x="1" y="0"/>
                  <a:pt x="1" y="1347"/>
                  <a:pt x="868" y="1347"/>
                </a:cubicBezTo>
                <a:cubicBezTo>
                  <a:pt x="1736" y="1347"/>
                  <a:pt x="1736" y="0"/>
                  <a:pt x="868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" name="Google Shape;280;p19">
            <a:extLst>
              <a:ext uri="{FF2B5EF4-FFF2-40B4-BE49-F238E27FC236}">
                <a16:creationId xmlns:a16="http://schemas.microsoft.com/office/drawing/2014/main" id="{C4B7C571-922E-47E5-8F41-A2136E0FF5A6}"/>
              </a:ext>
            </a:extLst>
          </p:cNvPr>
          <p:cNvSpPr>
            <a:spLocks noGrp="1"/>
          </p:cNvSpPr>
          <p:nvPr/>
        </p:nvSpPr>
        <p:spPr>
          <a:xfrm>
            <a:off x="3820657" y="3363646"/>
            <a:ext cx="58787" cy="45471"/>
          </a:xfrm>
          <a:custGeom>
            <a:avLst/>
            <a:gdLst/>
            <a:ahLst/>
            <a:cxnLst/>
            <a:rect l="l" t="t" r="r" b="b"/>
            <a:pathLst>
              <a:path w="1713" h="1325">
                <a:moveTo>
                  <a:pt x="868" y="1"/>
                </a:moveTo>
                <a:cubicBezTo>
                  <a:pt x="0" y="1"/>
                  <a:pt x="0" y="1324"/>
                  <a:pt x="868" y="1324"/>
                </a:cubicBezTo>
                <a:cubicBezTo>
                  <a:pt x="1712" y="1324"/>
                  <a:pt x="1712" y="1"/>
                  <a:pt x="868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p19">
            <a:extLst>
              <a:ext uri="{FF2B5EF4-FFF2-40B4-BE49-F238E27FC236}">
                <a16:creationId xmlns:a16="http://schemas.microsoft.com/office/drawing/2014/main" id="{84066108-F78D-4A98-90D2-1296C4BF63D5}"/>
              </a:ext>
            </a:extLst>
          </p:cNvPr>
          <p:cNvSpPr>
            <a:spLocks noGrp="1"/>
          </p:cNvSpPr>
          <p:nvPr/>
        </p:nvSpPr>
        <p:spPr>
          <a:xfrm>
            <a:off x="3866095" y="3455310"/>
            <a:ext cx="59576" cy="46226"/>
          </a:xfrm>
          <a:custGeom>
            <a:avLst/>
            <a:gdLst/>
            <a:ahLst/>
            <a:cxnLst/>
            <a:rect l="l" t="t" r="r" b="b"/>
            <a:pathLst>
              <a:path w="1736" h="1347">
                <a:moveTo>
                  <a:pt x="868" y="0"/>
                </a:moveTo>
                <a:cubicBezTo>
                  <a:pt x="0" y="0"/>
                  <a:pt x="0" y="1347"/>
                  <a:pt x="868" y="1347"/>
                </a:cubicBezTo>
                <a:cubicBezTo>
                  <a:pt x="1735" y="1347"/>
                  <a:pt x="1735" y="0"/>
                  <a:pt x="868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p19">
            <a:extLst>
              <a:ext uri="{FF2B5EF4-FFF2-40B4-BE49-F238E27FC236}">
                <a16:creationId xmlns:a16="http://schemas.microsoft.com/office/drawing/2014/main" id="{FC3DBE86-E31A-4217-923C-C8A08EA1EE40}"/>
              </a:ext>
            </a:extLst>
          </p:cNvPr>
          <p:cNvSpPr>
            <a:spLocks noGrp="1"/>
          </p:cNvSpPr>
          <p:nvPr/>
        </p:nvSpPr>
        <p:spPr>
          <a:xfrm>
            <a:off x="3310771" y="1452755"/>
            <a:ext cx="91235" cy="82489"/>
          </a:xfrm>
          <a:custGeom>
            <a:avLst/>
            <a:gdLst/>
            <a:ahLst/>
            <a:cxnLst/>
            <a:rect l="l" t="t" r="r" b="b"/>
            <a:pathLst>
              <a:path w="3380" h="3056">
                <a:moveTo>
                  <a:pt x="990" y="1"/>
                </a:moveTo>
                <a:cubicBezTo>
                  <a:pt x="898" y="1"/>
                  <a:pt x="774" y="66"/>
                  <a:pt x="754" y="165"/>
                </a:cubicBezTo>
                <a:cubicBezTo>
                  <a:pt x="708" y="507"/>
                  <a:pt x="731" y="850"/>
                  <a:pt x="800" y="1169"/>
                </a:cubicBezTo>
                <a:cubicBezTo>
                  <a:pt x="572" y="1329"/>
                  <a:pt x="366" y="1466"/>
                  <a:pt x="161" y="1649"/>
                </a:cubicBezTo>
                <a:cubicBezTo>
                  <a:pt x="1" y="1786"/>
                  <a:pt x="138" y="2014"/>
                  <a:pt x="298" y="2014"/>
                </a:cubicBezTo>
                <a:cubicBezTo>
                  <a:pt x="549" y="2037"/>
                  <a:pt x="777" y="2059"/>
                  <a:pt x="1028" y="2082"/>
                </a:cubicBezTo>
                <a:lnTo>
                  <a:pt x="1051" y="2128"/>
                </a:lnTo>
                <a:cubicBezTo>
                  <a:pt x="1074" y="2356"/>
                  <a:pt x="1119" y="2562"/>
                  <a:pt x="1211" y="2767"/>
                </a:cubicBezTo>
                <a:cubicBezTo>
                  <a:pt x="1233" y="2813"/>
                  <a:pt x="1233" y="2835"/>
                  <a:pt x="1279" y="2858"/>
                </a:cubicBezTo>
                <a:cubicBezTo>
                  <a:pt x="1302" y="2904"/>
                  <a:pt x="1325" y="2950"/>
                  <a:pt x="1348" y="2995"/>
                </a:cubicBezTo>
                <a:cubicBezTo>
                  <a:pt x="1382" y="3038"/>
                  <a:pt x="1429" y="3055"/>
                  <a:pt x="1477" y="3055"/>
                </a:cubicBezTo>
                <a:cubicBezTo>
                  <a:pt x="1559" y="3055"/>
                  <a:pt x="1647" y="3007"/>
                  <a:pt x="1690" y="2950"/>
                </a:cubicBezTo>
                <a:cubicBezTo>
                  <a:pt x="1850" y="2676"/>
                  <a:pt x="2010" y="2402"/>
                  <a:pt x="2146" y="2105"/>
                </a:cubicBezTo>
                <a:cubicBezTo>
                  <a:pt x="2443" y="2105"/>
                  <a:pt x="2763" y="2105"/>
                  <a:pt x="3060" y="2082"/>
                </a:cubicBezTo>
                <a:cubicBezTo>
                  <a:pt x="3242" y="2082"/>
                  <a:pt x="3379" y="1854"/>
                  <a:pt x="3219" y="1717"/>
                </a:cubicBezTo>
                <a:cubicBezTo>
                  <a:pt x="2991" y="1512"/>
                  <a:pt x="2763" y="1329"/>
                  <a:pt x="2535" y="1146"/>
                </a:cubicBezTo>
                <a:cubicBezTo>
                  <a:pt x="2649" y="873"/>
                  <a:pt x="2763" y="576"/>
                  <a:pt x="2877" y="302"/>
                </a:cubicBezTo>
                <a:cubicBezTo>
                  <a:pt x="2933" y="152"/>
                  <a:pt x="2774" y="33"/>
                  <a:pt x="2639" y="33"/>
                </a:cubicBezTo>
                <a:cubicBezTo>
                  <a:pt x="2610" y="33"/>
                  <a:pt x="2582" y="39"/>
                  <a:pt x="2557" y="51"/>
                </a:cubicBezTo>
                <a:cubicBezTo>
                  <a:pt x="2306" y="211"/>
                  <a:pt x="2055" y="370"/>
                  <a:pt x="1804" y="530"/>
                </a:cubicBezTo>
                <a:cubicBezTo>
                  <a:pt x="1576" y="325"/>
                  <a:pt x="1325" y="119"/>
                  <a:pt x="1028" y="5"/>
                </a:cubicBezTo>
                <a:cubicBezTo>
                  <a:pt x="1016" y="2"/>
                  <a:pt x="1003" y="1"/>
                  <a:pt x="990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" name="Google Shape;283;p19">
            <a:extLst>
              <a:ext uri="{FF2B5EF4-FFF2-40B4-BE49-F238E27FC236}">
                <a16:creationId xmlns:a16="http://schemas.microsoft.com/office/drawing/2014/main" id="{2403CCE6-99D7-4043-B0EB-332C06F770F2}"/>
              </a:ext>
            </a:extLst>
          </p:cNvPr>
          <p:cNvSpPr>
            <a:spLocks noGrp="1"/>
          </p:cNvSpPr>
          <p:nvPr/>
        </p:nvSpPr>
        <p:spPr>
          <a:xfrm>
            <a:off x="358546" y="1807655"/>
            <a:ext cx="91235" cy="82489"/>
          </a:xfrm>
          <a:custGeom>
            <a:avLst/>
            <a:gdLst/>
            <a:ahLst/>
            <a:cxnLst/>
            <a:rect l="l" t="t" r="r" b="b"/>
            <a:pathLst>
              <a:path w="3380" h="3056">
                <a:moveTo>
                  <a:pt x="990" y="1"/>
                </a:moveTo>
                <a:cubicBezTo>
                  <a:pt x="898" y="1"/>
                  <a:pt x="774" y="66"/>
                  <a:pt x="754" y="165"/>
                </a:cubicBezTo>
                <a:cubicBezTo>
                  <a:pt x="708" y="507"/>
                  <a:pt x="731" y="850"/>
                  <a:pt x="800" y="1169"/>
                </a:cubicBezTo>
                <a:cubicBezTo>
                  <a:pt x="572" y="1329"/>
                  <a:pt x="366" y="1466"/>
                  <a:pt x="161" y="1649"/>
                </a:cubicBezTo>
                <a:cubicBezTo>
                  <a:pt x="1" y="1786"/>
                  <a:pt x="138" y="2014"/>
                  <a:pt x="298" y="2014"/>
                </a:cubicBezTo>
                <a:cubicBezTo>
                  <a:pt x="549" y="2037"/>
                  <a:pt x="777" y="2059"/>
                  <a:pt x="1028" y="2082"/>
                </a:cubicBezTo>
                <a:lnTo>
                  <a:pt x="1051" y="2128"/>
                </a:lnTo>
                <a:cubicBezTo>
                  <a:pt x="1074" y="2356"/>
                  <a:pt x="1119" y="2562"/>
                  <a:pt x="1211" y="2767"/>
                </a:cubicBezTo>
                <a:cubicBezTo>
                  <a:pt x="1233" y="2813"/>
                  <a:pt x="1233" y="2835"/>
                  <a:pt x="1279" y="2858"/>
                </a:cubicBezTo>
                <a:cubicBezTo>
                  <a:pt x="1302" y="2904"/>
                  <a:pt x="1325" y="2950"/>
                  <a:pt x="1348" y="2995"/>
                </a:cubicBezTo>
                <a:cubicBezTo>
                  <a:pt x="1382" y="3038"/>
                  <a:pt x="1429" y="3055"/>
                  <a:pt x="1477" y="3055"/>
                </a:cubicBezTo>
                <a:cubicBezTo>
                  <a:pt x="1559" y="3055"/>
                  <a:pt x="1647" y="3007"/>
                  <a:pt x="1690" y="2950"/>
                </a:cubicBezTo>
                <a:cubicBezTo>
                  <a:pt x="1850" y="2676"/>
                  <a:pt x="2010" y="2402"/>
                  <a:pt x="2146" y="2105"/>
                </a:cubicBezTo>
                <a:cubicBezTo>
                  <a:pt x="2443" y="2105"/>
                  <a:pt x="2763" y="2105"/>
                  <a:pt x="3060" y="2082"/>
                </a:cubicBezTo>
                <a:cubicBezTo>
                  <a:pt x="3242" y="2082"/>
                  <a:pt x="3379" y="1854"/>
                  <a:pt x="3219" y="1717"/>
                </a:cubicBezTo>
                <a:cubicBezTo>
                  <a:pt x="2991" y="1512"/>
                  <a:pt x="2763" y="1329"/>
                  <a:pt x="2535" y="1146"/>
                </a:cubicBezTo>
                <a:cubicBezTo>
                  <a:pt x="2649" y="873"/>
                  <a:pt x="2763" y="576"/>
                  <a:pt x="2877" y="302"/>
                </a:cubicBezTo>
                <a:cubicBezTo>
                  <a:pt x="2933" y="152"/>
                  <a:pt x="2774" y="33"/>
                  <a:pt x="2639" y="33"/>
                </a:cubicBezTo>
                <a:cubicBezTo>
                  <a:pt x="2610" y="33"/>
                  <a:pt x="2582" y="39"/>
                  <a:pt x="2557" y="51"/>
                </a:cubicBezTo>
                <a:cubicBezTo>
                  <a:pt x="2306" y="211"/>
                  <a:pt x="2055" y="370"/>
                  <a:pt x="1804" y="530"/>
                </a:cubicBezTo>
                <a:cubicBezTo>
                  <a:pt x="1576" y="325"/>
                  <a:pt x="1325" y="119"/>
                  <a:pt x="1028" y="5"/>
                </a:cubicBezTo>
                <a:cubicBezTo>
                  <a:pt x="1016" y="2"/>
                  <a:pt x="1003" y="1"/>
                  <a:pt x="990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4" name="Google Shape;284;p19">
            <a:extLst>
              <a:ext uri="{FF2B5EF4-FFF2-40B4-BE49-F238E27FC236}">
                <a16:creationId xmlns:a16="http://schemas.microsoft.com/office/drawing/2014/main" id="{8539296C-6201-47D3-8BFF-324E7963967D}"/>
              </a:ext>
            </a:extLst>
          </p:cNvPr>
          <p:cNvSpPr>
            <a:spLocks noGrp="1"/>
          </p:cNvSpPr>
          <p:nvPr/>
        </p:nvSpPr>
        <p:spPr>
          <a:xfrm>
            <a:off x="6773671" y="1807655"/>
            <a:ext cx="91235" cy="82489"/>
          </a:xfrm>
          <a:custGeom>
            <a:avLst/>
            <a:gdLst/>
            <a:ahLst/>
            <a:cxnLst/>
            <a:rect l="l" t="t" r="r" b="b"/>
            <a:pathLst>
              <a:path w="3380" h="3056">
                <a:moveTo>
                  <a:pt x="990" y="1"/>
                </a:moveTo>
                <a:cubicBezTo>
                  <a:pt x="898" y="1"/>
                  <a:pt x="774" y="66"/>
                  <a:pt x="754" y="165"/>
                </a:cubicBezTo>
                <a:cubicBezTo>
                  <a:pt x="708" y="507"/>
                  <a:pt x="731" y="850"/>
                  <a:pt x="800" y="1169"/>
                </a:cubicBezTo>
                <a:cubicBezTo>
                  <a:pt x="572" y="1329"/>
                  <a:pt x="366" y="1466"/>
                  <a:pt x="161" y="1649"/>
                </a:cubicBezTo>
                <a:cubicBezTo>
                  <a:pt x="1" y="1786"/>
                  <a:pt x="138" y="2014"/>
                  <a:pt x="298" y="2014"/>
                </a:cubicBezTo>
                <a:cubicBezTo>
                  <a:pt x="549" y="2037"/>
                  <a:pt x="777" y="2059"/>
                  <a:pt x="1028" y="2082"/>
                </a:cubicBezTo>
                <a:lnTo>
                  <a:pt x="1051" y="2128"/>
                </a:lnTo>
                <a:cubicBezTo>
                  <a:pt x="1074" y="2356"/>
                  <a:pt x="1119" y="2562"/>
                  <a:pt x="1211" y="2767"/>
                </a:cubicBezTo>
                <a:cubicBezTo>
                  <a:pt x="1233" y="2813"/>
                  <a:pt x="1233" y="2835"/>
                  <a:pt x="1279" y="2858"/>
                </a:cubicBezTo>
                <a:cubicBezTo>
                  <a:pt x="1302" y="2904"/>
                  <a:pt x="1325" y="2950"/>
                  <a:pt x="1348" y="2995"/>
                </a:cubicBezTo>
                <a:cubicBezTo>
                  <a:pt x="1382" y="3038"/>
                  <a:pt x="1429" y="3055"/>
                  <a:pt x="1477" y="3055"/>
                </a:cubicBezTo>
                <a:cubicBezTo>
                  <a:pt x="1559" y="3055"/>
                  <a:pt x="1647" y="3007"/>
                  <a:pt x="1690" y="2950"/>
                </a:cubicBezTo>
                <a:cubicBezTo>
                  <a:pt x="1850" y="2676"/>
                  <a:pt x="2010" y="2402"/>
                  <a:pt x="2146" y="2105"/>
                </a:cubicBezTo>
                <a:cubicBezTo>
                  <a:pt x="2443" y="2105"/>
                  <a:pt x="2763" y="2105"/>
                  <a:pt x="3060" y="2082"/>
                </a:cubicBezTo>
                <a:cubicBezTo>
                  <a:pt x="3242" y="2082"/>
                  <a:pt x="3379" y="1854"/>
                  <a:pt x="3219" y="1717"/>
                </a:cubicBezTo>
                <a:cubicBezTo>
                  <a:pt x="2991" y="1512"/>
                  <a:pt x="2763" y="1329"/>
                  <a:pt x="2535" y="1146"/>
                </a:cubicBezTo>
                <a:cubicBezTo>
                  <a:pt x="2649" y="873"/>
                  <a:pt x="2763" y="576"/>
                  <a:pt x="2877" y="302"/>
                </a:cubicBezTo>
                <a:cubicBezTo>
                  <a:pt x="2933" y="152"/>
                  <a:pt x="2774" y="33"/>
                  <a:pt x="2639" y="33"/>
                </a:cubicBezTo>
                <a:cubicBezTo>
                  <a:pt x="2610" y="33"/>
                  <a:pt x="2582" y="39"/>
                  <a:pt x="2557" y="51"/>
                </a:cubicBezTo>
                <a:cubicBezTo>
                  <a:pt x="2306" y="211"/>
                  <a:pt x="2055" y="370"/>
                  <a:pt x="1804" y="530"/>
                </a:cubicBezTo>
                <a:cubicBezTo>
                  <a:pt x="1576" y="325"/>
                  <a:pt x="1325" y="119"/>
                  <a:pt x="1028" y="5"/>
                </a:cubicBezTo>
                <a:cubicBezTo>
                  <a:pt x="1016" y="2"/>
                  <a:pt x="1003" y="1"/>
                  <a:pt x="990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6" name="Google Shape;286;p19">
            <a:extLst>
              <a:ext uri="{FF2B5EF4-FFF2-40B4-BE49-F238E27FC236}">
                <a16:creationId xmlns:a16="http://schemas.microsoft.com/office/drawing/2014/main" id="{F5651F3B-E8C7-41D2-B091-98A0804E92F9}"/>
              </a:ext>
            </a:extLst>
          </p:cNvPr>
          <p:cNvSpPr>
            <a:spLocks noGrp="1"/>
          </p:cNvSpPr>
          <p:nvPr/>
        </p:nvSpPr>
        <p:spPr>
          <a:xfrm>
            <a:off x="901455" y="837548"/>
            <a:ext cx="59576" cy="46226"/>
          </a:xfrm>
          <a:custGeom>
            <a:avLst/>
            <a:gdLst/>
            <a:ahLst/>
            <a:cxnLst/>
            <a:rect l="l" t="t" r="r" b="b"/>
            <a:pathLst>
              <a:path w="1736" h="1347">
                <a:moveTo>
                  <a:pt x="868" y="0"/>
                </a:moveTo>
                <a:cubicBezTo>
                  <a:pt x="1" y="0"/>
                  <a:pt x="1" y="1347"/>
                  <a:pt x="868" y="1347"/>
                </a:cubicBezTo>
                <a:cubicBezTo>
                  <a:pt x="1736" y="1347"/>
                  <a:pt x="1736" y="0"/>
                  <a:pt x="868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7" name="Google Shape;287;p19">
            <a:extLst>
              <a:ext uri="{FF2B5EF4-FFF2-40B4-BE49-F238E27FC236}">
                <a16:creationId xmlns:a16="http://schemas.microsoft.com/office/drawing/2014/main" id="{6403DB74-4781-4552-B900-5B0F3D587FCA}"/>
              </a:ext>
            </a:extLst>
          </p:cNvPr>
          <p:cNvSpPr>
            <a:spLocks noGrp="1"/>
          </p:cNvSpPr>
          <p:nvPr/>
        </p:nvSpPr>
        <p:spPr>
          <a:xfrm>
            <a:off x="947682" y="745884"/>
            <a:ext cx="58787" cy="45471"/>
          </a:xfrm>
          <a:custGeom>
            <a:avLst/>
            <a:gdLst/>
            <a:ahLst/>
            <a:cxnLst/>
            <a:rect l="l" t="t" r="r" b="b"/>
            <a:pathLst>
              <a:path w="1713" h="1325">
                <a:moveTo>
                  <a:pt x="868" y="1"/>
                </a:moveTo>
                <a:cubicBezTo>
                  <a:pt x="0" y="1"/>
                  <a:pt x="0" y="1324"/>
                  <a:pt x="868" y="1324"/>
                </a:cubicBezTo>
                <a:cubicBezTo>
                  <a:pt x="1712" y="1324"/>
                  <a:pt x="1712" y="1"/>
                  <a:pt x="868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p19">
            <a:extLst>
              <a:ext uri="{FF2B5EF4-FFF2-40B4-BE49-F238E27FC236}">
                <a16:creationId xmlns:a16="http://schemas.microsoft.com/office/drawing/2014/main" id="{C170A647-CE13-4E09-A318-07020AFE97A6}"/>
              </a:ext>
            </a:extLst>
          </p:cNvPr>
          <p:cNvSpPr>
            <a:spLocks noGrp="1"/>
          </p:cNvSpPr>
          <p:nvPr/>
        </p:nvSpPr>
        <p:spPr>
          <a:xfrm>
            <a:off x="993120" y="837548"/>
            <a:ext cx="59576" cy="46226"/>
          </a:xfrm>
          <a:custGeom>
            <a:avLst/>
            <a:gdLst/>
            <a:ahLst/>
            <a:cxnLst/>
            <a:rect l="l" t="t" r="r" b="b"/>
            <a:pathLst>
              <a:path w="1736" h="1347">
                <a:moveTo>
                  <a:pt x="868" y="0"/>
                </a:moveTo>
                <a:cubicBezTo>
                  <a:pt x="0" y="0"/>
                  <a:pt x="0" y="1347"/>
                  <a:pt x="868" y="1347"/>
                </a:cubicBezTo>
                <a:cubicBezTo>
                  <a:pt x="1735" y="1347"/>
                  <a:pt x="1735" y="0"/>
                  <a:pt x="868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" name="Google Shape;289;p19">
            <a:extLst>
              <a:ext uri="{FF2B5EF4-FFF2-40B4-BE49-F238E27FC236}">
                <a16:creationId xmlns:a16="http://schemas.microsoft.com/office/drawing/2014/main" id="{492FD61E-72D6-44F0-B1DF-8F8495AB10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225" y="3652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Sriracha"/>
              <a:buNone/>
              <a:defRPr sz="2800">
                <a:solidFill>
                  <a:schemeClr val="dk2"/>
                </a:solidFill>
                <a:latin typeface="Sriracha"/>
                <a:ea typeface="Sriracha"/>
                <a:cs typeface="Sriracha"/>
              </a:defRPr>
            </a:lvl1pPr>
            <a:lvl2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angers"/>
              <a:buNone/>
              <a:defRPr sz="2800">
                <a:solidFill>
                  <a:schemeClr val="dk1"/>
                </a:solidFill>
                <a:latin typeface="Bangers"/>
                <a:ea typeface="Bangers"/>
                <a:cs typeface="Bangers"/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angers"/>
              <a:buNone/>
              <a:defRPr sz="2800">
                <a:solidFill>
                  <a:schemeClr val="dk1"/>
                </a:solidFill>
                <a:latin typeface="Bangers"/>
                <a:ea typeface="Bangers"/>
                <a:cs typeface="Bangers"/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angers"/>
              <a:buNone/>
              <a:defRPr sz="2800">
                <a:solidFill>
                  <a:schemeClr val="dk1"/>
                </a:solidFill>
                <a:latin typeface="Bangers"/>
                <a:ea typeface="Bangers"/>
                <a:cs typeface="Bangers"/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angers"/>
              <a:buNone/>
              <a:defRPr sz="2800">
                <a:solidFill>
                  <a:schemeClr val="dk1"/>
                </a:solidFill>
                <a:latin typeface="Bangers"/>
                <a:ea typeface="Bangers"/>
                <a:cs typeface="Bangers"/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angers"/>
              <a:buNone/>
              <a:defRPr sz="2800">
                <a:solidFill>
                  <a:schemeClr val="dk1"/>
                </a:solidFill>
                <a:latin typeface="Bangers"/>
                <a:ea typeface="Bangers"/>
                <a:cs typeface="Bangers"/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angers"/>
              <a:buNone/>
              <a:defRPr sz="2800">
                <a:solidFill>
                  <a:schemeClr val="dk1"/>
                </a:solidFill>
                <a:latin typeface="Bangers"/>
                <a:ea typeface="Bangers"/>
                <a:cs typeface="Bangers"/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angers"/>
              <a:buNone/>
              <a:defRPr sz="2800">
                <a:solidFill>
                  <a:schemeClr val="dk1"/>
                </a:solidFill>
                <a:latin typeface="Bangers"/>
                <a:ea typeface="Bangers"/>
                <a:cs typeface="Bangers"/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angers"/>
              <a:buNone/>
              <a:defRPr sz="2800">
                <a:solidFill>
                  <a:schemeClr val="dk1"/>
                </a:solidFill>
                <a:latin typeface="Bangers"/>
                <a:ea typeface="Bangers"/>
                <a:cs typeface="Banger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1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0">
            <a:extLst>
              <a:ext uri="{FF2B5EF4-FFF2-40B4-BE49-F238E27FC236}">
                <a16:creationId xmlns:a16="http://schemas.microsoft.com/office/drawing/2014/main" id="{2B5CF92B-3352-4994-BCDA-70830A827325}"/>
              </a:ext>
            </a:extLst>
          </p:cNvPr>
          <p:cNvSpPr>
            <a:spLocks noGrp="1"/>
          </p:cNvSpPr>
          <p:nvPr/>
        </p:nvSpPr>
        <p:spPr>
          <a:xfrm>
            <a:off x="1204430" y="117957"/>
            <a:ext cx="3171067" cy="1419716"/>
          </a:xfrm>
          <a:custGeom>
            <a:avLst/>
            <a:gdLst/>
            <a:ahLst/>
            <a:cxnLst/>
            <a:rect l="l" t="t" r="r" b="b"/>
            <a:pathLst>
              <a:path w="35084" h="15707">
                <a:moveTo>
                  <a:pt x="19722" y="0"/>
                </a:moveTo>
                <a:cubicBezTo>
                  <a:pt x="17040" y="0"/>
                  <a:pt x="15328" y="2890"/>
                  <a:pt x="14312" y="5046"/>
                </a:cubicBezTo>
                <a:cubicBezTo>
                  <a:pt x="12935" y="3382"/>
                  <a:pt x="10996" y="1550"/>
                  <a:pt x="8761" y="1550"/>
                </a:cubicBezTo>
                <a:cubicBezTo>
                  <a:pt x="8144" y="1550"/>
                  <a:pt x="7505" y="1689"/>
                  <a:pt x="6849" y="2010"/>
                </a:cubicBezTo>
                <a:cubicBezTo>
                  <a:pt x="3470" y="3630"/>
                  <a:pt x="4498" y="6872"/>
                  <a:pt x="5319" y="9542"/>
                </a:cubicBezTo>
                <a:cubicBezTo>
                  <a:pt x="3356" y="9930"/>
                  <a:pt x="1" y="11071"/>
                  <a:pt x="1393" y="13765"/>
                </a:cubicBezTo>
                <a:cubicBezTo>
                  <a:pt x="2352" y="15522"/>
                  <a:pt x="5228" y="15614"/>
                  <a:pt x="6940" y="15682"/>
                </a:cubicBezTo>
                <a:cubicBezTo>
                  <a:pt x="8210" y="15689"/>
                  <a:pt x="9757" y="15697"/>
                  <a:pt x="11405" y="15697"/>
                </a:cubicBezTo>
                <a:cubicBezTo>
                  <a:pt x="14968" y="15697"/>
                  <a:pt x="19007" y="15663"/>
                  <a:pt x="21753" y="15522"/>
                </a:cubicBezTo>
                <a:cubicBezTo>
                  <a:pt x="22672" y="15601"/>
                  <a:pt x="24416" y="15707"/>
                  <a:pt x="26317" y="15707"/>
                </a:cubicBezTo>
                <a:cubicBezTo>
                  <a:pt x="29376" y="15707"/>
                  <a:pt x="32844" y="15433"/>
                  <a:pt x="33942" y="14335"/>
                </a:cubicBezTo>
                <a:cubicBezTo>
                  <a:pt x="35015" y="13240"/>
                  <a:pt x="35083" y="11870"/>
                  <a:pt x="33965" y="10912"/>
                </a:cubicBezTo>
                <a:cubicBezTo>
                  <a:pt x="33378" y="10384"/>
                  <a:pt x="32652" y="10247"/>
                  <a:pt x="31886" y="10247"/>
                </a:cubicBezTo>
                <a:cubicBezTo>
                  <a:pt x="31057" y="10247"/>
                  <a:pt x="30181" y="10408"/>
                  <a:pt x="29382" y="10408"/>
                </a:cubicBezTo>
                <a:cubicBezTo>
                  <a:pt x="29225" y="10408"/>
                  <a:pt x="29071" y="10401"/>
                  <a:pt x="28921" y="10387"/>
                </a:cubicBezTo>
                <a:cubicBezTo>
                  <a:pt x="29674" y="8675"/>
                  <a:pt x="31249" y="6666"/>
                  <a:pt x="28989" y="5228"/>
                </a:cubicBezTo>
                <a:cubicBezTo>
                  <a:pt x="28519" y="4922"/>
                  <a:pt x="28048" y="4795"/>
                  <a:pt x="27585" y="4795"/>
                </a:cubicBezTo>
                <a:cubicBezTo>
                  <a:pt x="26183" y="4795"/>
                  <a:pt x="24849" y="5962"/>
                  <a:pt x="23785" y="6872"/>
                </a:cubicBezTo>
                <a:cubicBezTo>
                  <a:pt x="23876" y="4338"/>
                  <a:pt x="23534" y="777"/>
                  <a:pt x="20567" y="93"/>
                </a:cubicBezTo>
                <a:cubicBezTo>
                  <a:pt x="20275" y="30"/>
                  <a:pt x="19994" y="0"/>
                  <a:pt x="19722" y="0"/>
                </a:cubicBezTo>
                <a:close/>
              </a:path>
            </a:pathLst>
          </a:custGeom>
          <a:solidFill>
            <a:srgbClr val="F8F4EC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2" name="Google Shape;292;p20">
            <a:extLst>
              <a:ext uri="{FF2B5EF4-FFF2-40B4-BE49-F238E27FC236}">
                <a16:creationId xmlns:a16="http://schemas.microsoft.com/office/drawing/2014/main" id="{3C3B2460-1854-43B4-B820-F70B7112BCBE}"/>
              </a:ext>
            </a:extLst>
          </p:cNvPr>
          <p:cNvSpPr>
            <a:spLocks noGrp="1"/>
          </p:cNvSpPr>
          <p:nvPr/>
        </p:nvSpPr>
        <p:spPr>
          <a:xfrm>
            <a:off x="0" y="3670025"/>
            <a:ext cx="9144012" cy="1487949"/>
          </a:xfrm>
          <a:custGeom>
            <a:avLst/>
            <a:gdLst/>
            <a:ahLst/>
            <a:cxnLst/>
            <a:rect l="l" t="t" r="r" b="b"/>
            <a:pathLst>
              <a:path w="284838" h="50589">
                <a:moveTo>
                  <a:pt x="133359" y="0"/>
                </a:moveTo>
                <a:cubicBezTo>
                  <a:pt x="132063" y="0"/>
                  <a:pt x="130757" y="60"/>
                  <a:pt x="129443" y="190"/>
                </a:cubicBezTo>
                <a:cubicBezTo>
                  <a:pt x="121021" y="1012"/>
                  <a:pt x="114059" y="3979"/>
                  <a:pt x="107554" y="6810"/>
                </a:cubicBezTo>
                <a:cubicBezTo>
                  <a:pt x="99839" y="10165"/>
                  <a:pt x="91987" y="14411"/>
                  <a:pt x="81830" y="15209"/>
                </a:cubicBezTo>
                <a:cubicBezTo>
                  <a:pt x="80619" y="15306"/>
                  <a:pt x="79418" y="15351"/>
                  <a:pt x="78227" y="15351"/>
                </a:cubicBezTo>
                <a:cubicBezTo>
                  <a:pt x="70438" y="15351"/>
                  <a:pt x="63068" y="13440"/>
                  <a:pt x="56060" y="11717"/>
                </a:cubicBezTo>
                <a:cubicBezTo>
                  <a:pt x="47272" y="9572"/>
                  <a:pt x="38302" y="7449"/>
                  <a:pt x="28715" y="6696"/>
                </a:cubicBezTo>
                <a:cubicBezTo>
                  <a:pt x="26227" y="6492"/>
                  <a:pt x="23698" y="6384"/>
                  <a:pt x="21170" y="6384"/>
                </a:cubicBezTo>
                <a:cubicBezTo>
                  <a:pt x="15464" y="6384"/>
                  <a:pt x="9763" y="6937"/>
                  <a:pt x="4543" y="8202"/>
                </a:cubicBezTo>
                <a:cubicBezTo>
                  <a:pt x="2968" y="8567"/>
                  <a:pt x="1462" y="9001"/>
                  <a:pt x="1" y="9457"/>
                </a:cubicBezTo>
                <a:lnTo>
                  <a:pt x="1" y="50589"/>
                </a:lnTo>
                <a:lnTo>
                  <a:pt x="284838" y="50589"/>
                </a:lnTo>
                <a:lnTo>
                  <a:pt x="284838" y="13155"/>
                </a:lnTo>
                <a:cubicBezTo>
                  <a:pt x="283742" y="12744"/>
                  <a:pt x="282624" y="12333"/>
                  <a:pt x="281528" y="11900"/>
                </a:cubicBezTo>
                <a:cubicBezTo>
                  <a:pt x="273083" y="8704"/>
                  <a:pt x="264752" y="4664"/>
                  <a:pt x="254868" y="2838"/>
                </a:cubicBezTo>
                <a:cubicBezTo>
                  <a:pt x="251879" y="2285"/>
                  <a:pt x="248783" y="1967"/>
                  <a:pt x="245668" y="1967"/>
                </a:cubicBezTo>
                <a:cubicBezTo>
                  <a:pt x="244026" y="1967"/>
                  <a:pt x="242379" y="2056"/>
                  <a:pt x="240739" y="2245"/>
                </a:cubicBezTo>
                <a:cubicBezTo>
                  <a:pt x="236403" y="2770"/>
                  <a:pt x="232408" y="3751"/>
                  <a:pt x="228619" y="5007"/>
                </a:cubicBezTo>
                <a:cubicBezTo>
                  <a:pt x="220813" y="7563"/>
                  <a:pt x="213806" y="11010"/>
                  <a:pt x="205383" y="12973"/>
                </a:cubicBezTo>
                <a:cubicBezTo>
                  <a:pt x="201139" y="13960"/>
                  <a:pt x="196833" y="14451"/>
                  <a:pt x="192530" y="14451"/>
                </a:cubicBezTo>
                <a:cubicBezTo>
                  <a:pt x="188177" y="14451"/>
                  <a:pt x="183826" y="13948"/>
                  <a:pt x="179545" y="12950"/>
                </a:cubicBezTo>
                <a:cubicBezTo>
                  <a:pt x="171008" y="10964"/>
                  <a:pt x="163750" y="7723"/>
                  <a:pt x="156126" y="4892"/>
                </a:cubicBezTo>
                <a:cubicBezTo>
                  <a:pt x="149458" y="2446"/>
                  <a:pt x="141614" y="0"/>
                  <a:pt x="133359" y="0"/>
                </a:cubicBezTo>
                <a:close/>
              </a:path>
            </a:pathLst>
          </a:custGeom>
          <a:solidFill>
            <a:srgbClr val="EADBC5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3" name="Google Shape;293;p20">
            <a:extLst>
              <a:ext uri="{FF2B5EF4-FFF2-40B4-BE49-F238E27FC236}">
                <a16:creationId xmlns:a16="http://schemas.microsoft.com/office/drawing/2014/main" id="{1E2DE11F-E4E4-4778-89FB-B7551CF929D8}"/>
              </a:ext>
            </a:extLst>
          </p:cNvPr>
          <p:cNvSpPr>
            <a:spLocks noGrp="1"/>
          </p:cNvSpPr>
          <p:nvPr/>
        </p:nvSpPr>
        <p:spPr>
          <a:xfrm flipH="1">
            <a:off x="8050326" y="271101"/>
            <a:ext cx="1093670" cy="760939"/>
          </a:xfrm>
          <a:custGeom>
            <a:avLst/>
            <a:gdLst/>
            <a:ahLst/>
            <a:cxnLst/>
            <a:rect l="l" t="t" r="r" b="b"/>
            <a:pathLst>
              <a:path w="43391" h="30190">
                <a:moveTo>
                  <a:pt x="13854" y="1"/>
                </a:moveTo>
                <a:cubicBezTo>
                  <a:pt x="8679" y="1"/>
                  <a:pt x="5416" y="5534"/>
                  <a:pt x="3469" y="9676"/>
                </a:cubicBezTo>
                <a:cubicBezTo>
                  <a:pt x="2465" y="8466"/>
                  <a:pt x="1301" y="7188"/>
                  <a:pt x="0" y="6092"/>
                </a:cubicBezTo>
                <a:lnTo>
                  <a:pt x="0" y="30173"/>
                </a:lnTo>
                <a:cubicBezTo>
                  <a:pt x="6277" y="30150"/>
                  <a:pt x="13010" y="30059"/>
                  <a:pt x="17758" y="29831"/>
                </a:cubicBezTo>
                <a:cubicBezTo>
                  <a:pt x="19544" y="29981"/>
                  <a:pt x="22955" y="30190"/>
                  <a:pt x="26662" y="30190"/>
                </a:cubicBezTo>
                <a:cubicBezTo>
                  <a:pt x="32523" y="30190"/>
                  <a:pt x="39125" y="29668"/>
                  <a:pt x="41223" y="27571"/>
                </a:cubicBezTo>
                <a:cubicBezTo>
                  <a:pt x="43277" y="25448"/>
                  <a:pt x="43391" y="22801"/>
                  <a:pt x="41245" y="20952"/>
                </a:cubicBezTo>
                <a:cubicBezTo>
                  <a:pt x="40126" y="19961"/>
                  <a:pt x="38737" y="19706"/>
                  <a:pt x="37270" y="19706"/>
                </a:cubicBezTo>
                <a:cubicBezTo>
                  <a:pt x="35705" y="19706"/>
                  <a:pt x="34052" y="19997"/>
                  <a:pt x="32548" y="19997"/>
                </a:cubicBezTo>
                <a:cubicBezTo>
                  <a:pt x="32213" y="19997"/>
                  <a:pt x="31885" y="19983"/>
                  <a:pt x="31567" y="19947"/>
                </a:cubicBezTo>
                <a:cubicBezTo>
                  <a:pt x="33005" y="16683"/>
                  <a:pt x="36018" y="12826"/>
                  <a:pt x="31704" y="10018"/>
                </a:cubicBezTo>
                <a:cubicBezTo>
                  <a:pt x="30798" y="9444"/>
                  <a:pt x="29892" y="9204"/>
                  <a:pt x="29002" y="9204"/>
                </a:cubicBezTo>
                <a:cubicBezTo>
                  <a:pt x="26284" y="9204"/>
                  <a:pt x="23707" y="11437"/>
                  <a:pt x="21661" y="13191"/>
                </a:cubicBezTo>
                <a:cubicBezTo>
                  <a:pt x="21821" y="8352"/>
                  <a:pt x="21182" y="1482"/>
                  <a:pt x="15498" y="181"/>
                </a:cubicBezTo>
                <a:cubicBezTo>
                  <a:pt x="14930" y="58"/>
                  <a:pt x="14382" y="1"/>
                  <a:pt x="13854" y="1"/>
                </a:cubicBezTo>
                <a:close/>
              </a:path>
            </a:pathLst>
          </a:custGeom>
          <a:solidFill>
            <a:srgbClr val="F8F4EC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4" name="Google Shape;294;p20">
            <a:extLst>
              <a:ext uri="{FF2B5EF4-FFF2-40B4-BE49-F238E27FC236}">
                <a16:creationId xmlns:a16="http://schemas.microsoft.com/office/drawing/2014/main" id="{F69AF009-9001-4831-AF57-2BC22285FD38}"/>
              </a:ext>
            </a:extLst>
          </p:cNvPr>
          <p:cNvSpPr>
            <a:spLocks noGrp="1"/>
          </p:cNvSpPr>
          <p:nvPr/>
        </p:nvSpPr>
        <p:spPr>
          <a:xfrm>
            <a:off x="-7978" y="2699676"/>
            <a:ext cx="1093670" cy="760939"/>
          </a:xfrm>
          <a:custGeom>
            <a:avLst/>
            <a:gdLst/>
            <a:ahLst/>
            <a:cxnLst/>
            <a:rect l="l" t="t" r="r" b="b"/>
            <a:pathLst>
              <a:path w="43391" h="30190">
                <a:moveTo>
                  <a:pt x="13854" y="1"/>
                </a:moveTo>
                <a:cubicBezTo>
                  <a:pt x="8679" y="1"/>
                  <a:pt x="5416" y="5534"/>
                  <a:pt x="3469" y="9676"/>
                </a:cubicBezTo>
                <a:cubicBezTo>
                  <a:pt x="2465" y="8466"/>
                  <a:pt x="1301" y="7188"/>
                  <a:pt x="0" y="6092"/>
                </a:cubicBezTo>
                <a:lnTo>
                  <a:pt x="0" y="30173"/>
                </a:lnTo>
                <a:cubicBezTo>
                  <a:pt x="6277" y="30150"/>
                  <a:pt x="13010" y="30059"/>
                  <a:pt x="17758" y="29831"/>
                </a:cubicBezTo>
                <a:cubicBezTo>
                  <a:pt x="19544" y="29981"/>
                  <a:pt x="22955" y="30190"/>
                  <a:pt x="26662" y="30190"/>
                </a:cubicBezTo>
                <a:cubicBezTo>
                  <a:pt x="32523" y="30190"/>
                  <a:pt x="39125" y="29668"/>
                  <a:pt x="41223" y="27571"/>
                </a:cubicBezTo>
                <a:cubicBezTo>
                  <a:pt x="43277" y="25448"/>
                  <a:pt x="43391" y="22801"/>
                  <a:pt x="41245" y="20952"/>
                </a:cubicBezTo>
                <a:cubicBezTo>
                  <a:pt x="40126" y="19961"/>
                  <a:pt x="38737" y="19706"/>
                  <a:pt x="37270" y="19706"/>
                </a:cubicBezTo>
                <a:cubicBezTo>
                  <a:pt x="35705" y="19706"/>
                  <a:pt x="34052" y="19997"/>
                  <a:pt x="32548" y="19997"/>
                </a:cubicBezTo>
                <a:cubicBezTo>
                  <a:pt x="32213" y="19997"/>
                  <a:pt x="31885" y="19983"/>
                  <a:pt x="31567" y="19947"/>
                </a:cubicBezTo>
                <a:cubicBezTo>
                  <a:pt x="33005" y="16683"/>
                  <a:pt x="36018" y="12826"/>
                  <a:pt x="31704" y="10018"/>
                </a:cubicBezTo>
                <a:cubicBezTo>
                  <a:pt x="30798" y="9444"/>
                  <a:pt x="29892" y="9204"/>
                  <a:pt x="29002" y="9204"/>
                </a:cubicBezTo>
                <a:cubicBezTo>
                  <a:pt x="26284" y="9204"/>
                  <a:pt x="23707" y="11437"/>
                  <a:pt x="21661" y="13191"/>
                </a:cubicBezTo>
                <a:cubicBezTo>
                  <a:pt x="21821" y="8352"/>
                  <a:pt x="21182" y="1482"/>
                  <a:pt x="15498" y="181"/>
                </a:cubicBezTo>
                <a:cubicBezTo>
                  <a:pt x="14930" y="58"/>
                  <a:pt x="14382" y="1"/>
                  <a:pt x="13854" y="1"/>
                </a:cubicBezTo>
                <a:close/>
              </a:path>
            </a:pathLst>
          </a:custGeom>
          <a:solidFill>
            <a:srgbClr val="F8F4EC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" name="Google Shape;295;p20">
            <a:extLst>
              <a:ext uri="{FF2B5EF4-FFF2-40B4-BE49-F238E27FC236}">
                <a16:creationId xmlns:a16="http://schemas.microsoft.com/office/drawing/2014/main" id="{E1C7A348-74C5-4B6A-94BF-B214D58A04F8}"/>
              </a:ext>
            </a:extLst>
          </p:cNvPr>
          <p:cNvSpPr>
            <a:spLocks noGrp="1"/>
          </p:cNvSpPr>
          <p:nvPr/>
        </p:nvSpPr>
        <p:spPr>
          <a:xfrm>
            <a:off x="1171296" y="610330"/>
            <a:ext cx="91235" cy="82489"/>
          </a:xfrm>
          <a:custGeom>
            <a:avLst/>
            <a:gdLst/>
            <a:ahLst/>
            <a:cxnLst/>
            <a:rect l="l" t="t" r="r" b="b"/>
            <a:pathLst>
              <a:path w="3380" h="3056">
                <a:moveTo>
                  <a:pt x="990" y="1"/>
                </a:moveTo>
                <a:cubicBezTo>
                  <a:pt x="898" y="1"/>
                  <a:pt x="774" y="66"/>
                  <a:pt x="754" y="165"/>
                </a:cubicBezTo>
                <a:cubicBezTo>
                  <a:pt x="708" y="507"/>
                  <a:pt x="731" y="850"/>
                  <a:pt x="800" y="1169"/>
                </a:cubicBezTo>
                <a:cubicBezTo>
                  <a:pt x="572" y="1329"/>
                  <a:pt x="366" y="1466"/>
                  <a:pt x="161" y="1649"/>
                </a:cubicBezTo>
                <a:cubicBezTo>
                  <a:pt x="1" y="1786"/>
                  <a:pt x="138" y="2014"/>
                  <a:pt x="298" y="2014"/>
                </a:cubicBezTo>
                <a:cubicBezTo>
                  <a:pt x="549" y="2037"/>
                  <a:pt x="777" y="2059"/>
                  <a:pt x="1028" y="2082"/>
                </a:cubicBezTo>
                <a:lnTo>
                  <a:pt x="1051" y="2128"/>
                </a:lnTo>
                <a:cubicBezTo>
                  <a:pt x="1074" y="2356"/>
                  <a:pt x="1119" y="2562"/>
                  <a:pt x="1211" y="2767"/>
                </a:cubicBezTo>
                <a:cubicBezTo>
                  <a:pt x="1233" y="2813"/>
                  <a:pt x="1233" y="2835"/>
                  <a:pt x="1279" y="2858"/>
                </a:cubicBezTo>
                <a:cubicBezTo>
                  <a:pt x="1302" y="2904"/>
                  <a:pt x="1325" y="2950"/>
                  <a:pt x="1348" y="2995"/>
                </a:cubicBezTo>
                <a:cubicBezTo>
                  <a:pt x="1382" y="3038"/>
                  <a:pt x="1429" y="3055"/>
                  <a:pt x="1477" y="3055"/>
                </a:cubicBezTo>
                <a:cubicBezTo>
                  <a:pt x="1559" y="3055"/>
                  <a:pt x="1647" y="3007"/>
                  <a:pt x="1690" y="2950"/>
                </a:cubicBezTo>
                <a:cubicBezTo>
                  <a:pt x="1850" y="2676"/>
                  <a:pt x="2010" y="2402"/>
                  <a:pt x="2146" y="2105"/>
                </a:cubicBezTo>
                <a:cubicBezTo>
                  <a:pt x="2443" y="2105"/>
                  <a:pt x="2763" y="2105"/>
                  <a:pt x="3060" y="2082"/>
                </a:cubicBezTo>
                <a:cubicBezTo>
                  <a:pt x="3242" y="2082"/>
                  <a:pt x="3379" y="1854"/>
                  <a:pt x="3219" y="1717"/>
                </a:cubicBezTo>
                <a:cubicBezTo>
                  <a:pt x="2991" y="1512"/>
                  <a:pt x="2763" y="1329"/>
                  <a:pt x="2535" y="1146"/>
                </a:cubicBezTo>
                <a:cubicBezTo>
                  <a:pt x="2649" y="873"/>
                  <a:pt x="2763" y="576"/>
                  <a:pt x="2877" y="302"/>
                </a:cubicBezTo>
                <a:cubicBezTo>
                  <a:pt x="2933" y="152"/>
                  <a:pt x="2774" y="33"/>
                  <a:pt x="2639" y="33"/>
                </a:cubicBezTo>
                <a:cubicBezTo>
                  <a:pt x="2610" y="33"/>
                  <a:pt x="2582" y="39"/>
                  <a:pt x="2557" y="51"/>
                </a:cubicBezTo>
                <a:cubicBezTo>
                  <a:pt x="2306" y="211"/>
                  <a:pt x="2055" y="370"/>
                  <a:pt x="1804" y="530"/>
                </a:cubicBezTo>
                <a:cubicBezTo>
                  <a:pt x="1576" y="325"/>
                  <a:pt x="1325" y="119"/>
                  <a:pt x="1028" y="5"/>
                </a:cubicBezTo>
                <a:cubicBezTo>
                  <a:pt x="1016" y="2"/>
                  <a:pt x="1003" y="1"/>
                  <a:pt x="990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" name="Google Shape;296;p20">
            <a:extLst>
              <a:ext uri="{FF2B5EF4-FFF2-40B4-BE49-F238E27FC236}">
                <a16:creationId xmlns:a16="http://schemas.microsoft.com/office/drawing/2014/main" id="{20A0ABCC-AE6F-466D-BA26-DAF93D50BC29}"/>
              </a:ext>
            </a:extLst>
          </p:cNvPr>
          <p:cNvSpPr>
            <a:spLocks noGrp="1"/>
          </p:cNvSpPr>
          <p:nvPr/>
        </p:nvSpPr>
        <p:spPr>
          <a:xfrm>
            <a:off x="8741071" y="1455180"/>
            <a:ext cx="91235" cy="82489"/>
          </a:xfrm>
          <a:custGeom>
            <a:avLst/>
            <a:gdLst/>
            <a:ahLst/>
            <a:cxnLst/>
            <a:rect l="l" t="t" r="r" b="b"/>
            <a:pathLst>
              <a:path w="3380" h="3056">
                <a:moveTo>
                  <a:pt x="990" y="1"/>
                </a:moveTo>
                <a:cubicBezTo>
                  <a:pt x="898" y="1"/>
                  <a:pt x="774" y="66"/>
                  <a:pt x="754" y="165"/>
                </a:cubicBezTo>
                <a:cubicBezTo>
                  <a:pt x="708" y="507"/>
                  <a:pt x="731" y="850"/>
                  <a:pt x="800" y="1169"/>
                </a:cubicBezTo>
                <a:cubicBezTo>
                  <a:pt x="572" y="1329"/>
                  <a:pt x="366" y="1466"/>
                  <a:pt x="161" y="1649"/>
                </a:cubicBezTo>
                <a:cubicBezTo>
                  <a:pt x="1" y="1786"/>
                  <a:pt x="138" y="2014"/>
                  <a:pt x="298" y="2014"/>
                </a:cubicBezTo>
                <a:cubicBezTo>
                  <a:pt x="549" y="2037"/>
                  <a:pt x="777" y="2059"/>
                  <a:pt x="1028" y="2082"/>
                </a:cubicBezTo>
                <a:lnTo>
                  <a:pt x="1051" y="2128"/>
                </a:lnTo>
                <a:cubicBezTo>
                  <a:pt x="1074" y="2356"/>
                  <a:pt x="1119" y="2562"/>
                  <a:pt x="1211" y="2767"/>
                </a:cubicBezTo>
                <a:cubicBezTo>
                  <a:pt x="1233" y="2813"/>
                  <a:pt x="1233" y="2835"/>
                  <a:pt x="1279" y="2858"/>
                </a:cubicBezTo>
                <a:cubicBezTo>
                  <a:pt x="1302" y="2904"/>
                  <a:pt x="1325" y="2950"/>
                  <a:pt x="1348" y="2995"/>
                </a:cubicBezTo>
                <a:cubicBezTo>
                  <a:pt x="1382" y="3038"/>
                  <a:pt x="1429" y="3055"/>
                  <a:pt x="1477" y="3055"/>
                </a:cubicBezTo>
                <a:cubicBezTo>
                  <a:pt x="1559" y="3055"/>
                  <a:pt x="1647" y="3007"/>
                  <a:pt x="1690" y="2950"/>
                </a:cubicBezTo>
                <a:cubicBezTo>
                  <a:pt x="1850" y="2676"/>
                  <a:pt x="2010" y="2402"/>
                  <a:pt x="2146" y="2105"/>
                </a:cubicBezTo>
                <a:cubicBezTo>
                  <a:pt x="2443" y="2105"/>
                  <a:pt x="2763" y="2105"/>
                  <a:pt x="3060" y="2082"/>
                </a:cubicBezTo>
                <a:cubicBezTo>
                  <a:pt x="3242" y="2082"/>
                  <a:pt x="3379" y="1854"/>
                  <a:pt x="3219" y="1717"/>
                </a:cubicBezTo>
                <a:cubicBezTo>
                  <a:pt x="2991" y="1512"/>
                  <a:pt x="2763" y="1329"/>
                  <a:pt x="2535" y="1146"/>
                </a:cubicBezTo>
                <a:cubicBezTo>
                  <a:pt x="2649" y="873"/>
                  <a:pt x="2763" y="576"/>
                  <a:pt x="2877" y="302"/>
                </a:cubicBezTo>
                <a:cubicBezTo>
                  <a:pt x="2933" y="152"/>
                  <a:pt x="2774" y="33"/>
                  <a:pt x="2639" y="33"/>
                </a:cubicBezTo>
                <a:cubicBezTo>
                  <a:pt x="2610" y="33"/>
                  <a:pt x="2582" y="39"/>
                  <a:pt x="2557" y="51"/>
                </a:cubicBezTo>
                <a:cubicBezTo>
                  <a:pt x="2306" y="211"/>
                  <a:pt x="2055" y="370"/>
                  <a:pt x="1804" y="530"/>
                </a:cubicBezTo>
                <a:cubicBezTo>
                  <a:pt x="1576" y="325"/>
                  <a:pt x="1325" y="119"/>
                  <a:pt x="1028" y="5"/>
                </a:cubicBezTo>
                <a:cubicBezTo>
                  <a:pt x="1016" y="2"/>
                  <a:pt x="1003" y="1"/>
                  <a:pt x="990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8" name="Google Shape;298;p20">
            <a:extLst>
              <a:ext uri="{FF2B5EF4-FFF2-40B4-BE49-F238E27FC236}">
                <a16:creationId xmlns:a16="http://schemas.microsoft.com/office/drawing/2014/main" id="{314BC609-14DE-455C-A69F-972A1016865B}"/>
              </a:ext>
            </a:extLst>
          </p:cNvPr>
          <p:cNvSpPr>
            <a:spLocks noGrp="1"/>
          </p:cNvSpPr>
          <p:nvPr/>
        </p:nvSpPr>
        <p:spPr>
          <a:xfrm>
            <a:off x="7141055" y="362773"/>
            <a:ext cx="59576" cy="46226"/>
          </a:xfrm>
          <a:custGeom>
            <a:avLst/>
            <a:gdLst/>
            <a:ahLst/>
            <a:cxnLst/>
            <a:rect l="l" t="t" r="r" b="b"/>
            <a:pathLst>
              <a:path w="1736" h="1347">
                <a:moveTo>
                  <a:pt x="868" y="0"/>
                </a:moveTo>
                <a:cubicBezTo>
                  <a:pt x="1" y="0"/>
                  <a:pt x="1" y="1347"/>
                  <a:pt x="868" y="1347"/>
                </a:cubicBezTo>
                <a:cubicBezTo>
                  <a:pt x="1736" y="1347"/>
                  <a:pt x="1736" y="0"/>
                  <a:pt x="868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9" name="Google Shape;299;p20">
            <a:extLst>
              <a:ext uri="{FF2B5EF4-FFF2-40B4-BE49-F238E27FC236}">
                <a16:creationId xmlns:a16="http://schemas.microsoft.com/office/drawing/2014/main" id="{8C0C2C7E-B347-4A8D-AF32-7B013126CA3B}"/>
              </a:ext>
            </a:extLst>
          </p:cNvPr>
          <p:cNvSpPr>
            <a:spLocks noGrp="1"/>
          </p:cNvSpPr>
          <p:nvPr/>
        </p:nvSpPr>
        <p:spPr>
          <a:xfrm>
            <a:off x="7187282" y="271109"/>
            <a:ext cx="58787" cy="45471"/>
          </a:xfrm>
          <a:custGeom>
            <a:avLst/>
            <a:gdLst/>
            <a:ahLst/>
            <a:cxnLst/>
            <a:rect l="l" t="t" r="r" b="b"/>
            <a:pathLst>
              <a:path w="1713" h="1325">
                <a:moveTo>
                  <a:pt x="868" y="1"/>
                </a:moveTo>
                <a:cubicBezTo>
                  <a:pt x="0" y="1"/>
                  <a:pt x="0" y="1324"/>
                  <a:pt x="868" y="1324"/>
                </a:cubicBezTo>
                <a:cubicBezTo>
                  <a:pt x="1712" y="1324"/>
                  <a:pt x="1712" y="1"/>
                  <a:pt x="868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0" name="Google Shape;300;p20">
            <a:extLst>
              <a:ext uri="{FF2B5EF4-FFF2-40B4-BE49-F238E27FC236}">
                <a16:creationId xmlns:a16="http://schemas.microsoft.com/office/drawing/2014/main" id="{7C1A4284-46FF-4596-94C8-6AD0CBCF9585}"/>
              </a:ext>
            </a:extLst>
          </p:cNvPr>
          <p:cNvSpPr>
            <a:spLocks noGrp="1"/>
          </p:cNvSpPr>
          <p:nvPr/>
        </p:nvSpPr>
        <p:spPr>
          <a:xfrm>
            <a:off x="7232720" y="362773"/>
            <a:ext cx="59576" cy="46226"/>
          </a:xfrm>
          <a:custGeom>
            <a:avLst/>
            <a:gdLst/>
            <a:ahLst/>
            <a:cxnLst/>
            <a:rect l="l" t="t" r="r" b="b"/>
            <a:pathLst>
              <a:path w="1736" h="1347">
                <a:moveTo>
                  <a:pt x="868" y="0"/>
                </a:moveTo>
                <a:cubicBezTo>
                  <a:pt x="0" y="0"/>
                  <a:pt x="0" y="1347"/>
                  <a:pt x="868" y="1347"/>
                </a:cubicBezTo>
                <a:cubicBezTo>
                  <a:pt x="1735" y="1347"/>
                  <a:pt x="1735" y="0"/>
                  <a:pt x="868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2" name="Google Shape;302;p20">
            <a:extLst>
              <a:ext uri="{FF2B5EF4-FFF2-40B4-BE49-F238E27FC236}">
                <a16:creationId xmlns:a16="http://schemas.microsoft.com/office/drawing/2014/main" id="{7C0FF0F5-6F1C-417F-8E80-0ABC5DA2322F}"/>
              </a:ext>
            </a:extLst>
          </p:cNvPr>
          <p:cNvSpPr>
            <a:spLocks noGrp="1"/>
          </p:cNvSpPr>
          <p:nvPr/>
        </p:nvSpPr>
        <p:spPr>
          <a:xfrm>
            <a:off x="8681055" y="2900098"/>
            <a:ext cx="59576" cy="46226"/>
          </a:xfrm>
          <a:custGeom>
            <a:avLst/>
            <a:gdLst/>
            <a:ahLst/>
            <a:cxnLst/>
            <a:rect l="l" t="t" r="r" b="b"/>
            <a:pathLst>
              <a:path w="1736" h="1347">
                <a:moveTo>
                  <a:pt x="868" y="0"/>
                </a:moveTo>
                <a:cubicBezTo>
                  <a:pt x="1" y="0"/>
                  <a:pt x="1" y="1347"/>
                  <a:pt x="868" y="1347"/>
                </a:cubicBezTo>
                <a:cubicBezTo>
                  <a:pt x="1736" y="1347"/>
                  <a:pt x="1736" y="0"/>
                  <a:pt x="868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" name="Google Shape;303;p20">
            <a:extLst>
              <a:ext uri="{FF2B5EF4-FFF2-40B4-BE49-F238E27FC236}">
                <a16:creationId xmlns:a16="http://schemas.microsoft.com/office/drawing/2014/main" id="{2FDF37EA-552C-4D52-9C36-614D01C65EC9}"/>
              </a:ext>
            </a:extLst>
          </p:cNvPr>
          <p:cNvSpPr>
            <a:spLocks noGrp="1"/>
          </p:cNvSpPr>
          <p:nvPr/>
        </p:nvSpPr>
        <p:spPr>
          <a:xfrm>
            <a:off x="8727282" y="2808434"/>
            <a:ext cx="58787" cy="45471"/>
          </a:xfrm>
          <a:custGeom>
            <a:avLst/>
            <a:gdLst/>
            <a:ahLst/>
            <a:cxnLst/>
            <a:rect l="l" t="t" r="r" b="b"/>
            <a:pathLst>
              <a:path w="1713" h="1325">
                <a:moveTo>
                  <a:pt x="868" y="1"/>
                </a:moveTo>
                <a:cubicBezTo>
                  <a:pt x="0" y="1"/>
                  <a:pt x="0" y="1324"/>
                  <a:pt x="868" y="1324"/>
                </a:cubicBezTo>
                <a:cubicBezTo>
                  <a:pt x="1712" y="1324"/>
                  <a:pt x="1712" y="1"/>
                  <a:pt x="868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4" name="Google Shape;304;p20">
            <a:extLst>
              <a:ext uri="{FF2B5EF4-FFF2-40B4-BE49-F238E27FC236}">
                <a16:creationId xmlns:a16="http://schemas.microsoft.com/office/drawing/2014/main" id="{89CE4831-9BE8-47BA-BB71-B717563B46FC}"/>
              </a:ext>
            </a:extLst>
          </p:cNvPr>
          <p:cNvSpPr>
            <a:spLocks noGrp="1"/>
          </p:cNvSpPr>
          <p:nvPr/>
        </p:nvSpPr>
        <p:spPr>
          <a:xfrm>
            <a:off x="8772720" y="2900098"/>
            <a:ext cx="59576" cy="46226"/>
          </a:xfrm>
          <a:custGeom>
            <a:avLst/>
            <a:gdLst/>
            <a:ahLst/>
            <a:cxnLst/>
            <a:rect l="l" t="t" r="r" b="b"/>
            <a:pathLst>
              <a:path w="1736" h="1347">
                <a:moveTo>
                  <a:pt x="868" y="0"/>
                </a:moveTo>
                <a:cubicBezTo>
                  <a:pt x="0" y="0"/>
                  <a:pt x="0" y="1347"/>
                  <a:pt x="868" y="1347"/>
                </a:cubicBezTo>
                <a:cubicBezTo>
                  <a:pt x="1735" y="1347"/>
                  <a:pt x="1735" y="0"/>
                  <a:pt x="868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20">
            <a:extLst>
              <a:ext uri="{FF2B5EF4-FFF2-40B4-BE49-F238E27FC236}">
                <a16:creationId xmlns:a16="http://schemas.microsoft.com/office/drawing/2014/main" id="{B5589222-C31C-4C32-B9DC-1D06096C044E}"/>
              </a:ext>
            </a:extLst>
          </p:cNvPr>
          <p:cNvSpPr>
            <a:spLocks noGrp="1"/>
          </p:cNvSpPr>
          <p:nvPr/>
        </p:nvSpPr>
        <p:spPr>
          <a:xfrm>
            <a:off x="7655896" y="2262730"/>
            <a:ext cx="91235" cy="82489"/>
          </a:xfrm>
          <a:custGeom>
            <a:avLst/>
            <a:gdLst/>
            <a:ahLst/>
            <a:cxnLst/>
            <a:rect l="l" t="t" r="r" b="b"/>
            <a:pathLst>
              <a:path w="3380" h="3056">
                <a:moveTo>
                  <a:pt x="990" y="1"/>
                </a:moveTo>
                <a:cubicBezTo>
                  <a:pt x="898" y="1"/>
                  <a:pt x="774" y="66"/>
                  <a:pt x="754" y="165"/>
                </a:cubicBezTo>
                <a:cubicBezTo>
                  <a:pt x="708" y="507"/>
                  <a:pt x="731" y="850"/>
                  <a:pt x="800" y="1169"/>
                </a:cubicBezTo>
                <a:cubicBezTo>
                  <a:pt x="572" y="1329"/>
                  <a:pt x="366" y="1466"/>
                  <a:pt x="161" y="1649"/>
                </a:cubicBezTo>
                <a:cubicBezTo>
                  <a:pt x="1" y="1786"/>
                  <a:pt x="138" y="2014"/>
                  <a:pt x="298" y="2014"/>
                </a:cubicBezTo>
                <a:cubicBezTo>
                  <a:pt x="549" y="2037"/>
                  <a:pt x="777" y="2059"/>
                  <a:pt x="1028" y="2082"/>
                </a:cubicBezTo>
                <a:lnTo>
                  <a:pt x="1051" y="2128"/>
                </a:lnTo>
                <a:cubicBezTo>
                  <a:pt x="1074" y="2356"/>
                  <a:pt x="1119" y="2562"/>
                  <a:pt x="1211" y="2767"/>
                </a:cubicBezTo>
                <a:cubicBezTo>
                  <a:pt x="1233" y="2813"/>
                  <a:pt x="1233" y="2835"/>
                  <a:pt x="1279" y="2858"/>
                </a:cubicBezTo>
                <a:cubicBezTo>
                  <a:pt x="1302" y="2904"/>
                  <a:pt x="1325" y="2950"/>
                  <a:pt x="1348" y="2995"/>
                </a:cubicBezTo>
                <a:cubicBezTo>
                  <a:pt x="1382" y="3038"/>
                  <a:pt x="1429" y="3055"/>
                  <a:pt x="1477" y="3055"/>
                </a:cubicBezTo>
                <a:cubicBezTo>
                  <a:pt x="1559" y="3055"/>
                  <a:pt x="1647" y="3007"/>
                  <a:pt x="1690" y="2950"/>
                </a:cubicBezTo>
                <a:cubicBezTo>
                  <a:pt x="1850" y="2676"/>
                  <a:pt x="2010" y="2402"/>
                  <a:pt x="2146" y="2105"/>
                </a:cubicBezTo>
                <a:cubicBezTo>
                  <a:pt x="2443" y="2105"/>
                  <a:pt x="2763" y="2105"/>
                  <a:pt x="3060" y="2082"/>
                </a:cubicBezTo>
                <a:cubicBezTo>
                  <a:pt x="3242" y="2082"/>
                  <a:pt x="3379" y="1854"/>
                  <a:pt x="3219" y="1717"/>
                </a:cubicBezTo>
                <a:cubicBezTo>
                  <a:pt x="2991" y="1512"/>
                  <a:pt x="2763" y="1329"/>
                  <a:pt x="2535" y="1146"/>
                </a:cubicBezTo>
                <a:cubicBezTo>
                  <a:pt x="2649" y="873"/>
                  <a:pt x="2763" y="576"/>
                  <a:pt x="2877" y="302"/>
                </a:cubicBezTo>
                <a:cubicBezTo>
                  <a:pt x="2933" y="152"/>
                  <a:pt x="2774" y="33"/>
                  <a:pt x="2639" y="33"/>
                </a:cubicBezTo>
                <a:cubicBezTo>
                  <a:pt x="2610" y="33"/>
                  <a:pt x="2582" y="39"/>
                  <a:pt x="2557" y="51"/>
                </a:cubicBezTo>
                <a:cubicBezTo>
                  <a:pt x="2306" y="211"/>
                  <a:pt x="2055" y="370"/>
                  <a:pt x="1804" y="530"/>
                </a:cubicBezTo>
                <a:cubicBezTo>
                  <a:pt x="1576" y="325"/>
                  <a:pt x="1325" y="119"/>
                  <a:pt x="1028" y="5"/>
                </a:cubicBezTo>
                <a:cubicBezTo>
                  <a:pt x="1016" y="2"/>
                  <a:pt x="1003" y="1"/>
                  <a:pt x="990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20">
            <a:extLst>
              <a:ext uri="{FF2B5EF4-FFF2-40B4-BE49-F238E27FC236}">
                <a16:creationId xmlns:a16="http://schemas.microsoft.com/office/drawing/2014/main" id="{FD944A2F-0406-4FEE-8A0E-06270CB75CAE}"/>
              </a:ext>
            </a:extLst>
          </p:cNvPr>
          <p:cNvSpPr>
            <a:spLocks noGrp="1"/>
          </p:cNvSpPr>
          <p:nvPr/>
        </p:nvSpPr>
        <p:spPr>
          <a:xfrm>
            <a:off x="2006721" y="2946330"/>
            <a:ext cx="91235" cy="82489"/>
          </a:xfrm>
          <a:custGeom>
            <a:avLst/>
            <a:gdLst/>
            <a:ahLst/>
            <a:cxnLst/>
            <a:rect l="l" t="t" r="r" b="b"/>
            <a:pathLst>
              <a:path w="3380" h="3056">
                <a:moveTo>
                  <a:pt x="990" y="1"/>
                </a:moveTo>
                <a:cubicBezTo>
                  <a:pt x="898" y="1"/>
                  <a:pt x="774" y="66"/>
                  <a:pt x="754" y="165"/>
                </a:cubicBezTo>
                <a:cubicBezTo>
                  <a:pt x="708" y="507"/>
                  <a:pt x="731" y="850"/>
                  <a:pt x="800" y="1169"/>
                </a:cubicBezTo>
                <a:cubicBezTo>
                  <a:pt x="572" y="1329"/>
                  <a:pt x="366" y="1466"/>
                  <a:pt x="161" y="1649"/>
                </a:cubicBezTo>
                <a:cubicBezTo>
                  <a:pt x="1" y="1786"/>
                  <a:pt x="138" y="2014"/>
                  <a:pt x="298" y="2014"/>
                </a:cubicBezTo>
                <a:cubicBezTo>
                  <a:pt x="549" y="2037"/>
                  <a:pt x="777" y="2059"/>
                  <a:pt x="1028" y="2082"/>
                </a:cubicBezTo>
                <a:lnTo>
                  <a:pt x="1051" y="2128"/>
                </a:lnTo>
                <a:cubicBezTo>
                  <a:pt x="1074" y="2356"/>
                  <a:pt x="1119" y="2562"/>
                  <a:pt x="1211" y="2767"/>
                </a:cubicBezTo>
                <a:cubicBezTo>
                  <a:pt x="1233" y="2813"/>
                  <a:pt x="1233" y="2835"/>
                  <a:pt x="1279" y="2858"/>
                </a:cubicBezTo>
                <a:cubicBezTo>
                  <a:pt x="1302" y="2904"/>
                  <a:pt x="1325" y="2950"/>
                  <a:pt x="1348" y="2995"/>
                </a:cubicBezTo>
                <a:cubicBezTo>
                  <a:pt x="1382" y="3038"/>
                  <a:pt x="1429" y="3055"/>
                  <a:pt x="1477" y="3055"/>
                </a:cubicBezTo>
                <a:cubicBezTo>
                  <a:pt x="1559" y="3055"/>
                  <a:pt x="1647" y="3007"/>
                  <a:pt x="1690" y="2950"/>
                </a:cubicBezTo>
                <a:cubicBezTo>
                  <a:pt x="1850" y="2676"/>
                  <a:pt x="2010" y="2402"/>
                  <a:pt x="2146" y="2105"/>
                </a:cubicBezTo>
                <a:cubicBezTo>
                  <a:pt x="2443" y="2105"/>
                  <a:pt x="2763" y="2105"/>
                  <a:pt x="3060" y="2082"/>
                </a:cubicBezTo>
                <a:cubicBezTo>
                  <a:pt x="3242" y="2082"/>
                  <a:pt x="3379" y="1854"/>
                  <a:pt x="3219" y="1717"/>
                </a:cubicBezTo>
                <a:cubicBezTo>
                  <a:pt x="2991" y="1512"/>
                  <a:pt x="2763" y="1329"/>
                  <a:pt x="2535" y="1146"/>
                </a:cubicBezTo>
                <a:cubicBezTo>
                  <a:pt x="2649" y="873"/>
                  <a:pt x="2763" y="576"/>
                  <a:pt x="2877" y="302"/>
                </a:cubicBezTo>
                <a:cubicBezTo>
                  <a:pt x="2933" y="152"/>
                  <a:pt x="2774" y="33"/>
                  <a:pt x="2639" y="33"/>
                </a:cubicBezTo>
                <a:cubicBezTo>
                  <a:pt x="2610" y="33"/>
                  <a:pt x="2582" y="39"/>
                  <a:pt x="2557" y="51"/>
                </a:cubicBezTo>
                <a:cubicBezTo>
                  <a:pt x="2306" y="211"/>
                  <a:pt x="2055" y="370"/>
                  <a:pt x="1804" y="530"/>
                </a:cubicBezTo>
                <a:cubicBezTo>
                  <a:pt x="1576" y="325"/>
                  <a:pt x="1325" y="119"/>
                  <a:pt x="1028" y="5"/>
                </a:cubicBezTo>
                <a:cubicBezTo>
                  <a:pt x="1016" y="2"/>
                  <a:pt x="1003" y="1"/>
                  <a:pt x="990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p20">
            <a:extLst>
              <a:ext uri="{FF2B5EF4-FFF2-40B4-BE49-F238E27FC236}">
                <a16:creationId xmlns:a16="http://schemas.microsoft.com/office/drawing/2014/main" id="{077D3C18-28A6-4FE1-B8A1-3BCE44D5A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225" y="3652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Sriracha"/>
              <a:buNone/>
              <a:defRPr sz="2800">
                <a:solidFill>
                  <a:schemeClr val="dk2"/>
                </a:solidFill>
                <a:latin typeface="Sriracha"/>
                <a:ea typeface="Sriracha"/>
                <a:cs typeface="Sriracha"/>
              </a:defRPr>
            </a:lvl1pPr>
            <a:lvl2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angers"/>
              <a:buNone/>
              <a:defRPr sz="2800">
                <a:solidFill>
                  <a:schemeClr val="dk1"/>
                </a:solidFill>
                <a:latin typeface="Bangers"/>
                <a:ea typeface="Bangers"/>
                <a:cs typeface="Bangers"/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angers"/>
              <a:buNone/>
              <a:defRPr sz="2800">
                <a:solidFill>
                  <a:schemeClr val="dk1"/>
                </a:solidFill>
                <a:latin typeface="Bangers"/>
                <a:ea typeface="Bangers"/>
                <a:cs typeface="Bangers"/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angers"/>
              <a:buNone/>
              <a:defRPr sz="2800">
                <a:solidFill>
                  <a:schemeClr val="dk1"/>
                </a:solidFill>
                <a:latin typeface="Bangers"/>
                <a:ea typeface="Bangers"/>
                <a:cs typeface="Bangers"/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angers"/>
              <a:buNone/>
              <a:defRPr sz="2800">
                <a:solidFill>
                  <a:schemeClr val="dk1"/>
                </a:solidFill>
                <a:latin typeface="Bangers"/>
                <a:ea typeface="Bangers"/>
                <a:cs typeface="Bangers"/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angers"/>
              <a:buNone/>
              <a:defRPr sz="2800">
                <a:solidFill>
                  <a:schemeClr val="dk1"/>
                </a:solidFill>
                <a:latin typeface="Bangers"/>
                <a:ea typeface="Bangers"/>
                <a:cs typeface="Bangers"/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angers"/>
              <a:buNone/>
              <a:defRPr sz="2800">
                <a:solidFill>
                  <a:schemeClr val="dk1"/>
                </a:solidFill>
                <a:latin typeface="Bangers"/>
                <a:ea typeface="Bangers"/>
                <a:cs typeface="Bangers"/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angers"/>
              <a:buNone/>
              <a:defRPr sz="2800">
                <a:solidFill>
                  <a:schemeClr val="dk1"/>
                </a:solidFill>
                <a:latin typeface="Bangers"/>
                <a:ea typeface="Bangers"/>
                <a:cs typeface="Bangers"/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angers"/>
              <a:buNone/>
              <a:defRPr sz="2800">
                <a:solidFill>
                  <a:schemeClr val="dk1"/>
                </a:solidFill>
                <a:latin typeface="Bangers"/>
                <a:ea typeface="Bangers"/>
                <a:cs typeface="Banger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CUSTOM_11_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1">
            <a:extLst>
              <a:ext uri="{FF2B5EF4-FFF2-40B4-BE49-F238E27FC236}">
                <a16:creationId xmlns:a16="http://schemas.microsoft.com/office/drawing/2014/main" id="{124E9DD5-285F-4E45-ACB7-B8FAD5E22CEC}"/>
              </a:ext>
            </a:extLst>
          </p:cNvPr>
          <p:cNvSpPr>
            <a:spLocks noGrp="1"/>
          </p:cNvSpPr>
          <p:nvPr/>
        </p:nvSpPr>
        <p:spPr>
          <a:xfrm>
            <a:off x="1230373" y="2154080"/>
            <a:ext cx="1392747" cy="623529"/>
          </a:xfrm>
          <a:custGeom>
            <a:avLst/>
            <a:gdLst/>
            <a:ahLst/>
            <a:cxnLst/>
            <a:rect l="l" t="t" r="r" b="b"/>
            <a:pathLst>
              <a:path w="35084" h="15707">
                <a:moveTo>
                  <a:pt x="19722" y="0"/>
                </a:moveTo>
                <a:cubicBezTo>
                  <a:pt x="17040" y="0"/>
                  <a:pt x="15328" y="2890"/>
                  <a:pt x="14312" y="5046"/>
                </a:cubicBezTo>
                <a:cubicBezTo>
                  <a:pt x="12935" y="3382"/>
                  <a:pt x="10996" y="1550"/>
                  <a:pt x="8761" y="1550"/>
                </a:cubicBezTo>
                <a:cubicBezTo>
                  <a:pt x="8144" y="1550"/>
                  <a:pt x="7505" y="1689"/>
                  <a:pt x="6849" y="2010"/>
                </a:cubicBezTo>
                <a:cubicBezTo>
                  <a:pt x="3470" y="3630"/>
                  <a:pt x="4498" y="6872"/>
                  <a:pt x="5319" y="9542"/>
                </a:cubicBezTo>
                <a:cubicBezTo>
                  <a:pt x="3356" y="9930"/>
                  <a:pt x="1" y="11071"/>
                  <a:pt x="1393" y="13765"/>
                </a:cubicBezTo>
                <a:cubicBezTo>
                  <a:pt x="2352" y="15522"/>
                  <a:pt x="5228" y="15614"/>
                  <a:pt x="6940" y="15682"/>
                </a:cubicBezTo>
                <a:cubicBezTo>
                  <a:pt x="8210" y="15689"/>
                  <a:pt x="9757" y="15697"/>
                  <a:pt x="11405" y="15697"/>
                </a:cubicBezTo>
                <a:cubicBezTo>
                  <a:pt x="14968" y="15697"/>
                  <a:pt x="19007" y="15663"/>
                  <a:pt x="21753" y="15522"/>
                </a:cubicBezTo>
                <a:cubicBezTo>
                  <a:pt x="22672" y="15601"/>
                  <a:pt x="24416" y="15707"/>
                  <a:pt x="26317" y="15707"/>
                </a:cubicBezTo>
                <a:cubicBezTo>
                  <a:pt x="29376" y="15707"/>
                  <a:pt x="32844" y="15433"/>
                  <a:pt x="33942" y="14335"/>
                </a:cubicBezTo>
                <a:cubicBezTo>
                  <a:pt x="35015" y="13240"/>
                  <a:pt x="35083" y="11870"/>
                  <a:pt x="33965" y="10912"/>
                </a:cubicBezTo>
                <a:cubicBezTo>
                  <a:pt x="33378" y="10384"/>
                  <a:pt x="32652" y="10247"/>
                  <a:pt x="31886" y="10247"/>
                </a:cubicBezTo>
                <a:cubicBezTo>
                  <a:pt x="31057" y="10247"/>
                  <a:pt x="30181" y="10408"/>
                  <a:pt x="29382" y="10408"/>
                </a:cubicBezTo>
                <a:cubicBezTo>
                  <a:pt x="29225" y="10408"/>
                  <a:pt x="29071" y="10401"/>
                  <a:pt x="28921" y="10387"/>
                </a:cubicBezTo>
                <a:cubicBezTo>
                  <a:pt x="29674" y="8675"/>
                  <a:pt x="31249" y="6666"/>
                  <a:pt x="28989" y="5228"/>
                </a:cubicBezTo>
                <a:cubicBezTo>
                  <a:pt x="28519" y="4922"/>
                  <a:pt x="28048" y="4795"/>
                  <a:pt x="27585" y="4795"/>
                </a:cubicBezTo>
                <a:cubicBezTo>
                  <a:pt x="26183" y="4795"/>
                  <a:pt x="24849" y="5962"/>
                  <a:pt x="23785" y="6872"/>
                </a:cubicBezTo>
                <a:cubicBezTo>
                  <a:pt x="23876" y="4338"/>
                  <a:pt x="23534" y="777"/>
                  <a:pt x="20567" y="93"/>
                </a:cubicBezTo>
                <a:cubicBezTo>
                  <a:pt x="20275" y="30"/>
                  <a:pt x="19994" y="0"/>
                  <a:pt x="19722" y="0"/>
                </a:cubicBezTo>
                <a:close/>
              </a:path>
            </a:pathLst>
          </a:custGeom>
          <a:solidFill>
            <a:srgbClr val="F8F4EC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0" name="Google Shape;310;p21">
            <a:extLst>
              <a:ext uri="{FF2B5EF4-FFF2-40B4-BE49-F238E27FC236}">
                <a16:creationId xmlns:a16="http://schemas.microsoft.com/office/drawing/2014/main" id="{68E88EF4-EF8C-45DE-B2F8-C57B5B87DB39}"/>
              </a:ext>
            </a:extLst>
          </p:cNvPr>
          <p:cNvSpPr>
            <a:spLocks noGrp="1"/>
          </p:cNvSpPr>
          <p:nvPr/>
        </p:nvSpPr>
        <p:spPr>
          <a:xfrm>
            <a:off x="3" y="422077"/>
            <a:ext cx="1594511" cy="1109407"/>
          </a:xfrm>
          <a:custGeom>
            <a:avLst/>
            <a:gdLst/>
            <a:ahLst/>
            <a:cxnLst/>
            <a:rect l="l" t="t" r="r" b="b"/>
            <a:pathLst>
              <a:path w="43391" h="30190">
                <a:moveTo>
                  <a:pt x="13854" y="1"/>
                </a:moveTo>
                <a:cubicBezTo>
                  <a:pt x="8679" y="1"/>
                  <a:pt x="5416" y="5534"/>
                  <a:pt x="3469" y="9676"/>
                </a:cubicBezTo>
                <a:cubicBezTo>
                  <a:pt x="2465" y="8466"/>
                  <a:pt x="1301" y="7188"/>
                  <a:pt x="0" y="6092"/>
                </a:cubicBezTo>
                <a:lnTo>
                  <a:pt x="0" y="30173"/>
                </a:lnTo>
                <a:cubicBezTo>
                  <a:pt x="6277" y="30150"/>
                  <a:pt x="13010" y="30059"/>
                  <a:pt x="17758" y="29831"/>
                </a:cubicBezTo>
                <a:cubicBezTo>
                  <a:pt x="19544" y="29981"/>
                  <a:pt x="22955" y="30190"/>
                  <a:pt x="26662" y="30190"/>
                </a:cubicBezTo>
                <a:cubicBezTo>
                  <a:pt x="32523" y="30190"/>
                  <a:pt x="39125" y="29668"/>
                  <a:pt x="41223" y="27571"/>
                </a:cubicBezTo>
                <a:cubicBezTo>
                  <a:pt x="43277" y="25448"/>
                  <a:pt x="43391" y="22801"/>
                  <a:pt x="41245" y="20952"/>
                </a:cubicBezTo>
                <a:cubicBezTo>
                  <a:pt x="40126" y="19961"/>
                  <a:pt x="38737" y="19706"/>
                  <a:pt x="37270" y="19706"/>
                </a:cubicBezTo>
                <a:cubicBezTo>
                  <a:pt x="35705" y="19706"/>
                  <a:pt x="34052" y="19997"/>
                  <a:pt x="32548" y="19997"/>
                </a:cubicBezTo>
                <a:cubicBezTo>
                  <a:pt x="32213" y="19997"/>
                  <a:pt x="31885" y="19983"/>
                  <a:pt x="31567" y="19947"/>
                </a:cubicBezTo>
                <a:cubicBezTo>
                  <a:pt x="33005" y="16683"/>
                  <a:pt x="36018" y="12826"/>
                  <a:pt x="31704" y="10018"/>
                </a:cubicBezTo>
                <a:cubicBezTo>
                  <a:pt x="30798" y="9444"/>
                  <a:pt x="29892" y="9204"/>
                  <a:pt x="29002" y="9204"/>
                </a:cubicBezTo>
                <a:cubicBezTo>
                  <a:pt x="26284" y="9204"/>
                  <a:pt x="23707" y="11437"/>
                  <a:pt x="21661" y="13191"/>
                </a:cubicBezTo>
                <a:cubicBezTo>
                  <a:pt x="21821" y="8352"/>
                  <a:pt x="21182" y="1482"/>
                  <a:pt x="15498" y="181"/>
                </a:cubicBezTo>
                <a:cubicBezTo>
                  <a:pt x="14930" y="58"/>
                  <a:pt x="14382" y="1"/>
                  <a:pt x="13854" y="1"/>
                </a:cubicBezTo>
                <a:close/>
              </a:path>
            </a:pathLst>
          </a:custGeom>
          <a:solidFill>
            <a:srgbClr val="F8F4EC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1" name="Google Shape;311;p21">
            <a:extLst>
              <a:ext uri="{FF2B5EF4-FFF2-40B4-BE49-F238E27FC236}">
                <a16:creationId xmlns:a16="http://schemas.microsoft.com/office/drawing/2014/main" id="{4B6A032E-0192-4FC2-9F4F-67EE4CE0ADFA}"/>
              </a:ext>
            </a:extLst>
          </p:cNvPr>
          <p:cNvSpPr>
            <a:spLocks noGrp="1"/>
          </p:cNvSpPr>
          <p:nvPr/>
        </p:nvSpPr>
        <p:spPr>
          <a:xfrm>
            <a:off x="0" y="3670025"/>
            <a:ext cx="9144012" cy="1487949"/>
          </a:xfrm>
          <a:custGeom>
            <a:avLst/>
            <a:gdLst/>
            <a:ahLst/>
            <a:cxnLst/>
            <a:rect l="l" t="t" r="r" b="b"/>
            <a:pathLst>
              <a:path w="284838" h="50589">
                <a:moveTo>
                  <a:pt x="133359" y="0"/>
                </a:moveTo>
                <a:cubicBezTo>
                  <a:pt x="132063" y="0"/>
                  <a:pt x="130757" y="60"/>
                  <a:pt x="129443" y="190"/>
                </a:cubicBezTo>
                <a:cubicBezTo>
                  <a:pt x="121021" y="1012"/>
                  <a:pt x="114059" y="3979"/>
                  <a:pt x="107554" y="6810"/>
                </a:cubicBezTo>
                <a:cubicBezTo>
                  <a:pt x="99839" y="10165"/>
                  <a:pt x="91987" y="14411"/>
                  <a:pt x="81830" y="15209"/>
                </a:cubicBezTo>
                <a:cubicBezTo>
                  <a:pt x="80619" y="15306"/>
                  <a:pt x="79418" y="15351"/>
                  <a:pt x="78227" y="15351"/>
                </a:cubicBezTo>
                <a:cubicBezTo>
                  <a:pt x="70438" y="15351"/>
                  <a:pt x="63068" y="13440"/>
                  <a:pt x="56060" y="11717"/>
                </a:cubicBezTo>
                <a:cubicBezTo>
                  <a:pt x="47272" y="9572"/>
                  <a:pt x="38302" y="7449"/>
                  <a:pt x="28715" y="6696"/>
                </a:cubicBezTo>
                <a:cubicBezTo>
                  <a:pt x="26227" y="6492"/>
                  <a:pt x="23698" y="6384"/>
                  <a:pt x="21170" y="6384"/>
                </a:cubicBezTo>
                <a:cubicBezTo>
                  <a:pt x="15464" y="6384"/>
                  <a:pt x="9763" y="6937"/>
                  <a:pt x="4543" y="8202"/>
                </a:cubicBezTo>
                <a:cubicBezTo>
                  <a:pt x="2968" y="8567"/>
                  <a:pt x="1462" y="9001"/>
                  <a:pt x="1" y="9457"/>
                </a:cubicBezTo>
                <a:lnTo>
                  <a:pt x="1" y="50589"/>
                </a:lnTo>
                <a:lnTo>
                  <a:pt x="284838" y="50589"/>
                </a:lnTo>
                <a:lnTo>
                  <a:pt x="284838" y="13155"/>
                </a:lnTo>
                <a:cubicBezTo>
                  <a:pt x="283742" y="12744"/>
                  <a:pt x="282624" y="12333"/>
                  <a:pt x="281528" y="11900"/>
                </a:cubicBezTo>
                <a:cubicBezTo>
                  <a:pt x="273083" y="8704"/>
                  <a:pt x="264752" y="4664"/>
                  <a:pt x="254868" y="2838"/>
                </a:cubicBezTo>
                <a:cubicBezTo>
                  <a:pt x="251879" y="2285"/>
                  <a:pt x="248783" y="1967"/>
                  <a:pt x="245668" y="1967"/>
                </a:cubicBezTo>
                <a:cubicBezTo>
                  <a:pt x="244026" y="1967"/>
                  <a:pt x="242379" y="2056"/>
                  <a:pt x="240739" y="2245"/>
                </a:cubicBezTo>
                <a:cubicBezTo>
                  <a:pt x="236403" y="2770"/>
                  <a:pt x="232408" y="3751"/>
                  <a:pt x="228619" y="5007"/>
                </a:cubicBezTo>
                <a:cubicBezTo>
                  <a:pt x="220813" y="7563"/>
                  <a:pt x="213806" y="11010"/>
                  <a:pt x="205383" y="12973"/>
                </a:cubicBezTo>
                <a:cubicBezTo>
                  <a:pt x="201139" y="13960"/>
                  <a:pt x="196833" y="14451"/>
                  <a:pt x="192530" y="14451"/>
                </a:cubicBezTo>
                <a:cubicBezTo>
                  <a:pt x="188177" y="14451"/>
                  <a:pt x="183826" y="13948"/>
                  <a:pt x="179545" y="12950"/>
                </a:cubicBezTo>
                <a:cubicBezTo>
                  <a:pt x="171008" y="10964"/>
                  <a:pt x="163750" y="7723"/>
                  <a:pt x="156126" y="4892"/>
                </a:cubicBezTo>
                <a:cubicBezTo>
                  <a:pt x="149458" y="2446"/>
                  <a:pt x="141614" y="0"/>
                  <a:pt x="133359" y="0"/>
                </a:cubicBezTo>
                <a:close/>
              </a:path>
            </a:pathLst>
          </a:custGeom>
          <a:solidFill>
            <a:srgbClr val="EADBC5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2" name="Google Shape;312;p21">
            <a:extLst>
              <a:ext uri="{FF2B5EF4-FFF2-40B4-BE49-F238E27FC236}">
                <a16:creationId xmlns:a16="http://schemas.microsoft.com/office/drawing/2014/main" id="{FEC80EC5-17A8-4827-944B-F39C0012C2CA}"/>
              </a:ext>
            </a:extLst>
          </p:cNvPr>
          <p:cNvSpPr>
            <a:spLocks noGrp="1"/>
          </p:cNvSpPr>
          <p:nvPr/>
        </p:nvSpPr>
        <p:spPr>
          <a:xfrm>
            <a:off x="245721" y="1852055"/>
            <a:ext cx="91235" cy="82489"/>
          </a:xfrm>
          <a:custGeom>
            <a:avLst/>
            <a:gdLst/>
            <a:ahLst/>
            <a:cxnLst/>
            <a:rect l="l" t="t" r="r" b="b"/>
            <a:pathLst>
              <a:path w="3380" h="3056">
                <a:moveTo>
                  <a:pt x="990" y="1"/>
                </a:moveTo>
                <a:cubicBezTo>
                  <a:pt x="898" y="1"/>
                  <a:pt x="774" y="66"/>
                  <a:pt x="754" y="165"/>
                </a:cubicBezTo>
                <a:cubicBezTo>
                  <a:pt x="708" y="507"/>
                  <a:pt x="731" y="850"/>
                  <a:pt x="800" y="1169"/>
                </a:cubicBezTo>
                <a:cubicBezTo>
                  <a:pt x="572" y="1329"/>
                  <a:pt x="366" y="1466"/>
                  <a:pt x="161" y="1649"/>
                </a:cubicBezTo>
                <a:cubicBezTo>
                  <a:pt x="1" y="1786"/>
                  <a:pt x="138" y="2014"/>
                  <a:pt x="298" y="2014"/>
                </a:cubicBezTo>
                <a:cubicBezTo>
                  <a:pt x="549" y="2037"/>
                  <a:pt x="777" y="2059"/>
                  <a:pt x="1028" y="2082"/>
                </a:cubicBezTo>
                <a:lnTo>
                  <a:pt x="1051" y="2128"/>
                </a:lnTo>
                <a:cubicBezTo>
                  <a:pt x="1074" y="2356"/>
                  <a:pt x="1119" y="2562"/>
                  <a:pt x="1211" y="2767"/>
                </a:cubicBezTo>
                <a:cubicBezTo>
                  <a:pt x="1233" y="2813"/>
                  <a:pt x="1233" y="2835"/>
                  <a:pt x="1279" y="2858"/>
                </a:cubicBezTo>
                <a:cubicBezTo>
                  <a:pt x="1302" y="2904"/>
                  <a:pt x="1325" y="2950"/>
                  <a:pt x="1348" y="2995"/>
                </a:cubicBezTo>
                <a:cubicBezTo>
                  <a:pt x="1382" y="3038"/>
                  <a:pt x="1429" y="3055"/>
                  <a:pt x="1477" y="3055"/>
                </a:cubicBezTo>
                <a:cubicBezTo>
                  <a:pt x="1559" y="3055"/>
                  <a:pt x="1647" y="3007"/>
                  <a:pt x="1690" y="2950"/>
                </a:cubicBezTo>
                <a:cubicBezTo>
                  <a:pt x="1850" y="2676"/>
                  <a:pt x="2010" y="2402"/>
                  <a:pt x="2146" y="2105"/>
                </a:cubicBezTo>
                <a:cubicBezTo>
                  <a:pt x="2443" y="2105"/>
                  <a:pt x="2763" y="2105"/>
                  <a:pt x="3060" y="2082"/>
                </a:cubicBezTo>
                <a:cubicBezTo>
                  <a:pt x="3242" y="2082"/>
                  <a:pt x="3379" y="1854"/>
                  <a:pt x="3219" y="1717"/>
                </a:cubicBezTo>
                <a:cubicBezTo>
                  <a:pt x="2991" y="1512"/>
                  <a:pt x="2763" y="1329"/>
                  <a:pt x="2535" y="1146"/>
                </a:cubicBezTo>
                <a:cubicBezTo>
                  <a:pt x="2649" y="873"/>
                  <a:pt x="2763" y="576"/>
                  <a:pt x="2877" y="302"/>
                </a:cubicBezTo>
                <a:cubicBezTo>
                  <a:pt x="2933" y="152"/>
                  <a:pt x="2774" y="33"/>
                  <a:pt x="2639" y="33"/>
                </a:cubicBezTo>
                <a:cubicBezTo>
                  <a:pt x="2610" y="33"/>
                  <a:pt x="2582" y="39"/>
                  <a:pt x="2557" y="51"/>
                </a:cubicBezTo>
                <a:cubicBezTo>
                  <a:pt x="2306" y="211"/>
                  <a:pt x="2055" y="370"/>
                  <a:pt x="1804" y="530"/>
                </a:cubicBezTo>
                <a:cubicBezTo>
                  <a:pt x="1576" y="325"/>
                  <a:pt x="1325" y="119"/>
                  <a:pt x="1028" y="5"/>
                </a:cubicBezTo>
                <a:cubicBezTo>
                  <a:pt x="1016" y="2"/>
                  <a:pt x="1003" y="1"/>
                  <a:pt x="990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4" name="Google Shape;314;p21">
            <a:extLst>
              <a:ext uri="{FF2B5EF4-FFF2-40B4-BE49-F238E27FC236}">
                <a16:creationId xmlns:a16="http://schemas.microsoft.com/office/drawing/2014/main" id="{6C638A46-5CB7-4F04-9231-D4CADBCFF1DE}"/>
              </a:ext>
            </a:extLst>
          </p:cNvPr>
          <p:cNvSpPr>
            <a:spLocks noGrp="1"/>
          </p:cNvSpPr>
          <p:nvPr/>
        </p:nvSpPr>
        <p:spPr>
          <a:xfrm>
            <a:off x="1620043" y="746323"/>
            <a:ext cx="59576" cy="46226"/>
          </a:xfrm>
          <a:custGeom>
            <a:avLst/>
            <a:gdLst/>
            <a:ahLst/>
            <a:cxnLst/>
            <a:rect l="l" t="t" r="r" b="b"/>
            <a:pathLst>
              <a:path w="1736" h="1347">
                <a:moveTo>
                  <a:pt x="868" y="0"/>
                </a:moveTo>
                <a:cubicBezTo>
                  <a:pt x="1" y="0"/>
                  <a:pt x="1" y="1347"/>
                  <a:pt x="868" y="1347"/>
                </a:cubicBezTo>
                <a:cubicBezTo>
                  <a:pt x="1736" y="1347"/>
                  <a:pt x="1736" y="0"/>
                  <a:pt x="868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" name="Google Shape;315;p21">
            <a:extLst>
              <a:ext uri="{FF2B5EF4-FFF2-40B4-BE49-F238E27FC236}">
                <a16:creationId xmlns:a16="http://schemas.microsoft.com/office/drawing/2014/main" id="{BF787F03-6F21-4AC5-BA4D-3AFE3B33F221}"/>
              </a:ext>
            </a:extLst>
          </p:cNvPr>
          <p:cNvSpPr>
            <a:spLocks noGrp="1"/>
          </p:cNvSpPr>
          <p:nvPr/>
        </p:nvSpPr>
        <p:spPr>
          <a:xfrm>
            <a:off x="1666270" y="654659"/>
            <a:ext cx="58787" cy="45471"/>
          </a:xfrm>
          <a:custGeom>
            <a:avLst/>
            <a:gdLst/>
            <a:ahLst/>
            <a:cxnLst/>
            <a:rect l="l" t="t" r="r" b="b"/>
            <a:pathLst>
              <a:path w="1713" h="1325">
                <a:moveTo>
                  <a:pt x="868" y="1"/>
                </a:moveTo>
                <a:cubicBezTo>
                  <a:pt x="0" y="1"/>
                  <a:pt x="0" y="1324"/>
                  <a:pt x="868" y="1324"/>
                </a:cubicBezTo>
                <a:cubicBezTo>
                  <a:pt x="1712" y="1324"/>
                  <a:pt x="1712" y="1"/>
                  <a:pt x="868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" name="Google Shape;316;p21">
            <a:extLst>
              <a:ext uri="{FF2B5EF4-FFF2-40B4-BE49-F238E27FC236}">
                <a16:creationId xmlns:a16="http://schemas.microsoft.com/office/drawing/2014/main" id="{C55A8C76-A9DA-454D-91C3-0B05BFC95AAE}"/>
              </a:ext>
            </a:extLst>
          </p:cNvPr>
          <p:cNvSpPr>
            <a:spLocks noGrp="1"/>
          </p:cNvSpPr>
          <p:nvPr/>
        </p:nvSpPr>
        <p:spPr>
          <a:xfrm>
            <a:off x="1711708" y="746323"/>
            <a:ext cx="59576" cy="46226"/>
          </a:xfrm>
          <a:custGeom>
            <a:avLst/>
            <a:gdLst/>
            <a:ahLst/>
            <a:cxnLst/>
            <a:rect l="l" t="t" r="r" b="b"/>
            <a:pathLst>
              <a:path w="1736" h="1347">
                <a:moveTo>
                  <a:pt x="868" y="0"/>
                </a:moveTo>
                <a:cubicBezTo>
                  <a:pt x="0" y="0"/>
                  <a:pt x="0" y="1347"/>
                  <a:pt x="868" y="1347"/>
                </a:cubicBezTo>
                <a:cubicBezTo>
                  <a:pt x="1735" y="1347"/>
                  <a:pt x="1735" y="0"/>
                  <a:pt x="868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" name="Google Shape;317;p21">
            <a:extLst>
              <a:ext uri="{FF2B5EF4-FFF2-40B4-BE49-F238E27FC236}">
                <a16:creationId xmlns:a16="http://schemas.microsoft.com/office/drawing/2014/main" id="{3C7AF956-C33B-4427-B9C7-4C4165AB8F30}"/>
              </a:ext>
            </a:extLst>
          </p:cNvPr>
          <p:cNvSpPr>
            <a:spLocks noGrp="1"/>
          </p:cNvSpPr>
          <p:nvPr/>
        </p:nvSpPr>
        <p:spPr>
          <a:xfrm flipH="1">
            <a:off x="7549478" y="2154077"/>
            <a:ext cx="1594511" cy="1109407"/>
          </a:xfrm>
          <a:custGeom>
            <a:avLst/>
            <a:gdLst/>
            <a:ahLst/>
            <a:cxnLst/>
            <a:rect l="l" t="t" r="r" b="b"/>
            <a:pathLst>
              <a:path w="43391" h="30190">
                <a:moveTo>
                  <a:pt x="13854" y="1"/>
                </a:moveTo>
                <a:cubicBezTo>
                  <a:pt x="8679" y="1"/>
                  <a:pt x="5416" y="5534"/>
                  <a:pt x="3469" y="9676"/>
                </a:cubicBezTo>
                <a:cubicBezTo>
                  <a:pt x="2465" y="8466"/>
                  <a:pt x="1301" y="7188"/>
                  <a:pt x="0" y="6092"/>
                </a:cubicBezTo>
                <a:lnTo>
                  <a:pt x="0" y="30173"/>
                </a:lnTo>
                <a:cubicBezTo>
                  <a:pt x="6277" y="30150"/>
                  <a:pt x="13010" y="30059"/>
                  <a:pt x="17758" y="29831"/>
                </a:cubicBezTo>
                <a:cubicBezTo>
                  <a:pt x="19544" y="29981"/>
                  <a:pt x="22955" y="30190"/>
                  <a:pt x="26662" y="30190"/>
                </a:cubicBezTo>
                <a:cubicBezTo>
                  <a:pt x="32523" y="30190"/>
                  <a:pt x="39125" y="29668"/>
                  <a:pt x="41223" y="27571"/>
                </a:cubicBezTo>
                <a:cubicBezTo>
                  <a:pt x="43277" y="25448"/>
                  <a:pt x="43391" y="22801"/>
                  <a:pt x="41245" y="20952"/>
                </a:cubicBezTo>
                <a:cubicBezTo>
                  <a:pt x="40126" y="19961"/>
                  <a:pt x="38737" y="19706"/>
                  <a:pt x="37270" y="19706"/>
                </a:cubicBezTo>
                <a:cubicBezTo>
                  <a:pt x="35705" y="19706"/>
                  <a:pt x="34052" y="19997"/>
                  <a:pt x="32548" y="19997"/>
                </a:cubicBezTo>
                <a:cubicBezTo>
                  <a:pt x="32213" y="19997"/>
                  <a:pt x="31885" y="19983"/>
                  <a:pt x="31567" y="19947"/>
                </a:cubicBezTo>
                <a:cubicBezTo>
                  <a:pt x="33005" y="16683"/>
                  <a:pt x="36018" y="12826"/>
                  <a:pt x="31704" y="10018"/>
                </a:cubicBezTo>
                <a:cubicBezTo>
                  <a:pt x="30798" y="9444"/>
                  <a:pt x="29892" y="9204"/>
                  <a:pt x="29002" y="9204"/>
                </a:cubicBezTo>
                <a:cubicBezTo>
                  <a:pt x="26284" y="9204"/>
                  <a:pt x="23707" y="11437"/>
                  <a:pt x="21661" y="13191"/>
                </a:cubicBezTo>
                <a:cubicBezTo>
                  <a:pt x="21821" y="8352"/>
                  <a:pt x="21182" y="1482"/>
                  <a:pt x="15498" y="181"/>
                </a:cubicBezTo>
                <a:cubicBezTo>
                  <a:pt x="14930" y="58"/>
                  <a:pt x="14382" y="1"/>
                  <a:pt x="13854" y="1"/>
                </a:cubicBezTo>
                <a:close/>
              </a:path>
            </a:pathLst>
          </a:custGeom>
          <a:solidFill>
            <a:srgbClr val="F8F4EC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8" name="Google Shape;318;p21">
            <a:extLst>
              <a:ext uri="{FF2B5EF4-FFF2-40B4-BE49-F238E27FC236}">
                <a16:creationId xmlns:a16="http://schemas.microsoft.com/office/drawing/2014/main" id="{1068367C-0024-48C1-B3A1-0B7895205BCD}"/>
              </a:ext>
            </a:extLst>
          </p:cNvPr>
          <p:cNvSpPr>
            <a:spLocks noGrp="1"/>
          </p:cNvSpPr>
          <p:nvPr/>
        </p:nvSpPr>
        <p:spPr>
          <a:xfrm>
            <a:off x="6265148" y="701905"/>
            <a:ext cx="1392747" cy="623529"/>
          </a:xfrm>
          <a:custGeom>
            <a:avLst/>
            <a:gdLst/>
            <a:ahLst/>
            <a:cxnLst/>
            <a:rect l="l" t="t" r="r" b="b"/>
            <a:pathLst>
              <a:path w="35084" h="15707">
                <a:moveTo>
                  <a:pt x="19722" y="0"/>
                </a:moveTo>
                <a:cubicBezTo>
                  <a:pt x="17040" y="0"/>
                  <a:pt x="15328" y="2890"/>
                  <a:pt x="14312" y="5046"/>
                </a:cubicBezTo>
                <a:cubicBezTo>
                  <a:pt x="12935" y="3382"/>
                  <a:pt x="10996" y="1550"/>
                  <a:pt x="8761" y="1550"/>
                </a:cubicBezTo>
                <a:cubicBezTo>
                  <a:pt x="8144" y="1550"/>
                  <a:pt x="7505" y="1689"/>
                  <a:pt x="6849" y="2010"/>
                </a:cubicBezTo>
                <a:cubicBezTo>
                  <a:pt x="3470" y="3630"/>
                  <a:pt x="4498" y="6872"/>
                  <a:pt x="5319" y="9542"/>
                </a:cubicBezTo>
                <a:cubicBezTo>
                  <a:pt x="3356" y="9930"/>
                  <a:pt x="1" y="11071"/>
                  <a:pt x="1393" y="13765"/>
                </a:cubicBezTo>
                <a:cubicBezTo>
                  <a:pt x="2352" y="15522"/>
                  <a:pt x="5228" y="15614"/>
                  <a:pt x="6940" y="15682"/>
                </a:cubicBezTo>
                <a:cubicBezTo>
                  <a:pt x="8210" y="15689"/>
                  <a:pt x="9757" y="15697"/>
                  <a:pt x="11405" y="15697"/>
                </a:cubicBezTo>
                <a:cubicBezTo>
                  <a:pt x="14968" y="15697"/>
                  <a:pt x="19007" y="15663"/>
                  <a:pt x="21753" y="15522"/>
                </a:cubicBezTo>
                <a:cubicBezTo>
                  <a:pt x="22672" y="15601"/>
                  <a:pt x="24416" y="15707"/>
                  <a:pt x="26317" y="15707"/>
                </a:cubicBezTo>
                <a:cubicBezTo>
                  <a:pt x="29376" y="15707"/>
                  <a:pt x="32844" y="15433"/>
                  <a:pt x="33942" y="14335"/>
                </a:cubicBezTo>
                <a:cubicBezTo>
                  <a:pt x="35015" y="13240"/>
                  <a:pt x="35083" y="11870"/>
                  <a:pt x="33965" y="10912"/>
                </a:cubicBezTo>
                <a:cubicBezTo>
                  <a:pt x="33378" y="10384"/>
                  <a:pt x="32652" y="10247"/>
                  <a:pt x="31886" y="10247"/>
                </a:cubicBezTo>
                <a:cubicBezTo>
                  <a:pt x="31057" y="10247"/>
                  <a:pt x="30181" y="10408"/>
                  <a:pt x="29382" y="10408"/>
                </a:cubicBezTo>
                <a:cubicBezTo>
                  <a:pt x="29225" y="10408"/>
                  <a:pt x="29071" y="10401"/>
                  <a:pt x="28921" y="10387"/>
                </a:cubicBezTo>
                <a:cubicBezTo>
                  <a:pt x="29674" y="8675"/>
                  <a:pt x="31249" y="6666"/>
                  <a:pt x="28989" y="5228"/>
                </a:cubicBezTo>
                <a:cubicBezTo>
                  <a:pt x="28519" y="4922"/>
                  <a:pt x="28048" y="4795"/>
                  <a:pt x="27585" y="4795"/>
                </a:cubicBezTo>
                <a:cubicBezTo>
                  <a:pt x="26183" y="4795"/>
                  <a:pt x="24849" y="5962"/>
                  <a:pt x="23785" y="6872"/>
                </a:cubicBezTo>
                <a:cubicBezTo>
                  <a:pt x="23876" y="4338"/>
                  <a:pt x="23534" y="777"/>
                  <a:pt x="20567" y="93"/>
                </a:cubicBezTo>
                <a:cubicBezTo>
                  <a:pt x="20275" y="30"/>
                  <a:pt x="19994" y="0"/>
                  <a:pt x="19722" y="0"/>
                </a:cubicBezTo>
                <a:close/>
              </a:path>
            </a:pathLst>
          </a:custGeom>
          <a:solidFill>
            <a:srgbClr val="F8F4EC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0" name="Google Shape;320;p21">
            <a:extLst>
              <a:ext uri="{FF2B5EF4-FFF2-40B4-BE49-F238E27FC236}">
                <a16:creationId xmlns:a16="http://schemas.microsoft.com/office/drawing/2014/main" id="{AAE7CA92-A943-4EC8-AD6F-95E08EF58D49}"/>
              </a:ext>
            </a:extLst>
          </p:cNvPr>
          <p:cNvSpPr>
            <a:spLocks noGrp="1"/>
          </p:cNvSpPr>
          <p:nvPr/>
        </p:nvSpPr>
        <p:spPr>
          <a:xfrm>
            <a:off x="8529105" y="3559973"/>
            <a:ext cx="59576" cy="46226"/>
          </a:xfrm>
          <a:custGeom>
            <a:avLst/>
            <a:gdLst/>
            <a:ahLst/>
            <a:cxnLst/>
            <a:rect l="l" t="t" r="r" b="b"/>
            <a:pathLst>
              <a:path w="1736" h="1347">
                <a:moveTo>
                  <a:pt x="868" y="0"/>
                </a:moveTo>
                <a:cubicBezTo>
                  <a:pt x="1" y="0"/>
                  <a:pt x="1" y="1347"/>
                  <a:pt x="868" y="1347"/>
                </a:cubicBezTo>
                <a:cubicBezTo>
                  <a:pt x="1736" y="1347"/>
                  <a:pt x="1736" y="0"/>
                  <a:pt x="868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1" name="Google Shape;321;p21">
            <a:extLst>
              <a:ext uri="{FF2B5EF4-FFF2-40B4-BE49-F238E27FC236}">
                <a16:creationId xmlns:a16="http://schemas.microsoft.com/office/drawing/2014/main" id="{1E65677B-C5A1-455F-9991-9320915E3BC7}"/>
              </a:ext>
            </a:extLst>
          </p:cNvPr>
          <p:cNvSpPr>
            <a:spLocks noGrp="1"/>
          </p:cNvSpPr>
          <p:nvPr/>
        </p:nvSpPr>
        <p:spPr>
          <a:xfrm>
            <a:off x="8575332" y="3468309"/>
            <a:ext cx="58787" cy="45471"/>
          </a:xfrm>
          <a:custGeom>
            <a:avLst/>
            <a:gdLst/>
            <a:ahLst/>
            <a:cxnLst/>
            <a:rect l="l" t="t" r="r" b="b"/>
            <a:pathLst>
              <a:path w="1713" h="1325">
                <a:moveTo>
                  <a:pt x="868" y="1"/>
                </a:moveTo>
                <a:cubicBezTo>
                  <a:pt x="0" y="1"/>
                  <a:pt x="0" y="1324"/>
                  <a:pt x="868" y="1324"/>
                </a:cubicBezTo>
                <a:cubicBezTo>
                  <a:pt x="1712" y="1324"/>
                  <a:pt x="1712" y="1"/>
                  <a:pt x="868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2" name="Google Shape;322;p21">
            <a:extLst>
              <a:ext uri="{FF2B5EF4-FFF2-40B4-BE49-F238E27FC236}">
                <a16:creationId xmlns:a16="http://schemas.microsoft.com/office/drawing/2014/main" id="{9CBEF125-09B5-4EFA-8B5D-4E508A47522B}"/>
              </a:ext>
            </a:extLst>
          </p:cNvPr>
          <p:cNvSpPr>
            <a:spLocks noGrp="1"/>
          </p:cNvSpPr>
          <p:nvPr/>
        </p:nvSpPr>
        <p:spPr>
          <a:xfrm>
            <a:off x="8620770" y="3559973"/>
            <a:ext cx="59576" cy="46226"/>
          </a:xfrm>
          <a:custGeom>
            <a:avLst/>
            <a:gdLst/>
            <a:ahLst/>
            <a:cxnLst/>
            <a:rect l="l" t="t" r="r" b="b"/>
            <a:pathLst>
              <a:path w="1736" h="1347">
                <a:moveTo>
                  <a:pt x="868" y="0"/>
                </a:moveTo>
                <a:cubicBezTo>
                  <a:pt x="0" y="0"/>
                  <a:pt x="0" y="1347"/>
                  <a:pt x="868" y="1347"/>
                </a:cubicBezTo>
                <a:cubicBezTo>
                  <a:pt x="1735" y="1347"/>
                  <a:pt x="1735" y="0"/>
                  <a:pt x="868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3" name="Google Shape;323;p21">
            <a:extLst>
              <a:ext uri="{FF2B5EF4-FFF2-40B4-BE49-F238E27FC236}">
                <a16:creationId xmlns:a16="http://schemas.microsoft.com/office/drawing/2014/main" id="{712BF7EB-18C3-42CB-8B5F-D30E63B651B3}"/>
              </a:ext>
            </a:extLst>
          </p:cNvPr>
          <p:cNvSpPr>
            <a:spLocks noGrp="1"/>
          </p:cNvSpPr>
          <p:nvPr/>
        </p:nvSpPr>
        <p:spPr>
          <a:xfrm>
            <a:off x="8636996" y="838705"/>
            <a:ext cx="91235" cy="82489"/>
          </a:xfrm>
          <a:custGeom>
            <a:avLst/>
            <a:gdLst/>
            <a:ahLst/>
            <a:cxnLst/>
            <a:rect l="l" t="t" r="r" b="b"/>
            <a:pathLst>
              <a:path w="3380" h="3056">
                <a:moveTo>
                  <a:pt x="990" y="1"/>
                </a:moveTo>
                <a:cubicBezTo>
                  <a:pt x="898" y="1"/>
                  <a:pt x="774" y="66"/>
                  <a:pt x="754" y="165"/>
                </a:cubicBezTo>
                <a:cubicBezTo>
                  <a:pt x="708" y="507"/>
                  <a:pt x="731" y="850"/>
                  <a:pt x="800" y="1169"/>
                </a:cubicBezTo>
                <a:cubicBezTo>
                  <a:pt x="572" y="1329"/>
                  <a:pt x="366" y="1466"/>
                  <a:pt x="161" y="1649"/>
                </a:cubicBezTo>
                <a:cubicBezTo>
                  <a:pt x="1" y="1786"/>
                  <a:pt x="138" y="2014"/>
                  <a:pt x="298" y="2014"/>
                </a:cubicBezTo>
                <a:cubicBezTo>
                  <a:pt x="549" y="2037"/>
                  <a:pt x="777" y="2059"/>
                  <a:pt x="1028" y="2082"/>
                </a:cubicBezTo>
                <a:lnTo>
                  <a:pt x="1051" y="2128"/>
                </a:lnTo>
                <a:cubicBezTo>
                  <a:pt x="1074" y="2356"/>
                  <a:pt x="1119" y="2562"/>
                  <a:pt x="1211" y="2767"/>
                </a:cubicBezTo>
                <a:cubicBezTo>
                  <a:pt x="1233" y="2813"/>
                  <a:pt x="1233" y="2835"/>
                  <a:pt x="1279" y="2858"/>
                </a:cubicBezTo>
                <a:cubicBezTo>
                  <a:pt x="1302" y="2904"/>
                  <a:pt x="1325" y="2950"/>
                  <a:pt x="1348" y="2995"/>
                </a:cubicBezTo>
                <a:cubicBezTo>
                  <a:pt x="1382" y="3038"/>
                  <a:pt x="1429" y="3055"/>
                  <a:pt x="1477" y="3055"/>
                </a:cubicBezTo>
                <a:cubicBezTo>
                  <a:pt x="1559" y="3055"/>
                  <a:pt x="1647" y="3007"/>
                  <a:pt x="1690" y="2950"/>
                </a:cubicBezTo>
                <a:cubicBezTo>
                  <a:pt x="1850" y="2676"/>
                  <a:pt x="2010" y="2402"/>
                  <a:pt x="2146" y="2105"/>
                </a:cubicBezTo>
                <a:cubicBezTo>
                  <a:pt x="2443" y="2105"/>
                  <a:pt x="2763" y="2105"/>
                  <a:pt x="3060" y="2082"/>
                </a:cubicBezTo>
                <a:cubicBezTo>
                  <a:pt x="3242" y="2082"/>
                  <a:pt x="3379" y="1854"/>
                  <a:pt x="3219" y="1717"/>
                </a:cubicBezTo>
                <a:cubicBezTo>
                  <a:pt x="2991" y="1512"/>
                  <a:pt x="2763" y="1329"/>
                  <a:pt x="2535" y="1146"/>
                </a:cubicBezTo>
                <a:cubicBezTo>
                  <a:pt x="2649" y="873"/>
                  <a:pt x="2763" y="576"/>
                  <a:pt x="2877" y="302"/>
                </a:cubicBezTo>
                <a:cubicBezTo>
                  <a:pt x="2933" y="152"/>
                  <a:pt x="2774" y="33"/>
                  <a:pt x="2639" y="33"/>
                </a:cubicBezTo>
                <a:cubicBezTo>
                  <a:pt x="2610" y="33"/>
                  <a:pt x="2582" y="39"/>
                  <a:pt x="2557" y="51"/>
                </a:cubicBezTo>
                <a:cubicBezTo>
                  <a:pt x="2306" y="211"/>
                  <a:pt x="2055" y="370"/>
                  <a:pt x="1804" y="530"/>
                </a:cubicBezTo>
                <a:cubicBezTo>
                  <a:pt x="1576" y="325"/>
                  <a:pt x="1325" y="119"/>
                  <a:pt x="1028" y="5"/>
                </a:cubicBezTo>
                <a:cubicBezTo>
                  <a:pt x="1016" y="2"/>
                  <a:pt x="1003" y="1"/>
                  <a:pt x="990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" name="Google Shape;324;p21">
            <a:extLst>
              <a:ext uri="{FF2B5EF4-FFF2-40B4-BE49-F238E27FC236}">
                <a16:creationId xmlns:a16="http://schemas.microsoft.com/office/drawing/2014/main" id="{843A8627-6AC2-42EC-9943-8ACECF1EE4C8}"/>
              </a:ext>
            </a:extLst>
          </p:cNvPr>
          <p:cNvSpPr>
            <a:spLocks noGrp="1"/>
          </p:cNvSpPr>
          <p:nvPr/>
        </p:nvSpPr>
        <p:spPr>
          <a:xfrm>
            <a:off x="6915909" y="224330"/>
            <a:ext cx="91235" cy="82489"/>
          </a:xfrm>
          <a:custGeom>
            <a:avLst/>
            <a:gdLst/>
            <a:ahLst/>
            <a:cxnLst/>
            <a:rect l="l" t="t" r="r" b="b"/>
            <a:pathLst>
              <a:path w="3380" h="3056">
                <a:moveTo>
                  <a:pt x="990" y="1"/>
                </a:moveTo>
                <a:cubicBezTo>
                  <a:pt x="898" y="1"/>
                  <a:pt x="774" y="66"/>
                  <a:pt x="754" y="165"/>
                </a:cubicBezTo>
                <a:cubicBezTo>
                  <a:pt x="708" y="507"/>
                  <a:pt x="731" y="850"/>
                  <a:pt x="800" y="1169"/>
                </a:cubicBezTo>
                <a:cubicBezTo>
                  <a:pt x="572" y="1329"/>
                  <a:pt x="366" y="1466"/>
                  <a:pt x="161" y="1649"/>
                </a:cubicBezTo>
                <a:cubicBezTo>
                  <a:pt x="1" y="1786"/>
                  <a:pt x="138" y="2014"/>
                  <a:pt x="298" y="2014"/>
                </a:cubicBezTo>
                <a:cubicBezTo>
                  <a:pt x="549" y="2037"/>
                  <a:pt x="777" y="2059"/>
                  <a:pt x="1028" y="2082"/>
                </a:cubicBezTo>
                <a:lnTo>
                  <a:pt x="1051" y="2128"/>
                </a:lnTo>
                <a:cubicBezTo>
                  <a:pt x="1074" y="2356"/>
                  <a:pt x="1119" y="2562"/>
                  <a:pt x="1211" y="2767"/>
                </a:cubicBezTo>
                <a:cubicBezTo>
                  <a:pt x="1233" y="2813"/>
                  <a:pt x="1233" y="2835"/>
                  <a:pt x="1279" y="2858"/>
                </a:cubicBezTo>
                <a:cubicBezTo>
                  <a:pt x="1302" y="2904"/>
                  <a:pt x="1325" y="2950"/>
                  <a:pt x="1348" y="2995"/>
                </a:cubicBezTo>
                <a:cubicBezTo>
                  <a:pt x="1382" y="3038"/>
                  <a:pt x="1429" y="3055"/>
                  <a:pt x="1477" y="3055"/>
                </a:cubicBezTo>
                <a:cubicBezTo>
                  <a:pt x="1559" y="3055"/>
                  <a:pt x="1647" y="3007"/>
                  <a:pt x="1690" y="2950"/>
                </a:cubicBezTo>
                <a:cubicBezTo>
                  <a:pt x="1850" y="2676"/>
                  <a:pt x="2010" y="2402"/>
                  <a:pt x="2146" y="2105"/>
                </a:cubicBezTo>
                <a:cubicBezTo>
                  <a:pt x="2443" y="2105"/>
                  <a:pt x="2763" y="2105"/>
                  <a:pt x="3060" y="2082"/>
                </a:cubicBezTo>
                <a:cubicBezTo>
                  <a:pt x="3242" y="2082"/>
                  <a:pt x="3379" y="1854"/>
                  <a:pt x="3219" y="1717"/>
                </a:cubicBezTo>
                <a:cubicBezTo>
                  <a:pt x="2991" y="1512"/>
                  <a:pt x="2763" y="1329"/>
                  <a:pt x="2535" y="1146"/>
                </a:cubicBezTo>
                <a:cubicBezTo>
                  <a:pt x="2649" y="873"/>
                  <a:pt x="2763" y="576"/>
                  <a:pt x="2877" y="302"/>
                </a:cubicBezTo>
                <a:cubicBezTo>
                  <a:pt x="2933" y="152"/>
                  <a:pt x="2774" y="33"/>
                  <a:pt x="2639" y="33"/>
                </a:cubicBezTo>
                <a:cubicBezTo>
                  <a:pt x="2610" y="33"/>
                  <a:pt x="2582" y="39"/>
                  <a:pt x="2557" y="51"/>
                </a:cubicBezTo>
                <a:cubicBezTo>
                  <a:pt x="2306" y="211"/>
                  <a:pt x="2055" y="370"/>
                  <a:pt x="1804" y="530"/>
                </a:cubicBezTo>
                <a:cubicBezTo>
                  <a:pt x="1576" y="325"/>
                  <a:pt x="1325" y="119"/>
                  <a:pt x="1028" y="5"/>
                </a:cubicBezTo>
                <a:cubicBezTo>
                  <a:pt x="1016" y="2"/>
                  <a:pt x="1003" y="1"/>
                  <a:pt x="990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5" name="Google Shape;325;p21">
            <a:extLst>
              <a:ext uri="{FF2B5EF4-FFF2-40B4-BE49-F238E27FC236}">
                <a16:creationId xmlns:a16="http://schemas.microsoft.com/office/drawing/2014/main" id="{86A092A6-6583-4C2D-8A93-D2982036DD8A}"/>
              </a:ext>
            </a:extLst>
          </p:cNvPr>
          <p:cNvSpPr>
            <a:spLocks noGrp="1"/>
          </p:cNvSpPr>
          <p:nvPr/>
        </p:nvSpPr>
        <p:spPr>
          <a:xfrm>
            <a:off x="1650046" y="3290092"/>
            <a:ext cx="91235" cy="82489"/>
          </a:xfrm>
          <a:custGeom>
            <a:avLst/>
            <a:gdLst/>
            <a:ahLst/>
            <a:cxnLst/>
            <a:rect l="l" t="t" r="r" b="b"/>
            <a:pathLst>
              <a:path w="3380" h="3056">
                <a:moveTo>
                  <a:pt x="990" y="1"/>
                </a:moveTo>
                <a:cubicBezTo>
                  <a:pt x="898" y="1"/>
                  <a:pt x="774" y="66"/>
                  <a:pt x="754" y="165"/>
                </a:cubicBezTo>
                <a:cubicBezTo>
                  <a:pt x="708" y="507"/>
                  <a:pt x="731" y="850"/>
                  <a:pt x="800" y="1169"/>
                </a:cubicBezTo>
                <a:cubicBezTo>
                  <a:pt x="572" y="1329"/>
                  <a:pt x="366" y="1466"/>
                  <a:pt x="161" y="1649"/>
                </a:cubicBezTo>
                <a:cubicBezTo>
                  <a:pt x="1" y="1786"/>
                  <a:pt x="138" y="2014"/>
                  <a:pt x="298" y="2014"/>
                </a:cubicBezTo>
                <a:cubicBezTo>
                  <a:pt x="549" y="2037"/>
                  <a:pt x="777" y="2059"/>
                  <a:pt x="1028" y="2082"/>
                </a:cubicBezTo>
                <a:lnTo>
                  <a:pt x="1051" y="2128"/>
                </a:lnTo>
                <a:cubicBezTo>
                  <a:pt x="1074" y="2356"/>
                  <a:pt x="1119" y="2562"/>
                  <a:pt x="1211" y="2767"/>
                </a:cubicBezTo>
                <a:cubicBezTo>
                  <a:pt x="1233" y="2813"/>
                  <a:pt x="1233" y="2835"/>
                  <a:pt x="1279" y="2858"/>
                </a:cubicBezTo>
                <a:cubicBezTo>
                  <a:pt x="1302" y="2904"/>
                  <a:pt x="1325" y="2950"/>
                  <a:pt x="1348" y="2995"/>
                </a:cubicBezTo>
                <a:cubicBezTo>
                  <a:pt x="1382" y="3038"/>
                  <a:pt x="1429" y="3055"/>
                  <a:pt x="1477" y="3055"/>
                </a:cubicBezTo>
                <a:cubicBezTo>
                  <a:pt x="1559" y="3055"/>
                  <a:pt x="1647" y="3007"/>
                  <a:pt x="1690" y="2950"/>
                </a:cubicBezTo>
                <a:cubicBezTo>
                  <a:pt x="1850" y="2676"/>
                  <a:pt x="2010" y="2402"/>
                  <a:pt x="2146" y="2105"/>
                </a:cubicBezTo>
                <a:cubicBezTo>
                  <a:pt x="2443" y="2105"/>
                  <a:pt x="2763" y="2105"/>
                  <a:pt x="3060" y="2082"/>
                </a:cubicBezTo>
                <a:cubicBezTo>
                  <a:pt x="3242" y="2082"/>
                  <a:pt x="3379" y="1854"/>
                  <a:pt x="3219" y="1717"/>
                </a:cubicBezTo>
                <a:cubicBezTo>
                  <a:pt x="2991" y="1512"/>
                  <a:pt x="2763" y="1329"/>
                  <a:pt x="2535" y="1146"/>
                </a:cubicBezTo>
                <a:cubicBezTo>
                  <a:pt x="2649" y="873"/>
                  <a:pt x="2763" y="576"/>
                  <a:pt x="2877" y="302"/>
                </a:cubicBezTo>
                <a:cubicBezTo>
                  <a:pt x="2933" y="152"/>
                  <a:pt x="2774" y="33"/>
                  <a:pt x="2639" y="33"/>
                </a:cubicBezTo>
                <a:cubicBezTo>
                  <a:pt x="2610" y="33"/>
                  <a:pt x="2582" y="39"/>
                  <a:pt x="2557" y="51"/>
                </a:cubicBezTo>
                <a:cubicBezTo>
                  <a:pt x="2306" y="211"/>
                  <a:pt x="2055" y="370"/>
                  <a:pt x="1804" y="530"/>
                </a:cubicBezTo>
                <a:cubicBezTo>
                  <a:pt x="1576" y="325"/>
                  <a:pt x="1325" y="119"/>
                  <a:pt x="1028" y="5"/>
                </a:cubicBezTo>
                <a:cubicBezTo>
                  <a:pt x="1016" y="2"/>
                  <a:pt x="1003" y="1"/>
                  <a:pt x="990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" name="Google Shape;326;p21">
            <a:extLst>
              <a:ext uri="{FF2B5EF4-FFF2-40B4-BE49-F238E27FC236}">
                <a16:creationId xmlns:a16="http://schemas.microsoft.com/office/drawing/2014/main" id="{D68F7989-EEC6-400A-9D5F-93955DB34E19}"/>
              </a:ext>
            </a:extLst>
          </p:cNvPr>
          <p:cNvSpPr>
            <a:spLocks noGrp="1"/>
          </p:cNvSpPr>
          <p:nvPr/>
        </p:nvSpPr>
        <p:spPr>
          <a:xfrm>
            <a:off x="809521" y="2667530"/>
            <a:ext cx="91235" cy="82489"/>
          </a:xfrm>
          <a:custGeom>
            <a:avLst/>
            <a:gdLst/>
            <a:ahLst/>
            <a:cxnLst/>
            <a:rect l="l" t="t" r="r" b="b"/>
            <a:pathLst>
              <a:path w="3380" h="3056">
                <a:moveTo>
                  <a:pt x="990" y="1"/>
                </a:moveTo>
                <a:cubicBezTo>
                  <a:pt x="898" y="1"/>
                  <a:pt x="774" y="66"/>
                  <a:pt x="754" y="165"/>
                </a:cubicBezTo>
                <a:cubicBezTo>
                  <a:pt x="708" y="507"/>
                  <a:pt x="731" y="850"/>
                  <a:pt x="800" y="1169"/>
                </a:cubicBezTo>
                <a:cubicBezTo>
                  <a:pt x="572" y="1329"/>
                  <a:pt x="366" y="1466"/>
                  <a:pt x="161" y="1649"/>
                </a:cubicBezTo>
                <a:cubicBezTo>
                  <a:pt x="1" y="1786"/>
                  <a:pt x="138" y="2014"/>
                  <a:pt x="298" y="2014"/>
                </a:cubicBezTo>
                <a:cubicBezTo>
                  <a:pt x="549" y="2037"/>
                  <a:pt x="777" y="2059"/>
                  <a:pt x="1028" y="2082"/>
                </a:cubicBezTo>
                <a:lnTo>
                  <a:pt x="1051" y="2128"/>
                </a:lnTo>
                <a:cubicBezTo>
                  <a:pt x="1074" y="2356"/>
                  <a:pt x="1119" y="2562"/>
                  <a:pt x="1211" y="2767"/>
                </a:cubicBezTo>
                <a:cubicBezTo>
                  <a:pt x="1233" y="2813"/>
                  <a:pt x="1233" y="2835"/>
                  <a:pt x="1279" y="2858"/>
                </a:cubicBezTo>
                <a:cubicBezTo>
                  <a:pt x="1302" y="2904"/>
                  <a:pt x="1325" y="2950"/>
                  <a:pt x="1348" y="2995"/>
                </a:cubicBezTo>
                <a:cubicBezTo>
                  <a:pt x="1382" y="3038"/>
                  <a:pt x="1429" y="3055"/>
                  <a:pt x="1477" y="3055"/>
                </a:cubicBezTo>
                <a:cubicBezTo>
                  <a:pt x="1559" y="3055"/>
                  <a:pt x="1647" y="3007"/>
                  <a:pt x="1690" y="2950"/>
                </a:cubicBezTo>
                <a:cubicBezTo>
                  <a:pt x="1850" y="2676"/>
                  <a:pt x="2010" y="2402"/>
                  <a:pt x="2146" y="2105"/>
                </a:cubicBezTo>
                <a:cubicBezTo>
                  <a:pt x="2443" y="2105"/>
                  <a:pt x="2763" y="2105"/>
                  <a:pt x="3060" y="2082"/>
                </a:cubicBezTo>
                <a:cubicBezTo>
                  <a:pt x="3242" y="2082"/>
                  <a:pt x="3379" y="1854"/>
                  <a:pt x="3219" y="1717"/>
                </a:cubicBezTo>
                <a:cubicBezTo>
                  <a:pt x="2991" y="1512"/>
                  <a:pt x="2763" y="1329"/>
                  <a:pt x="2535" y="1146"/>
                </a:cubicBezTo>
                <a:cubicBezTo>
                  <a:pt x="2649" y="873"/>
                  <a:pt x="2763" y="576"/>
                  <a:pt x="2877" y="302"/>
                </a:cubicBezTo>
                <a:cubicBezTo>
                  <a:pt x="2933" y="152"/>
                  <a:pt x="2774" y="33"/>
                  <a:pt x="2639" y="33"/>
                </a:cubicBezTo>
                <a:cubicBezTo>
                  <a:pt x="2610" y="33"/>
                  <a:pt x="2582" y="39"/>
                  <a:pt x="2557" y="51"/>
                </a:cubicBezTo>
                <a:cubicBezTo>
                  <a:pt x="2306" y="211"/>
                  <a:pt x="2055" y="370"/>
                  <a:pt x="1804" y="530"/>
                </a:cubicBezTo>
                <a:cubicBezTo>
                  <a:pt x="1576" y="325"/>
                  <a:pt x="1325" y="119"/>
                  <a:pt x="1028" y="5"/>
                </a:cubicBezTo>
                <a:cubicBezTo>
                  <a:pt x="1016" y="2"/>
                  <a:pt x="1003" y="1"/>
                  <a:pt x="990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7" name="Google Shape;327;p21">
            <a:extLst>
              <a:ext uri="{FF2B5EF4-FFF2-40B4-BE49-F238E27FC236}">
                <a16:creationId xmlns:a16="http://schemas.microsoft.com/office/drawing/2014/main" id="{76595F02-5150-44DC-8D0A-4C206CF07F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225" y="3652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Sriracha"/>
              <a:buNone/>
              <a:defRPr sz="2800">
                <a:solidFill>
                  <a:schemeClr val="dk2"/>
                </a:solidFill>
                <a:latin typeface="Sriracha"/>
                <a:ea typeface="Sriracha"/>
                <a:cs typeface="Sriracha"/>
              </a:defRPr>
            </a:lvl1pPr>
            <a:lvl2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angers"/>
              <a:buNone/>
              <a:defRPr sz="2800">
                <a:solidFill>
                  <a:schemeClr val="dk1"/>
                </a:solidFill>
                <a:latin typeface="Bangers"/>
                <a:ea typeface="Bangers"/>
                <a:cs typeface="Bangers"/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angers"/>
              <a:buNone/>
              <a:defRPr sz="2800">
                <a:solidFill>
                  <a:schemeClr val="dk1"/>
                </a:solidFill>
                <a:latin typeface="Bangers"/>
                <a:ea typeface="Bangers"/>
                <a:cs typeface="Bangers"/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angers"/>
              <a:buNone/>
              <a:defRPr sz="2800">
                <a:solidFill>
                  <a:schemeClr val="dk1"/>
                </a:solidFill>
                <a:latin typeface="Bangers"/>
                <a:ea typeface="Bangers"/>
                <a:cs typeface="Bangers"/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angers"/>
              <a:buNone/>
              <a:defRPr sz="2800">
                <a:solidFill>
                  <a:schemeClr val="dk1"/>
                </a:solidFill>
                <a:latin typeface="Bangers"/>
                <a:ea typeface="Bangers"/>
                <a:cs typeface="Bangers"/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angers"/>
              <a:buNone/>
              <a:defRPr sz="2800">
                <a:solidFill>
                  <a:schemeClr val="dk1"/>
                </a:solidFill>
                <a:latin typeface="Bangers"/>
                <a:ea typeface="Bangers"/>
                <a:cs typeface="Bangers"/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angers"/>
              <a:buNone/>
              <a:defRPr sz="2800">
                <a:solidFill>
                  <a:schemeClr val="dk1"/>
                </a:solidFill>
                <a:latin typeface="Bangers"/>
                <a:ea typeface="Bangers"/>
                <a:cs typeface="Bangers"/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angers"/>
              <a:buNone/>
              <a:defRPr sz="2800">
                <a:solidFill>
                  <a:schemeClr val="dk1"/>
                </a:solidFill>
                <a:latin typeface="Bangers"/>
                <a:ea typeface="Bangers"/>
                <a:cs typeface="Bangers"/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angers"/>
              <a:buNone/>
              <a:defRPr sz="2800">
                <a:solidFill>
                  <a:schemeClr val="dk1"/>
                </a:solidFill>
                <a:latin typeface="Bangers"/>
                <a:ea typeface="Bangers"/>
                <a:cs typeface="Banger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Section Head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0" name="Google Shape;1100;p14">
            <a:extLst>
              <a:ext uri="{FF2B5EF4-FFF2-40B4-BE49-F238E27FC236}">
                <a16:creationId xmlns:a16="http://schemas.microsoft.com/office/drawing/2014/main" id="{BDE48AB3-7215-4A40-8DAF-85615BFC6F23}"/>
              </a:ext>
            </a:extLst>
          </p:cNvPr>
          <p:cNvSpPr>
            <a:spLocks noGrp="1"/>
          </p:cNvSpPr>
          <p:nvPr/>
        </p:nvSpPr>
        <p:spPr>
          <a:xfrm>
            <a:off x="5678025" y="-1299900"/>
            <a:ext cx="6241240" cy="7003511"/>
          </a:xfrm>
          <a:custGeom>
            <a:avLst/>
            <a:gdLst/>
            <a:ahLst/>
            <a:cxnLst/>
            <a:rect l="l" t="t" r="r" b="b"/>
            <a:pathLst>
              <a:path w="50036" h="64714">
                <a:moveTo>
                  <a:pt x="22148" y="1"/>
                </a:moveTo>
                <a:cubicBezTo>
                  <a:pt x="18824" y="1"/>
                  <a:pt x="15275" y="2620"/>
                  <a:pt x="14010" y="7379"/>
                </a:cubicBezTo>
                <a:cubicBezTo>
                  <a:pt x="13176" y="10514"/>
                  <a:pt x="13910" y="13583"/>
                  <a:pt x="13843" y="16719"/>
                </a:cubicBezTo>
                <a:cubicBezTo>
                  <a:pt x="13743" y="21222"/>
                  <a:pt x="12042" y="25725"/>
                  <a:pt x="9974" y="29895"/>
                </a:cubicBezTo>
                <a:cubicBezTo>
                  <a:pt x="7839" y="34031"/>
                  <a:pt x="5337" y="38001"/>
                  <a:pt x="3369" y="42204"/>
                </a:cubicBezTo>
                <a:cubicBezTo>
                  <a:pt x="1401" y="46407"/>
                  <a:pt x="0" y="51077"/>
                  <a:pt x="334" y="55446"/>
                </a:cubicBezTo>
                <a:cubicBezTo>
                  <a:pt x="667" y="59850"/>
                  <a:pt x="3136" y="63852"/>
                  <a:pt x="6905" y="64586"/>
                </a:cubicBezTo>
                <a:cubicBezTo>
                  <a:pt x="7371" y="64674"/>
                  <a:pt x="7839" y="64714"/>
                  <a:pt x="8311" y="64714"/>
                </a:cubicBezTo>
                <a:cubicBezTo>
                  <a:pt x="12328" y="64714"/>
                  <a:pt x="16532" y="61823"/>
                  <a:pt x="20682" y="61017"/>
                </a:cubicBezTo>
                <a:cubicBezTo>
                  <a:pt x="21620" y="60825"/>
                  <a:pt x="22548" y="60745"/>
                  <a:pt x="23468" y="60745"/>
                </a:cubicBezTo>
                <a:cubicBezTo>
                  <a:pt x="26865" y="60745"/>
                  <a:pt x="30157" y="61834"/>
                  <a:pt x="33491" y="62385"/>
                </a:cubicBezTo>
                <a:cubicBezTo>
                  <a:pt x="34560" y="62562"/>
                  <a:pt x="35679" y="62668"/>
                  <a:pt x="36809" y="62668"/>
                </a:cubicBezTo>
                <a:cubicBezTo>
                  <a:pt x="40154" y="62668"/>
                  <a:pt x="43598" y="61733"/>
                  <a:pt x="46166" y="58916"/>
                </a:cubicBezTo>
                <a:cubicBezTo>
                  <a:pt x="49836" y="54879"/>
                  <a:pt x="50036" y="48408"/>
                  <a:pt x="48068" y="43938"/>
                </a:cubicBezTo>
                <a:cubicBezTo>
                  <a:pt x="46066" y="39502"/>
                  <a:pt x="42397" y="36500"/>
                  <a:pt x="38928" y="33497"/>
                </a:cubicBezTo>
                <a:cubicBezTo>
                  <a:pt x="35425" y="30495"/>
                  <a:pt x="31990" y="27159"/>
                  <a:pt x="30555" y="22289"/>
                </a:cubicBezTo>
                <a:cubicBezTo>
                  <a:pt x="29688" y="19354"/>
                  <a:pt x="29688" y="16018"/>
                  <a:pt x="29555" y="12749"/>
                </a:cubicBezTo>
                <a:cubicBezTo>
                  <a:pt x="29455" y="9547"/>
                  <a:pt x="29154" y="6211"/>
                  <a:pt x="27720" y="3576"/>
                </a:cubicBezTo>
                <a:cubicBezTo>
                  <a:pt x="26445" y="1146"/>
                  <a:pt x="24346" y="1"/>
                  <a:pt x="22148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2" name="Google Shape;1102;p14">
            <a:extLst>
              <a:ext uri="{FF2B5EF4-FFF2-40B4-BE49-F238E27FC236}">
                <a16:creationId xmlns:a16="http://schemas.microsoft.com/office/drawing/2014/main" id="{E7E9A04C-FCF3-4BFE-ACE4-D0B31EE0C5A9}"/>
              </a:ext>
            </a:extLst>
          </p:cNvPr>
          <p:cNvSpPr>
            <a:spLocks noGrp="1"/>
          </p:cNvSpPr>
          <p:nvPr/>
        </p:nvSpPr>
        <p:spPr>
          <a:xfrm flipH="1">
            <a:off x="-45109530" y="2160389"/>
            <a:ext cx="1403448" cy="3081026"/>
          </a:xfrm>
          <a:custGeom>
            <a:avLst/>
            <a:gdLst/>
            <a:ahLst/>
            <a:cxnLst/>
            <a:rect l="l" t="t" r="r" b="b"/>
            <a:pathLst>
              <a:path w="15443" h="33903">
                <a:moveTo>
                  <a:pt x="2736" y="1"/>
                </a:moveTo>
                <a:cubicBezTo>
                  <a:pt x="2631" y="1"/>
                  <a:pt x="2572" y="5"/>
                  <a:pt x="2572" y="5"/>
                </a:cubicBezTo>
                <a:cubicBezTo>
                  <a:pt x="1608" y="493"/>
                  <a:pt x="84" y="1458"/>
                  <a:pt x="143" y="4696"/>
                </a:cubicBezTo>
                <a:cubicBezTo>
                  <a:pt x="1179" y="5327"/>
                  <a:pt x="2572" y="6137"/>
                  <a:pt x="2572" y="6137"/>
                </a:cubicBezTo>
                <a:lnTo>
                  <a:pt x="215" y="5780"/>
                </a:lnTo>
                <a:lnTo>
                  <a:pt x="215" y="5780"/>
                </a:lnTo>
                <a:cubicBezTo>
                  <a:pt x="226" y="5935"/>
                  <a:pt x="250" y="6101"/>
                  <a:pt x="274" y="6268"/>
                </a:cubicBezTo>
                <a:cubicBezTo>
                  <a:pt x="917" y="10757"/>
                  <a:pt x="0" y="12507"/>
                  <a:pt x="357" y="18972"/>
                </a:cubicBezTo>
                <a:lnTo>
                  <a:pt x="4644" y="18972"/>
                </a:lnTo>
                <a:lnTo>
                  <a:pt x="596" y="21008"/>
                </a:lnTo>
                <a:cubicBezTo>
                  <a:pt x="1429" y="25473"/>
                  <a:pt x="3977" y="25854"/>
                  <a:pt x="5596" y="29580"/>
                </a:cubicBezTo>
                <a:cubicBezTo>
                  <a:pt x="5858" y="30188"/>
                  <a:pt x="6203" y="30759"/>
                  <a:pt x="6632" y="31283"/>
                </a:cubicBezTo>
                <a:lnTo>
                  <a:pt x="8132" y="30735"/>
                </a:lnTo>
                <a:lnTo>
                  <a:pt x="7037" y="31747"/>
                </a:lnTo>
                <a:cubicBezTo>
                  <a:pt x="9085" y="33831"/>
                  <a:pt x="11799" y="33902"/>
                  <a:pt x="11799" y="33902"/>
                </a:cubicBezTo>
                <a:cubicBezTo>
                  <a:pt x="11799" y="33902"/>
                  <a:pt x="14407" y="29295"/>
                  <a:pt x="15228" y="25711"/>
                </a:cubicBezTo>
                <a:cubicBezTo>
                  <a:pt x="15443" y="24770"/>
                  <a:pt x="15407" y="23699"/>
                  <a:pt x="15216" y="22544"/>
                </a:cubicBezTo>
                <a:lnTo>
                  <a:pt x="13026" y="23020"/>
                </a:lnTo>
                <a:lnTo>
                  <a:pt x="14990" y="21389"/>
                </a:lnTo>
                <a:cubicBezTo>
                  <a:pt x="14300" y="18412"/>
                  <a:pt x="12883" y="15055"/>
                  <a:pt x="12276" y="12126"/>
                </a:cubicBezTo>
                <a:cubicBezTo>
                  <a:pt x="11990" y="10661"/>
                  <a:pt x="11430" y="9268"/>
                  <a:pt x="10621" y="8018"/>
                </a:cubicBezTo>
                <a:lnTo>
                  <a:pt x="8251" y="8399"/>
                </a:lnTo>
                <a:lnTo>
                  <a:pt x="9763" y="6768"/>
                </a:lnTo>
                <a:cubicBezTo>
                  <a:pt x="8954" y="5673"/>
                  <a:pt x="8108" y="4625"/>
                  <a:pt x="7418" y="3137"/>
                </a:cubicBezTo>
                <a:cubicBezTo>
                  <a:pt x="6067" y="197"/>
                  <a:pt x="3420" y="1"/>
                  <a:pt x="2736" y="1"/>
                </a:cubicBezTo>
                <a:close/>
              </a:path>
            </a:pathLst>
          </a:custGeom>
          <a:solidFill>
            <a:srgbClr val="1E3D28">
              <a:alpha val="53130"/>
            </a:srgbClr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3" name="Google Shape;1103;p14">
            <a:extLst>
              <a:ext uri="{FF2B5EF4-FFF2-40B4-BE49-F238E27FC236}">
                <a16:creationId xmlns:a16="http://schemas.microsoft.com/office/drawing/2014/main" id="{FC1AB4BC-2DB8-4137-B786-7AB02FA9BDA3}"/>
              </a:ext>
            </a:extLst>
          </p:cNvPr>
          <p:cNvSpPr>
            <a:spLocks noGrp="1"/>
          </p:cNvSpPr>
          <p:nvPr/>
        </p:nvSpPr>
        <p:spPr>
          <a:xfrm flipH="1">
            <a:off x="-45341908" y="2297887"/>
            <a:ext cx="888708" cy="3172449"/>
          </a:xfrm>
          <a:custGeom>
            <a:avLst/>
            <a:gdLst/>
            <a:ahLst/>
            <a:cxnLst/>
            <a:rect l="l" t="t" r="r" b="b"/>
            <a:pathLst>
              <a:path w="9779" h="34909">
                <a:moveTo>
                  <a:pt x="68" y="0"/>
                </a:moveTo>
                <a:cubicBezTo>
                  <a:pt x="34" y="0"/>
                  <a:pt x="1" y="28"/>
                  <a:pt x="15" y="64"/>
                </a:cubicBezTo>
                <a:cubicBezTo>
                  <a:pt x="3218" y="11518"/>
                  <a:pt x="6230" y="23019"/>
                  <a:pt x="8909" y="34616"/>
                </a:cubicBezTo>
                <a:cubicBezTo>
                  <a:pt x="8956" y="34819"/>
                  <a:pt x="9111" y="34908"/>
                  <a:pt x="9273" y="34908"/>
                </a:cubicBezTo>
                <a:cubicBezTo>
                  <a:pt x="9518" y="34908"/>
                  <a:pt x="9778" y="34705"/>
                  <a:pt x="9707" y="34390"/>
                </a:cubicBezTo>
                <a:cubicBezTo>
                  <a:pt x="7016" y="22805"/>
                  <a:pt x="3861" y="11315"/>
                  <a:pt x="122" y="40"/>
                </a:cubicBezTo>
                <a:cubicBezTo>
                  <a:pt x="113" y="12"/>
                  <a:pt x="90" y="0"/>
                  <a:pt x="68" y="0"/>
                </a:cubicBezTo>
                <a:close/>
              </a:path>
            </a:pathLst>
          </a:custGeom>
          <a:solidFill>
            <a:srgbClr val="1E3D28">
              <a:alpha val="53130"/>
            </a:srgbClr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5" name="Google Shape;1105;p14">
            <a:extLst>
              <a:ext uri="{FF2B5EF4-FFF2-40B4-BE49-F238E27FC236}">
                <a16:creationId xmlns:a16="http://schemas.microsoft.com/office/drawing/2014/main" id="{AEAE4978-A5FD-46EE-8111-8824F42F51FB}"/>
              </a:ext>
            </a:extLst>
          </p:cNvPr>
          <p:cNvSpPr>
            <a:spLocks noGrp="1"/>
          </p:cNvSpPr>
          <p:nvPr/>
        </p:nvSpPr>
        <p:spPr>
          <a:xfrm>
            <a:off x="252908" y="-78286"/>
            <a:ext cx="338959" cy="2535478"/>
          </a:xfrm>
          <a:custGeom>
            <a:avLst/>
            <a:gdLst/>
            <a:ahLst/>
            <a:cxnLst/>
            <a:rect l="l" t="t" r="r" b="b"/>
            <a:pathLst>
              <a:path w="3836" h="28694">
                <a:moveTo>
                  <a:pt x="3818" y="1"/>
                </a:moveTo>
                <a:cubicBezTo>
                  <a:pt x="3809" y="1"/>
                  <a:pt x="3800" y="7"/>
                  <a:pt x="3800" y="19"/>
                </a:cubicBezTo>
                <a:cubicBezTo>
                  <a:pt x="3467" y="3781"/>
                  <a:pt x="3086" y="7520"/>
                  <a:pt x="2574" y="11258"/>
                </a:cubicBezTo>
                <a:cubicBezTo>
                  <a:pt x="2074" y="14949"/>
                  <a:pt x="1502" y="18628"/>
                  <a:pt x="943" y="22307"/>
                </a:cubicBezTo>
                <a:cubicBezTo>
                  <a:pt x="776" y="23319"/>
                  <a:pt x="621" y="24331"/>
                  <a:pt x="466" y="25355"/>
                </a:cubicBezTo>
                <a:cubicBezTo>
                  <a:pt x="311" y="26403"/>
                  <a:pt x="50" y="27498"/>
                  <a:pt x="14" y="28558"/>
                </a:cubicBezTo>
                <a:cubicBezTo>
                  <a:pt x="1" y="28644"/>
                  <a:pt x="69" y="28694"/>
                  <a:pt x="136" y="28694"/>
                </a:cubicBezTo>
                <a:cubicBezTo>
                  <a:pt x="189" y="28694"/>
                  <a:pt x="241" y="28662"/>
                  <a:pt x="252" y="28594"/>
                </a:cubicBezTo>
                <a:cubicBezTo>
                  <a:pt x="478" y="27713"/>
                  <a:pt x="550" y="26772"/>
                  <a:pt x="692" y="25867"/>
                </a:cubicBezTo>
                <a:cubicBezTo>
                  <a:pt x="835" y="24939"/>
                  <a:pt x="966" y="23998"/>
                  <a:pt x="1109" y="23069"/>
                </a:cubicBezTo>
                <a:cubicBezTo>
                  <a:pt x="1383" y="21200"/>
                  <a:pt x="1657" y="19331"/>
                  <a:pt x="1919" y="17473"/>
                </a:cubicBezTo>
                <a:cubicBezTo>
                  <a:pt x="2455" y="13782"/>
                  <a:pt x="2931" y="10091"/>
                  <a:pt x="3300" y="6389"/>
                </a:cubicBezTo>
                <a:cubicBezTo>
                  <a:pt x="3514" y="4269"/>
                  <a:pt x="3729" y="2150"/>
                  <a:pt x="3836" y="19"/>
                </a:cubicBezTo>
                <a:cubicBezTo>
                  <a:pt x="3836" y="7"/>
                  <a:pt x="3827" y="1"/>
                  <a:pt x="3818" y="1"/>
                </a:cubicBezTo>
                <a:close/>
              </a:path>
            </a:pathLst>
          </a:custGeom>
          <a:solidFill>
            <a:srgbClr val="1E3D28">
              <a:alpha val="53130"/>
            </a:srgbClr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6" name="Google Shape;1106;p14">
            <a:extLst>
              <a:ext uri="{FF2B5EF4-FFF2-40B4-BE49-F238E27FC236}">
                <a16:creationId xmlns:a16="http://schemas.microsoft.com/office/drawing/2014/main" id="{E0DFECB0-E76C-4E2A-A8AB-1A2E65CC6B87}"/>
              </a:ext>
            </a:extLst>
          </p:cNvPr>
          <p:cNvSpPr>
            <a:spLocks noGrp="1"/>
          </p:cNvSpPr>
          <p:nvPr/>
        </p:nvSpPr>
        <p:spPr>
          <a:xfrm>
            <a:off x="432903" y="-362814"/>
            <a:ext cx="155783" cy="286206"/>
          </a:xfrm>
          <a:custGeom>
            <a:avLst/>
            <a:gdLst/>
            <a:ahLst/>
            <a:cxnLst/>
            <a:rect l="l" t="t" r="r" b="b"/>
            <a:pathLst>
              <a:path w="1763" h="3239">
                <a:moveTo>
                  <a:pt x="84" y="0"/>
                </a:moveTo>
                <a:lnTo>
                  <a:pt x="84" y="0"/>
                </a:lnTo>
                <a:cubicBezTo>
                  <a:pt x="1" y="2548"/>
                  <a:pt x="1763" y="3239"/>
                  <a:pt x="1763" y="3239"/>
                </a:cubicBezTo>
                <a:cubicBezTo>
                  <a:pt x="1406" y="2167"/>
                  <a:pt x="1168" y="2060"/>
                  <a:pt x="727" y="1298"/>
                </a:cubicBezTo>
                <a:cubicBezTo>
                  <a:pt x="477" y="881"/>
                  <a:pt x="263" y="441"/>
                  <a:pt x="84" y="0"/>
                </a:cubicBezTo>
                <a:close/>
              </a:path>
            </a:pathLst>
          </a:custGeom>
          <a:solidFill>
            <a:srgbClr val="1E3D28">
              <a:alpha val="53130"/>
            </a:srgbClr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7" name="Google Shape;1107;p14">
            <a:extLst>
              <a:ext uri="{FF2B5EF4-FFF2-40B4-BE49-F238E27FC236}">
                <a16:creationId xmlns:a16="http://schemas.microsoft.com/office/drawing/2014/main" id="{6AE7A67C-3B0C-437E-99EE-DDDA5A9CB551}"/>
              </a:ext>
            </a:extLst>
          </p:cNvPr>
          <p:cNvSpPr>
            <a:spLocks noGrp="1"/>
          </p:cNvSpPr>
          <p:nvPr/>
        </p:nvSpPr>
        <p:spPr>
          <a:xfrm>
            <a:off x="588686" y="-400722"/>
            <a:ext cx="123177" cy="323053"/>
          </a:xfrm>
          <a:custGeom>
            <a:avLst/>
            <a:gdLst/>
            <a:ahLst/>
            <a:cxnLst/>
            <a:rect l="l" t="t" r="r" b="b"/>
            <a:pathLst>
              <a:path w="1394" h="3656">
                <a:moveTo>
                  <a:pt x="1274" y="1"/>
                </a:moveTo>
                <a:lnTo>
                  <a:pt x="1274" y="1"/>
                </a:lnTo>
                <a:cubicBezTo>
                  <a:pt x="869" y="584"/>
                  <a:pt x="619" y="1251"/>
                  <a:pt x="536" y="1953"/>
                </a:cubicBezTo>
                <a:cubicBezTo>
                  <a:pt x="369" y="3156"/>
                  <a:pt x="0" y="3656"/>
                  <a:pt x="0" y="3656"/>
                </a:cubicBezTo>
                <a:cubicBezTo>
                  <a:pt x="536" y="3334"/>
                  <a:pt x="917" y="2811"/>
                  <a:pt x="1083" y="2203"/>
                </a:cubicBezTo>
                <a:cubicBezTo>
                  <a:pt x="1393" y="1168"/>
                  <a:pt x="1060" y="429"/>
                  <a:pt x="1274" y="1"/>
                </a:cubicBezTo>
                <a:close/>
              </a:path>
            </a:pathLst>
          </a:custGeom>
          <a:solidFill>
            <a:srgbClr val="1E3D28">
              <a:alpha val="53130"/>
            </a:srgbClr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8" name="Google Shape;1108;p14">
            <a:extLst>
              <a:ext uri="{FF2B5EF4-FFF2-40B4-BE49-F238E27FC236}">
                <a16:creationId xmlns:a16="http://schemas.microsoft.com/office/drawing/2014/main" id="{D8C04B1B-4B04-4938-A2B3-BABA8ED1EE92}"/>
              </a:ext>
            </a:extLst>
          </p:cNvPr>
          <p:cNvSpPr>
            <a:spLocks noGrp="1"/>
          </p:cNvSpPr>
          <p:nvPr/>
        </p:nvSpPr>
        <p:spPr>
          <a:xfrm>
            <a:off x="608656" y="-229210"/>
            <a:ext cx="219934" cy="199964"/>
          </a:xfrm>
          <a:custGeom>
            <a:avLst/>
            <a:gdLst/>
            <a:ahLst/>
            <a:cxnLst/>
            <a:rect l="l" t="t" r="r" b="b"/>
            <a:pathLst>
              <a:path w="2489" h="2263">
                <a:moveTo>
                  <a:pt x="2489" y="0"/>
                </a:moveTo>
                <a:lnTo>
                  <a:pt x="2489" y="0"/>
                </a:lnTo>
                <a:cubicBezTo>
                  <a:pt x="2131" y="393"/>
                  <a:pt x="1727" y="751"/>
                  <a:pt x="1286" y="1036"/>
                </a:cubicBezTo>
                <a:cubicBezTo>
                  <a:pt x="798" y="1370"/>
                  <a:pt x="357" y="1786"/>
                  <a:pt x="0" y="2263"/>
                </a:cubicBezTo>
                <a:cubicBezTo>
                  <a:pt x="250" y="2048"/>
                  <a:pt x="941" y="2120"/>
                  <a:pt x="1572" y="1584"/>
                </a:cubicBezTo>
                <a:cubicBezTo>
                  <a:pt x="2191" y="1036"/>
                  <a:pt x="2489" y="1"/>
                  <a:pt x="2489" y="0"/>
                </a:cubicBezTo>
                <a:close/>
              </a:path>
            </a:pathLst>
          </a:custGeom>
          <a:solidFill>
            <a:srgbClr val="1E3D28">
              <a:alpha val="53130"/>
            </a:srgbClr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9" name="Google Shape;1109;p14">
            <a:extLst>
              <a:ext uri="{FF2B5EF4-FFF2-40B4-BE49-F238E27FC236}">
                <a16:creationId xmlns:a16="http://schemas.microsoft.com/office/drawing/2014/main" id="{8622EF15-452A-46AB-BD8F-63DD508D05EB}"/>
              </a:ext>
            </a:extLst>
          </p:cNvPr>
          <p:cNvSpPr>
            <a:spLocks noGrp="1"/>
          </p:cNvSpPr>
          <p:nvPr/>
        </p:nvSpPr>
        <p:spPr>
          <a:xfrm>
            <a:off x="590719" y="-79789"/>
            <a:ext cx="271538" cy="186268"/>
          </a:xfrm>
          <a:custGeom>
            <a:avLst/>
            <a:gdLst/>
            <a:ahLst/>
            <a:cxnLst/>
            <a:rect l="l" t="t" r="r" b="b"/>
            <a:pathLst>
              <a:path w="3073" h="2108">
                <a:moveTo>
                  <a:pt x="3073" y="0"/>
                </a:moveTo>
                <a:cubicBezTo>
                  <a:pt x="2620" y="393"/>
                  <a:pt x="2120" y="714"/>
                  <a:pt x="1584" y="965"/>
                </a:cubicBezTo>
                <a:cubicBezTo>
                  <a:pt x="1001" y="1250"/>
                  <a:pt x="465" y="1643"/>
                  <a:pt x="1" y="2108"/>
                </a:cubicBezTo>
                <a:cubicBezTo>
                  <a:pt x="310" y="1917"/>
                  <a:pt x="1060" y="2096"/>
                  <a:pt x="1822" y="1596"/>
                </a:cubicBezTo>
                <a:cubicBezTo>
                  <a:pt x="2573" y="1096"/>
                  <a:pt x="3073" y="0"/>
                  <a:pt x="3073" y="0"/>
                </a:cubicBezTo>
                <a:close/>
              </a:path>
            </a:pathLst>
          </a:custGeom>
          <a:solidFill>
            <a:srgbClr val="1E3D28">
              <a:alpha val="53130"/>
            </a:srgbClr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0" name="Google Shape;1110;p14">
            <a:extLst>
              <a:ext uri="{FF2B5EF4-FFF2-40B4-BE49-F238E27FC236}">
                <a16:creationId xmlns:a16="http://schemas.microsoft.com/office/drawing/2014/main" id="{5CFF5058-499B-4CD2-AE57-D3D55DA25078}"/>
              </a:ext>
            </a:extLst>
          </p:cNvPr>
          <p:cNvSpPr>
            <a:spLocks noGrp="1"/>
          </p:cNvSpPr>
          <p:nvPr/>
        </p:nvSpPr>
        <p:spPr>
          <a:xfrm>
            <a:off x="591779" y="68484"/>
            <a:ext cx="319961" cy="152690"/>
          </a:xfrm>
          <a:custGeom>
            <a:avLst/>
            <a:gdLst/>
            <a:ahLst/>
            <a:cxnLst/>
            <a:rect l="l" t="t" r="r" b="b"/>
            <a:pathLst>
              <a:path w="3621" h="1728">
                <a:moveTo>
                  <a:pt x="3620" y="1"/>
                </a:moveTo>
                <a:cubicBezTo>
                  <a:pt x="3084" y="334"/>
                  <a:pt x="2501" y="596"/>
                  <a:pt x="1882" y="775"/>
                </a:cubicBezTo>
                <a:cubicBezTo>
                  <a:pt x="1203" y="977"/>
                  <a:pt x="572" y="1311"/>
                  <a:pt x="1" y="1727"/>
                </a:cubicBezTo>
                <a:cubicBezTo>
                  <a:pt x="85" y="1688"/>
                  <a:pt x="192" y="1677"/>
                  <a:pt x="318" y="1677"/>
                </a:cubicBezTo>
                <a:cubicBezTo>
                  <a:pt x="499" y="1677"/>
                  <a:pt x="719" y="1700"/>
                  <a:pt x="966" y="1700"/>
                </a:cubicBezTo>
                <a:cubicBezTo>
                  <a:pt x="1279" y="1700"/>
                  <a:pt x="1636" y="1662"/>
                  <a:pt x="2013" y="1489"/>
                </a:cubicBezTo>
                <a:cubicBezTo>
                  <a:pt x="2906" y="1072"/>
                  <a:pt x="3620" y="1"/>
                  <a:pt x="3620" y="1"/>
                </a:cubicBezTo>
                <a:close/>
              </a:path>
            </a:pathLst>
          </a:custGeom>
          <a:solidFill>
            <a:srgbClr val="1E3D28">
              <a:alpha val="53130"/>
            </a:srgbClr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1" name="Google Shape;1111;p14">
            <a:extLst>
              <a:ext uri="{FF2B5EF4-FFF2-40B4-BE49-F238E27FC236}">
                <a16:creationId xmlns:a16="http://schemas.microsoft.com/office/drawing/2014/main" id="{EFC4E5EB-89CB-450B-AE24-2FBAFFBA3F73}"/>
              </a:ext>
            </a:extLst>
          </p:cNvPr>
          <p:cNvSpPr>
            <a:spLocks noGrp="1"/>
          </p:cNvSpPr>
          <p:nvPr/>
        </p:nvSpPr>
        <p:spPr>
          <a:xfrm>
            <a:off x="590719" y="214724"/>
            <a:ext cx="370416" cy="130069"/>
          </a:xfrm>
          <a:custGeom>
            <a:avLst/>
            <a:gdLst/>
            <a:ahLst/>
            <a:cxnLst/>
            <a:rect l="l" t="t" r="r" b="b"/>
            <a:pathLst>
              <a:path w="4192" h="1472">
                <a:moveTo>
                  <a:pt x="4192" y="1"/>
                </a:moveTo>
                <a:lnTo>
                  <a:pt x="4192" y="1"/>
                </a:lnTo>
                <a:cubicBezTo>
                  <a:pt x="3549" y="287"/>
                  <a:pt x="2882" y="477"/>
                  <a:pt x="2192" y="572"/>
                </a:cubicBezTo>
                <a:cubicBezTo>
                  <a:pt x="1418" y="703"/>
                  <a:pt x="679" y="953"/>
                  <a:pt x="1" y="1322"/>
                </a:cubicBezTo>
                <a:cubicBezTo>
                  <a:pt x="49" y="1308"/>
                  <a:pt x="102" y="1302"/>
                  <a:pt x="160" y="1302"/>
                </a:cubicBezTo>
                <a:cubicBezTo>
                  <a:pt x="473" y="1302"/>
                  <a:pt x="934" y="1471"/>
                  <a:pt x="1502" y="1471"/>
                </a:cubicBezTo>
                <a:cubicBezTo>
                  <a:pt x="1728" y="1471"/>
                  <a:pt x="1970" y="1445"/>
                  <a:pt x="2227" y="1370"/>
                </a:cubicBezTo>
                <a:cubicBezTo>
                  <a:pt x="3251" y="1061"/>
                  <a:pt x="4192" y="1"/>
                  <a:pt x="4192" y="1"/>
                </a:cubicBezTo>
                <a:close/>
              </a:path>
            </a:pathLst>
          </a:custGeom>
          <a:solidFill>
            <a:srgbClr val="1E3D28">
              <a:alpha val="53130"/>
            </a:srgbClr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2" name="Google Shape;1112;p14">
            <a:extLst>
              <a:ext uri="{FF2B5EF4-FFF2-40B4-BE49-F238E27FC236}">
                <a16:creationId xmlns:a16="http://schemas.microsoft.com/office/drawing/2014/main" id="{881E2843-8C34-47D6-A788-F020DD4DDC6B}"/>
              </a:ext>
            </a:extLst>
          </p:cNvPr>
          <p:cNvSpPr>
            <a:spLocks noGrp="1"/>
          </p:cNvSpPr>
          <p:nvPr/>
        </p:nvSpPr>
        <p:spPr>
          <a:xfrm>
            <a:off x="594960" y="360964"/>
            <a:ext cx="401961" cy="120615"/>
          </a:xfrm>
          <a:custGeom>
            <a:avLst/>
            <a:gdLst/>
            <a:ahLst/>
            <a:cxnLst/>
            <a:rect l="l" t="t" r="r" b="b"/>
            <a:pathLst>
              <a:path w="4549" h="1365">
                <a:moveTo>
                  <a:pt x="4549" y="1"/>
                </a:moveTo>
                <a:cubicBezTo>
                  <a:pt x="3846" y="251"/>
                  <a:pt x="3120" y="406"/>
                  <a:pt x="2382" y="465"/>
                </a:cubicBezTo>
                <a:cubicBezTo>
                  <a:pt x="1548" y="537"/>
                  <a:pt x="751" y="751"/>
                  <a:pt x="0" y="1096"/>
                </a:cubicBezTo>
                <a:cubicBezTo>
                  <a:pt x="37" y="1088"/>
                  <a:pt x="76" y="1085"/>
                  <a:pt x="118" y="1085"/>
                </a:cubicBezTo>
                <a:cubicBezTo>
                  <a:pt x="487" y="1085"/>
                  <a:pt x="1035" y="1365"/>
                  <a:pt x="1759" y="1365"/>
                </a:cubicBezTo>
                <a:cubicBezTo>
                  <a:pt x="1947" y="1365"/>
                  <a:pt x="2146" y="1346"/>
                  <a:pt x="2358" y="1299"/>
                </a:cubicBezTo>
                <a:cubicBezTo>
                  <a:pt x="3477" y="1060"/>
                  <a:pt x="4549" y="1"/>
                  <a:pt x="4549" y="1"/>
                </a:cubicBezTo>
                <a:close/>
              </a:path>
            </a:pathLst>
          </a:custGeom>
          <a:solidFill>
            <a:srgbClr val="1E3D28">
              <a:alpha val="53130"/>
            </a:srgbClr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3" name="Google Shape;1113;p14">
            <a:extLst>
              <a:ext uri="{FF2B5EF4-FFF2-40B4-BE49-F238E27FC236}">
                <a16:creationId xmlns:a16="http://schemas.microsoft.com/office/drawing/2014/main" id="{50D8FEDD-B19D-4E2D-A2DB-76AC90EB4579}"/>
              </a:ext>
            </a:extLst>
          </p:cNvPr>
          <p:cNvSpPr>
            <a:spLocks noGrp="1"/>
          </p:cNvSpPr>
          <p:nvPr/>
        </p:nvSpPr>
        <p:spPr>
          <a:xfrm>
            <a:off x="561294" y="551916"/>
            <a:ext cx="434567" cy="81647"/>
          </a:xfrm>
          <a:custGeom>
            <a:avLst/>
            <a:gdLst/>
            <a:ahLst/>
            <a:cxnLst/>
            <a:rect l="l" t="t" r="r" b="b"/>
            <a:pathLst>
              <a:path w="4918" h="924">
                <a:moveTo>
                  <a:pt x="1772" y="0"/>
                </a:moveTo>
                <a:cubicBezTo>
                  <a:pt x="817" y="0"/>
                  <a:pt x="0" y="197"/>
                  <a:pt x="0" y="197"/>
                </a:cubicBezTo>
                <a:cubicBezTo>
                  <a:pt x="473" y="197"/>
                  <a:pt x="1180" y="924"/>
                  <a:pt x="2365" y="924"/>
                </a:cubicBezTo>
                <a:cubicBezTo>
                  <a:pt x="2374" y="924"/>
                  <a:pt x="2384" y="924"/>
                  <a:pt x="2394" y="924"/>
                </a:cubicBezTo>
                <a:cubicBezTo>
                  <a:pt x="3584" y="912"/>
                  <a:pt x="4918" y="43"/>
                  <a:pt x="4918" y="42"/>
                </a:cubicBezTo>
                <a:lnTo>
                  <a:pt x="4918" y="42"/>
                </a:lnTo>
                <a:cubicBezTo>
                  <a:pt x="4521" y="104"/>
                  <a:pt x="4120" y="133"/>
                  <a:pt x="3720" y="133"/>
                </a:cubicBezTo>
                <a:cubicBezTo>
                  <a:pt x="3340" y="133"/>
                  <a:pt x="2961" y="107"/>
                  <a:pt x="2584" y="54"/>
                </a:cubicBezTo>
                <a:cubicBezTo>
                  <a:pt x="2312" y="16"/>
                  <a:pt x="2037" y="0"/>
                  <a:pt x="1772" y="0"/>
                </a:cubicBezTo>
                <a:close/>
              </a:path>
            </a:pathLst>
          </a:custGeom>
          <a:solidFill>
            <a:srgbClr val="1E3D28">
              <a:alpha val="53130"/>
            </a:srgbClr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4" name="Google Shape;1114;p14">
            <a:extLst>
              <a:ext uri="{FF2B5EF4-FFF2-40B4-BE49-F238E27FC236}">
                <a16:creationId xmlns:a16="http://schemas.microsoft.com/office/drawing/2014/main" id="{9CFBB2BC-FF1D-46AF-931B-ADA656B26A01}"/>
              </a:ext>
            </a:extLst>
          </p:cNvPr>
          <p:cNvSpPr>
            <a:spLocks noGrp="1"/>
          </p:cNvSpPr>
          <p:nvPr/>
        </p:nvSpPr>
        <p:spPr>
          <a:xfrm>
            <a:off x="557052" y="733767"/>
            <a:ext cx="485111" cy="101617"/>
          </a:xfrm>
          <a:custGeom>
            <a:avLst/>
            <a:gdLst/>
            <a:ahLst/>
            <a:cxnLst/>
            <a:rect l="l" t="t" r="r" b="b"/>
            <a:pathLst>
              <a:path w="5490" h="1150">
                <a:moveTo>
                  <a:pt x="1151" y="0"/>
                </a:moveTo>
                <a:cubicBezTo>
                  <a:pt x="483" y="0"/>
                  <a:pt x="1" y="68"/>
                  <a:pt x="1" y="68"/>
                </a:cubicBezTo>
                <a:cubicBezTo>
                  <a:pt x="549" y="116"/>
                  <a:pt x="1251" y="1021"/>
                  <a:pt x="2584" y="1140"/>
                </a:cubicBezTo>
                <a:cubicBezTo>
                  <a:pt x="2667" y="1146"/>
                  <a:pt x="2751" y="1149"/>
                  <a:pt x="2835" y="1149"/>
                </a:cubicBezTo>
                <a:cubicBezTo>
                  <a:pt x="4107" y="1149"/>
                  <a:pt x="5490" y="437"/>
                  <a:pt x="5490" y="437"/>
                </a:cubicBezTo>
                <a:lnTo>
                  <a:pt x="5490" y="437"/>
                </a:lnTo>
                <a:cubicBezTo>
                  <a:pt x="5359" y="443"/>
                  <a:pt x="5229" y="445"/>
                  <a:pt x="5099" y="445"/>
                </a:cubicBezTo>
                <a:cubicBezTo>
                  <a:pt x="4360" y="445"/>
                  <a:pt x="3624" y="359"/>
                  <a:pt x="2906" y="187"/>
                </a:cubicBezTo>
                <a:cubicBezTo>
                  <a:pt x="2302" y="41"/>
                  <a:pt x="1670" y="0"/>
                  <a:pt x="1151" y="0"/>
                </a:cubicBezTo>
                <a:close/>
              </a:path>
            </a:pathLst>
          </a:custGeom>
          <a:solidFill>
            <a:srgbClr val="1E3D28">
              <a:alpha val="53130"/>
            </a:srgbClr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5" name="Google Shape;1115;p14">
            <a:extLst>
              <a:ext uri="{FF2B5EF4-FFF2-40B4-BE49-F238E27FC236}">
                <a16:creationId xmlns:a16="http://schemas.microsoft.com/office/drawing/2014/main" id="{B3C5C30F-D497-4FAC-AAEE-CA28A90D3E9F}"/>
              </a:ext>
            </a:extLst>
          </p:cNvPr>
          <p:cNvSpPr>
            <a:spLocks noGrp="1"/>
          </p:cNvSpPr>
          <p:nvPr/>
        </p:nvSpPr>
        <p:spPr>
          <a:xfrm>
            <a:off x="539203" y="896442"/>
            <a:ext cx="511354" cy="137934"/>
          </a:xfrm>
          <a:custGeom>
            <a:avLst/>
            <a:gdLst/>
            <a:ahLst/>
            <a:cxnLst/>
            <a:rect l="l" t="t" r="r" b="b"/>
            <a:pathLst>
              <a:path w="5787" h="1561">
                <a:moveTo>
                  <a:pt x="31" y="1"/>
                </a:moveTo>
                <a:cubicBezTo>
                  <a:pt x="11" y="1"/>
                  <a:pt x="0" y="1"/>
                  <a:pt x="0" y="1"/>
                </a:cubicBezTo>
                <a:cubicBezTo>
                  <a:pt x="560" y="120"/>
                  <a:pt x="1191" y="1180"/>
                  <a:pt x="2596" y="1477"/>
                </a:cubicBezTo>
                <a:cubicBezTo>
                  <a:pt x="2865" y="1537"/>
                  <a:pt x="3147" y="1561"/>
                  <a:pt x="3428" y="1561"/>
                </a:cubicBezTo>
                <a:cubicBezTo>
                  <a:pt x="4618" y="1561"/>
                  <a:pt x="5787" y="1132"/>
                  <a:pt x="5787" y="1132"/>
                </a:cubicBezTo>
                <a:cubicBezTo>
                  <a:pt x="4858" y="1061"/>
                  <a:pt x="3941" y="858"/>
                  <a:pt x="3060" y="525"/>
                </a:cubicBezTo>
                <a:cubicBezTo>
                  <a:pt x="1757" y="21"/>
                  <a:pt x="262" y="1"/>
                  <a:pt x="31" y="1"/>
                </a:cubicBezTo>
                <a:close/>
              </a:path>
            </a:pathLst>
          </a:custGeom>
          <a:solidFill>
            <a:srgbClr val="1E3D28">
              <a:alpha val="53130"/>
            </a:srgbClr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6" name="Google Shape;1116;p14">
            <a:extLst>
              <a:ext uri="{FF2B5EF4-FFF2-40B4-BE49-F238E27FC236}">
                <a16:creationId xmlns:a16="http://schemas.microsoft.com/office/drawing/2014/main" id="{65AEEE5A-EBAB-4C71-BBDE-AA4D5AA2B665}"/>
              </a:ext>
            </a:extLst>
          </p:cNvPr>
          <p:cNvSpPr>
            <a:spLocks noGrp="1"/>
          </p:cNvSpPr>
          <p:nvPr/>
        </p:nvSpPr>
        <p:spPr>
          <a:xfrm>
            <a:off x="513931" y="1103741"/>
            <a:ext cx="529292" cy="206591"/>
          </a:xfrm>
          <a:custGeom>
            <a:avLst/>
            <a:gdLst/>
            <a:ahLst/>
            <a:cxnLst/>
            <a:rect l="l" t="t" r="r" b="b"/>
            <a:pathLst>
              <a:path w="5990" h="2338">
                <a:moveTo>
                  <a:pt x="1" y="1"/>
                </a:moveTo>
                <a:lnTo>
                  <a:pt x="1" y="1"/>
                </a:lnTo>
                <a:cubicBezTo>
                  <a:pt x="572" y="239"/>
                  <a:pt x="1072" y="1465"/>
                  <a:pt x="2525" y="2037"/>
                </a:cubicBezTo>
                <a:cubicBezTo>
                  <a:pt x="3129" y="2269"/>
                  <a:pt x="3830" y="2337"/>
                  <a:pt x="4443" y="2337"/>
                </a:cubicBezTo>
                <a:cubicBezTo>
                  <a:pt x="5303" y="2337"/>
                  <a:pt x="5990" y="2203"/>
                  <a:pt x="5990" y="2203"/>
                </a:cubicBezTo>
                <a:cubicBezTo>
                  <a:pt x="5001" y="1965"/>
                  <a:pt x="4061" y="1584"/>
                  <a:pt x="3180" y="1084"/>
                </a:cubicBezTo>
                <a:cubicBezTo>
                  <a:pt x="1763" y="263"/>
                  <a:pt x="1" y="1"/>
                  <a:pt x="1" y="1"/>
                </a:cubicBezTo>
                <a:close/>
              </a:path>
            </a:pathLst>
          </a:custGeom>
          <a:solidFill>
            <a:srgbClr val="1E3D28">
              <a:alpha val="53130"/>
            </a:srgbClr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7" name="Google Shape;1117;p14">
            <a:extLst>
              <a:ext uri="{FF2B5EF4-FFF2-40B4-BE49-F238E27FC236}">
                <a16:creationId xmlns:a16="http://schemas.microsoft.com/office/drawing/2014/main" id="{A0DCD1AD-72BA-47C5-AEC4-5C6EC47FDADB}"/>
              </a:ext>
            </a:extLst>
          </p:cNvPr>
          <p:cNvSpPr>
            <a:spLocks noGrp="1"/>
          </p:cNvSpPr>
          <p:nvPr/>
        </p:nvSpPr>
        <p:spPr>
          <a:xfrm>
            <a:off x="479205" y="1326768"/>
            <a:ext cx="587170" cy="227975"/>
          </a:xfrm>
          <a:custGeom>
            <a:avLst/>
            <a:gdLst/>
            <a:ahLst/>
            <a:cxnLst/>
            <a:rect l="l" t="t" r="r" b="b"/>
            <a:pathLst>
              <a:path w="6645" h="2580">
                <a:moveTo>
                  <a:pt x="1" y="1"/>
                </a:moveTo>
                <a:lnTo>
                  <a:pt x="1" y="1"/>
                </a:lnTo>
                <a:cubicBezTo>
                  <a:pt x="656" y="251"/>
                  <a:pt x="1191" y="1620"/>
                  <a:pt x="2799" y="2239"/>
                </a:cubicBezTo>
                <a:cubicBezTo>
                  <a:pt x="3474" y="2502"/>
                  <a:pt x="4256" y="2579"/>
                  <a:pt x="4937" y="2579"/>
                </a:cubicBezTo>
                <a:cubicBezTo>
                  <a:pt x="5889" y="2579"/>
                  <a:pt x="6644" y="2430"/>
                  <a:pt x="6644" y="2430"/>
                </a:cubicBezTo>
                <a:cubicBezTo>
                  <a:pt x="5549" y="2168"/>
                  <a:pt x="4501" y="1751"/>
                  <a:pt x="3537" y="1191"/>
                </a:cubicBezTo>
                <a:cubicBezTo>
                  <a:pt x="1953" y="287"/>
                  <a:pt x="1" y="1"/>
                  <a:pt x="1" y="1"/>
                </a:cubicBezTo>
                <a:close/>
              </a:path>
            </a:pathLst>
          </a:custGeom>
          <a:solidFill>
            <a:srgbClr val="1E3D28">
              <a:alpha val="53130"/>
            </a:srgbClr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8" name="Google Shape;1118;p14">
            <a:extLst>
              <a:ext uri="{FF2B5EF4-FFF2-40B4-BE49-F238E27FC236}">
                <a16:creationId xmlns:a16="http://schemas.microsoft.com/office/drawing/2014/main" id="{E798FA0A-6870-462C-8854-51B7D15D8028}"/>
              </a:ext>
            </a:extLst>
          </p:cNvPr>
          <p:cNvSpPr>
            <a:spLocks noGrp="1"/>
          </p:cNvSpPr>
          <p:nvPr/>
        </p:nvSpPr>
        <p:spPr>
          <a:xfrm>
            <a:off x="470810" y="1544582"/>
            <a:ext cx="539807" cy="269947"/>
          </a:xfrm>
          <a:custGeom>
            <a:avLst/>
            <a:gdLst/>
            <a:ahLst/>
            <a:cxnLst/>
            <a:rect l="l" t="t" r="r" b="b"/>
            <a:pathLst>
              <a:path w="6109" h="3055">
                <a:moveTo>
                  <a:pt x="1" y="0"/>
                </a:moveTo>
                <a:lnTo>
                  <a:pt x="1" y="0"/>
                </a:lnTo>
                <a:cubicBezTo>
                  <a:pt x="596" y="310"/>
                  <a:pt x="965" y="1679"/>
                  <a:pt x="2441" y="2453"/>
                </a:cubicBezTo>
                <a:cubicBezTo>
                  <a:pt x="3446" y="2972"/>
                  <a:pt x="4783" y="3055"/>
                  <a:pt x="5533" y="3055"/>
                </a:cubicBezTo>
                <a:cubicBezTo>
                  <a:pt x="5885" y="3055"/>
                  <a:pt x="6108" y="3036"/>
                  <a:pt x="6108" y="3036"/>
                </a:cubicBezTo>
                <a:cubicBezTo>
                  <a:pt x="5084" y="2667"/>
                  <a:pt x="4132" y="2155"/>
                  <a:pt x="3251" y="1524"/>
                </a:cubicBezTo>
                <a:cubicBezTo>
                  <a:pt x="1846" y="489"/>
                  <a:pt x="1" y="0"/>
                  <a:pt x="1" y="0"/>
                </a:cubicBezTo>
                <a:close/>
              </a:path>
            </a:pathLst>
          </a:custGeom>
          <a:solidFill>
            <a:srgbClr val="1E3D28">
              <a:alpha val="53130"/>
            </a:srgbClr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9" name="Google Shape;1119;p14">
            <a:extLst>
              <a:ext uri="{FF2B5EF4-FFF2-40B4-BE49-F238E27FC236}">
                <a16:creationId xmlns:a16="http://schemas.microsoft.com/office/drawing/2014/main" id="{7A4CBB2C-75D9-4076-8AFB-1D4F5CE8993E}"/>
              </a:ext>
            </a:extLst>
          </p:cNvPr>
          <p:cNvSpPr>
            <a:spLocks noGrp="1"/>
          </p:cNvSpPr>
          <p:nvPr/>
        </p:nvSpPr>
        <p:spPr>
          <a:xfrm>
            <a:off x="432903" y="1751793"/>
            <a:ext cx="429354" cy="299991"/>
          </a:xfrm>
          <a:custGeom>
            <a:avLst/>
            <a:gdLst/>
            <a:ahLst/>
            <a:cxnLst/>
            <a:rect l="l" t="t" r="r" b="b"/>
            <a:pathLst>
              <a:path w="4859" h="3395">
                <a:moveTo>
                  <a:pt x="1" y="1"/>
                </a:moveTo>
                <a:cubicBezTo>
                  <a:pt x="477" y="346"/>
                  <a:pt x="620" y="1572"/>
                  <a:pt x="1787" y="2418"/>
                </a:cubicBezTo>
                <a:cubicBezTo>
                  <a:pt x="2954" y="3275"/>
                  <a:pt x="4859" y="3394"/>
                  <a:pt x="4859" y="3394"/>
                </a:cubicBezTo>
                <a:cubicBezTo>
                  <a:pt x="4025" y="2954"/>
                  <a:pt x="3275" y="2394"/>
                  <a:pt x="2608" y="1727"/>
                </a:cubicBezTo>
                <a:cubicBezTo>
                  <a:pt x="1525" y="656"/>
                  <a:pt x="1" y="1"/>
                  <a:pt x="1" y="1"/>
                </a:cubicBezTo>
                <a:close/>
              </a:path>
            </a:pathLst>
          </a:custGeom>
          <a:solidFill>
            <a:srgbClr val="1E3D28">
              <a:alpha val="53130"/>
            </a:srgbClr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0" name="Google Shape;1120;p14">
            <a:extLst>
              <a:ext uri="{FF2B5EF4-FFF2-40B4-BE49-F238E27FC236}">
                <a16:creationId xmlns:a16="http://schemas.microsoft.com/office/drawing/2014/main" id="{A68F01BA-E272-4F08-B632-DA1E0BDAC2C3}"/>
              </a:ext>
            </a:extLst>
          </p:cNvPr>
          <p:cNvSpPr>
            <a:spLocks noGrp="1"/>
          </p:cNvSpPr>
          <p:nvPr/>
        </p:nvSpPr>
        <p:spPr>
          <a:xfrm>
            <a:off x="387661" y="2020062"/>
            <a:ext cx="294689" cy="278960"/>
          </a:xfrm>
          <a:custGeom>
            <a:avLst/>
            <a:gdLst/>
            <a:ahLst/>
            <a:cxnLst/>
            <a:rect l="l" t="t" r="r" b="b"/>
            <a:pathLst>
              <a:path w="3335" h="3157">
                <a:moveTo>
                  <a:pt x="1" y="1"/>
                </a:moveTo>
                <a:cubicBezTo>
                  <a:pt x="322" y="322"/>
                  <a:pt x="310" y="1287"/>
                  <a:pt x="1096" y="2061"/>
                </a:cubicBezTo>
                <a:cubicBezTo>
                  <a:pt x="1894" y="2847"/>
                  <a:pt x="3335" y="3156"/>
                  <a:pt x="3335" y="3156"/>
                </a:cubicBezTo>
                <a:cubicBezTo>
                  <a:pt x="2751" y="2716"/>
                  <a:pt x="2227" y="2204"/>
                  <a:pt x="1787" y="1632"/>
                </a:cubicBezTo>
                <a:cubicBezTo>
                  <a:pt x="1287" y="989"/>
                  <a:pt x="680" y="441"/>
                  <a:pt x="1" y="1"/>
                </a:cubicBezTo>
                <a:close/>
              </a:path>
            </a:pathLst>
          </a:custGeom>
          <a:solidFill>
            <a:srgbClr val="1E3D28">
              <a:alpha val="53130"/>
            </a:srgbClr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1" name="Google Shape;1121;p14">
            <a:extLst>
              <a:ext uri="{FF2B5EF4-FFF2-40B4-BE49-F238E27FC236}">
                <a16:creationId xmlns:a16="http://schemas.microsoft.com/office/drawing/2014/main" id="{74B4524E-FA7D-4D7D-8505-09C0A64F3BF7}"/>
              </a:ext>
            </a:extLst>
          </p:cNvPr>
          <p:cNvSpPr>
            <a:spLocks noGrp="1"/>
          </p:cNvSpPr>
          <p:nvPr/>
        </p:nvSpPr>
        <p:spPr>
          <a:xfrm>
            <a:off x="357176" y="-185029"/>
            <a:ext cx="212600" cy="251568"/>
          </a:xfrm>
          <a:custGeom>
            <a:avLst/>
            <a:gdLst/>
            <a:ahLst/>
            <a:cxnLst/>
            <a:rect l="l" t="t" r="r" b="b"/>
            <a:pathLst>
              <a:path w="2406" h="2847">
                <a:moveTo>
                  <a:pt x="1" y="0"/>
                </a:moveTo>
                <a:lnTo>
                  <a:pt x="1" y="0"/>
                </a:lnTo>
                <a:cubicBezTo>
                  <a:pt x="1" y="1"/>
                  <a:pt x="191" y="1191"/>
                  <a:pt x="786" y="1870"/>
                </a:cubicBezTo>
                <a:cubicBezTo>
                  <a:pt x="1394" y="2548"/>
                  <a:pt x="2168" y="2572"/>
                  <a:pt x="2406" y="2846"/>
                </a:cubicBezTo>
                <a:cubicBezTo>
                  <a:pt x="2084" y="2275"/>
                  <a:pt x="1668" y="1751"/>
                  <a:pt x="1167" y="1322"/>
                </a:cubicBezTo>
                <a:cubicBezTo>
                  <a:pt x="715" y="941"/>
                  <a:pt x="322" y="501"/>
                  <a:pt x="1" y="0"/>
                </a:cubicBezTo>
                <a:close/>
              </a:path>
            </a:pathLst>
          </a:custGeom>
          <a:solidFill>
            <a:srgbClr val="1E3D28">
              <a:alpha val="53130"/>
            </a:srgbClr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2" name="Google Shape;1122;p14">
            <a:extLst>
              <a:ext uri="{FF2B5EF4-FFF2-40B4-BE49-F238E27FC236}">
                <a16:creationId xmlns:a16="http://schemas.microsoft.com/office/drawing/2014/main" id="{F962A18B-FC9C-4434-B7E0-69A30427A056}"/>
              </a:ext>
            </a:extLst>
          </p:cNvPr>
          <p:cNvSpPr>
            <a:spLocks noGrp="1"/>
          </p:cNvSpPr>
          <p:nvPr/>
        </p:nvSpPr>
        <p:spPr>
          <a:xfrm>
            <a:off x="281449" y="-46122"/>
            <a:ext cx="269417" cy="231510"/>
          </a:xfrm>
          <a:custGeom>
            <a:avLst/>
            <a:gdLst/>
            <a:ahLst/>
            <a:cxnLst/>
            <a:rect l="l" t="t" r="r" b="b"/>
            <a:pathLst>
              <a:path w="3049" h="2620">
                <a:moveTo>
                  <a:pt x="0" y="0"/>
                </a:moveTo>
                <a:cubicBezTo>
                  <a:pt x="0" y="0"/>
                  <a:pt x="405" y="1238"/>
                  <a:pt x="1155" y="1857"/>
                </a:cubicBezTo>
                <a:cubicBezTo>
                  <a:pt x="1917" y="2477"/>
                  <a:pt x="2739" y="2369"/>
                  <a:pt x="3048" y="2619"/>
                </a:cubicBezTo>
                <a:cubicBezTo>
                  <a:pt x="2608" y="2072"/>
                  <a:pt x="2072" y="1584"/>
                  <a:pt x="1477" y="1203"/>
                </a:cubicBezTo>
                <a:cubicBezTo>
                  <a:pt x="929" y="881"/>
                  <a:pt x="429" y="476"/>
                  <a:pt x="0" y="0"/>
                </a:cubicBezTo>
                <a:close/>
              </a:path>
            </a:pathLst>
          </a:custGeom>
          <a:solidFill>
            <a:srgbClr val="1E3D28">
              <a:alpha val="53130"/>
            </a:srgbClr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3" name="Google Shape;1123;p14">
            <a:extLst>
              <a:ext uri="{FF2B5EF4-FFF2-40B4-BE49-F238E27FC236}">
                <a16:creationId xmlns:a16="http://schemas.microsoft.com/office/drawing/2014/main" id="{42CB7407-1B05-45DE-9661-01F785FA81AD}"/>
              </a:ext>
            </a:extLst>
          </p:cNvPr>
          <p:cNvSpPr>
            <a:spLocks noGrp="1"/>
          </p:cNvSpPr>
          <p:nvPr/>
        </p:nvSpPr>
        <p:spPr>
          <a:xfrm>
            <a:off x="202541" y="89603"/>
            <a:ext cx="327295" cy="211540"/>
          </a:xfrm>
          <a:custGeom>
            <a:avLst/>
            <a:gdLst/>
            <a:ahLst/>
            <a:cxnLst/>
            <a:rect l="l" t="t" r="r" b="b"/>
            <a:pathLst>
              <a:path w="3704" h="2394">
                <a:moveTo>
                  <a:pt x="0" y="0"/>
                </a:moveTo>
                <a:cubicBezTo>
                  <a:pt x="1" y="0"/>
                  <a:pt x="620" y="1274"/>
                  <a:pt x="1536" y="1834"/>
                </a:cubicBezTo>
                <a:cubicBezTo>
                  <a:pt x="2453" y="2393"/>
                  <a:pt x="3334" y="2143"/>
                  <a:pt x="3703" y="2369"/>
                </a:cubicBezTo>
                <a:cubicBezTo>
                  <a:pt x="3144" y="1834"/>
                  <a:pt x="2489" y="1405"/>
                  <a:pt x="1786" y="1083"/>
                </a:cubicBezTo>
                <a:cubicBezTo>
                  <a:pt x="1143" y="810"/>
                  <a:pt x="536" y="441"/>
                  <a:pt x="0" y="0"/>
                </a:cubicBezTo>
                <a:close/>
              </a:path>
            </a:pathLst>
          </a:custGeom>
          <a:solidFill>
            <a:srgbClr val="1E3D28">
              <a:alpha val="53130"/>
            </a:srgbClr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4" name="Google Shape;1124;p14">
            <a:extLst>
              <a:ext uri="{FF2B5EF4-FFF2-40B4-BE49-F238E27FC236}">
                <a16:creationId xmlns:a16="http://schemas.microsoft.com/office/drawing/2014/main" id="{90698578-BE28-44C2-9B9A-5FBD75EE7571}"/>
              </a:ext>
            </a:extLst>
          </p:cNvPr>
          <p:cNvSpPr>
            <a:spLocks noGrp="1"/>
          </p:cNvSpPr>
          <p:nvPr/>
        </p:nvSpPr>
        <p:spPr>
          <a:xfrm>
            <a:off x="147845" y="248390"/>
            <a:ext cx="362993" cy="208447"/>
          </a:xfrm>
          <a:custGeom>
            <a:avLst/>
            <a:gdLst/>
            <a:ahLst/>
            <a:cxnLst/>
            <a:rect l="l" t="t" r="r" b="b"/>
            <a:pathLst>
              <a:path w="4108" h="2359">
                <a:moveTo>
                  <a:pt x="0" y="1"/>
                </a:moveTo>
                <a:cubicBezTo>
                  <a:pt x="0" y="1"/>
                  <a:pt x="750" y="1299"/>
                  <a:pt x="1762" y="1834"/>
                </a:cubicBezTo>
                <a:cubicBezTo>
                  <a:pt x="2774" y="2358"/>
                  <a:pt x="3691" y="2037"/>
                  <a:pt x="4108" y="2239"/>
                </a:cubicBezTo>
                <a:cubicBezTo>
                  <a:pt x="3465" y="1715"/>
                  <a:pt x="2739" y="1299"/>
                  <a:pt x="1965" y="1013"/>
                </a:cubicBezTo>
                <a:cubicBezTo>
                  <a:pt x="1262" y="763"/>
                  <a:pt x="608" y="429"/>
                  <a:pt x="0" y="1"/>
                </a:cubicBezTo>
                <a:close/>
              </a:path>
            </a:pathLst>
          </a:custGeom>
          <a:solidFill>
            <a:srgbClr val="1E3D28">
              <a:alpha val="53130"/>
            </a:srgbClr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5" name="Google Shape;1125;p14">
            <a:extLst>
              <a:ext uri="{FF2B5EF4-FFF2-40B4-BE49-F238E27FC236}">
                <a16:creationId xmlns:a16="http://schemas.microsoft.com/office/drawing/2014/main" id="{FBD0CC19-A22E-44D5-B2A1-23CE394A5739}"/>
              </a:ext>
            </a:extLst>
          </p:cNvPr>
          <p:cNvSpPr>
            <a:spLocks noGrp="1"/>
          </p:cNvSpPr>
          <p:nvPr/>
        </p:nvSpPr>
        <p:spPr>
          <a:xfrm>
            <a:off x="100482" y="436780"/>
            <a:ext cx="416718" cy="143500"/>
          </a:xfrm>
          <a:custGeom>
            <a:avLst/>
            <a:gdLst/>
            <a:ahLst/>
            <a:cxnLst/>
            <a:rect l="l" t="t" r="r" b="b"/>
            <a:pathLst>
              <a:path w="4716" h="1624">
                <a:moveTo>
                  <a:pt x="1" y="0"/>
                </a:moveTo>
                <a:cubicBezTo>
                  <a:pt x="1" y="0"/>
                  <a:pt x="1060" y="1179"/>
                  <a:pt x="2215" y="1512"/>
                </a:cubicBezTo>
                <a:cubicBezTo>
                  <a:pt x="2497" y="1593"/>
                  <a:pt x="2762" y="1623"/>
                  <a:pt x="3009" y="1623"/>
                </a:cubicBezTo>
                <a:cubicBezTo>
                  <a:pt x="3670" y="1623"/>
                  <a:pt x="4200" y="1411"/>
                  <a:pt x="4558" y="1411"/>
                </a:cubicBezTo>
                <a:cubicBezTo>
                  <a:pt x="4615" y="1411"/>
                  <a:pt x="4667" y="1417"/>
                  <a:pt x="4715" y="1429"/>
                </a:cubicBezTo>
                <a:cubicBezTo>
                  <a:pt x="4715" y="1429"/>
                  <a:pt x="3513" y="774"/>
                  <a:pt x="2251" y="619"/>
                </a:cubicBezTo>
                <a:cubicBezTo>
                  <a:pt x="1477" y="524"/>
                  <a:pt x="715" y="310"/>
                  <a:pt x="1" y="0"/>
                </a:cubicBezTo>
                <a:close/>
              </a:path>
            </a:pathLst>
          </a:custGeom>
          <a:solidFill>
            <a:srgbClr val="1E3D28">
              <a:alpha val="53130"/>
            </a:srgbClr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6" name="Google Shape;1126;p14">
            <a:extLst>
              <a:ext uri="{FF2B5EF4-FFF2-40B4-BE49-F238E27FC236}">
                <a16:creationId xmlns:a16="http://schemas.microsoft.com/office/drawing/2014/main" id="{A5261677-26C8-42D3-AADA-29D0D3594853}"/>
              </a:ext>
            </a:extLst>
          </p:cNvPr>
          <p:cNvSpPr>
            <a:spLocks noGrp="1"/>
          </p:cNvSpPr>
          <p:nvPr/>
        </p:nvSpPr>
        <p:spPr>
          <a:xfrm>
            <a:off x="4786" y="628173"/>
            <a:ext cx="475568" cy="131218"/>
          </a:xfrm>
          <a:custGeom>
            <a:avLst/>
            <a:gdLst/>
            <a:ahLst/>
            <a:cxnLst/>
            <a:rect l="l" t="t" r="r" b="b"/>
            <a:pathLst>
              <a:path w="5382" h="1485">
                <a:moveTo>
                  <a:pt x="0" y="1"/>
                </a:moveTo>
                <a:cubicBezTo>
                  <a:pt x="0" y="1"/>
                  <a:pt x="1298" y="1192"/>
                  <a:pt x="2619" y="1430"/>
                </a:cubicBezTo>
                <a:cubicBezTo>
                  <a:pt x="2824" y="1468"/>
                  <a:pt x="3019" y="1485"/>
                  <a:pt x="3205" y="1485"/>
                </a:cubicBezTo>
                <a:cubicBezTo>
                  <a:pt x="4138" y="1485"/>
                  <a:pt x="4825" y="1075"/>
                  <a:pt x="5274" y="1075"/>
                </a:cubicBezTo>
                <a:cubicBezTo>
                  <a:pt x="5312" y="1075"/>
                  <a:pt x="5347" y="1078"/>
                  <a:pt x="5382" y="1084"/>
                </a:cubicBezTo>
                <a:cubicBezTo>
                  <a:pt x="5382" y="1084"/>
                  <a:pt x="3977" y="489"/>
                  <a:pt x="2560" y="442"/>
                </a:cubicBezTo>
                <a:cubicBezTo>
                  <a:pt x="1691" y="418"/>
                  <a:pt x="822" y="263"/>
                  <a:pt x="0" y="1"/>
                </a:cubicBezTo>
                <a:close/>
              </a:path>
            </a:pathLst>
          </a:custGeom>
          <a:solidFill>
            <a:srgbClr val="1E3D28">
              <a:alpha val="53130"/>
            </a:srgbClr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7" name="Google Shape;1127;p14">
            <a:extLst>
              <a:ext uri="{FF2B5EF4-FFF2-40B4-BE49-F238E27FC236}">
                <a16:creationId xmlns:a16="http://schemas.microsoft.com/office/drawing/2014/main" id="{3086E148-C4A9-45D1-9B43-6AE3305DFAEF}"/>
              </a:ext>
            </a:extLst>
          </p:cNvPr>
          <p:cNvSpPr>
            <a:spLocks noGrp="1"/>
          </p:cNvSpPr>
          <p:nvPr/>
        </p:nvSpPr>
        <p:spPr>
          <a:xfrm>
            <a:off x="-68909" y="852349"/>
            <a:ext cx="520898" cy="104621"/>
          </a:xfrm>
          <a:custGeom>
            <a:avLst/>
            <a:gdLst/>
            <a:ahLst/>
            <a:cxnLst/>
            <a:rect l="l" t="t" r="r" b="b"/>
            <a:pathLst>
              <a:path w="5895" h="1184">
                <a:moveTo>
                  <a:pt x="1" y="0"/>
                </a:moveTo>
                <a:lnTo>
                  <a:pt x="1" y="0"/>
                </a:lnTo>
                <a:cubicBezTo>
                  <a:pt x="1" y="0"/>
                  <a:pt x="1560" y="1095"/>
                  <a:pt x="2989" y="1179"/>
                </a:cubicBezTo>
                <a:cubicBezTo>
                  <a:pt x="3048" y="1182"/>
                  <a:pt x="3105" y="1183"/>
                  <a:pt x="3162" y="1183"/>
                </a:cubicBezTo>
                <a:cubicBezTo>
                  <a:pt x="4481" y="1183"/>
                  <a:pt x="5310" y="428"/>
                  <a:pt x="5870" y="428"/>
                </a:cubicBezTo>
                <a:cubicBezTo>
                  <a:pt x="5878" y="428"/>
                  <a:pt x="5886" y="428"/>
                  <a:pt x="5894" y="429"/>
                </a:cubicBezTo>
                <a:cubicBezTo>
                  <a:pt x="5894" y="429"/>
                  <a:pt x="4731" y="99"/>
                  <a:pt x="3457" y="99"/>
                </a:cubicBezTo>
                <a:cubicBezTo>
                  <a:pt x="3239" y="99"/>
                  <a:pt x="3018" y="108"/>
                  <a:pt x="2799" y="131"/>
                </a:cubicBezTo>
                <a:cubicBezTo>
                  <a:pt x="2480" y="159"/>
                  <a:pt x="2162" y="174"/>
                  <a:pt x="1844" y="174"/>
                </a:cubicBezTo>
                <a:cubicBezTo>
                  <a:pt x="1224" y="174"/>
                  <a:pt x="607" y="118"/>
                  <a:pt x="1" y="0"/>
                </a:cubicBezTo>
                <a:close/>
              </a:path>
            </a:pathLst>
          </a:custGeom>
          <a:solidFill>
            <a:srgbClr val="1E3D28">
              <a:alpha val="53130"/>
            </a:srgbClr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8" name="Google Shape;1128;p14">
            <a:extLst>
              <a:ext uri="{FF2B5EF4-FFF2-40B4-BE49-F238E27FC236}">
                <a16:creationId xmlns:a16="http://schemas.microsoft.com/office/drawing/2014/main" id="{DB165606-3BC3-4F28-A676-F0DA99D0E05A}"/>
              </a:ext>
            </a:extLst>
          </p:cNvPr>
          <p:cNvSpPr>
            <a:spLocks noGrp="1"/>
          </p:cNvSpPr>
          <p:nvPr/>
        </p:nvSpPr>
        <p:spPr>
          <a:xfrm>
            <a:off x="-153030" y="1085362"/>
            <a:ext cx="561898" cy="121321"/>
          </a:xfrm>
          <a:custGeom>
            <a:avLst/>
            <a:gdLst/>
            <a:ahLst/>
            <a:cxnLst/>
            <a:rect l="l" t="t" r="r" b="b"/>
            <a:pathLst>
              <a:path w="6359" h="1373">
                <a:moveTo>
                  <a:pt x="5273" y="0"/>
                </a:moveTo>
                <a:cubicBezTo>
                  <a:pt x="4632" y="0"/>
                  <a:pt x="3792" y="54"/>
                  <a:pt x="3000" y="268"/>
                </a:cubicBezTo>
                <a:cubicBezTo>
                  <a:pt x="2106" y="497"/>
                  <a:pt x="1181" y="616"/>
                  <a:pt x="254" y="616"/>
                </a:cubicBezTo>
                <a:cubicBezTo>
                  <a:pt x="169" y="616"/>
                  <a:pt x="85" y="615"/>
                  <a:pt x="0" y="613"/>
                </a:cubicBezTo>
                <a:lnTo>
                  <a:pt x="0" y="613"/>
                </a:lnTo>
                <a:cubicBezTo>
                  <a:pt x="0" y="613"/>
                  <a:pt x="1547" y="1372"/>
                  <a:pt x="2997" y="1372"/>
                </a:cubicBezTo>
                <a:cubicBezTo>
                  <a:pt x="3130" y="1372"/>
                  <a:pt x="3263" y="1366"/>
                  <a:pt x="3393" y="1352"/>
                </a:cubicBezTo>
                <a:cubicBezTo>
                  <a:pt x="4941" y="1197"/>
                  <a:pt x="5739" y="125"/>
                  <a:pt x="6358" y="54"/>
                </a:cubicBezTo>
                <a:cubicBezTo>
                  <a:pt x="6358" y="54"/>
                  <a:pt x="5915" y="0"/>
                  <a:pt x="5273" y="0"/>
                </a:cubicBezTo>
                <a:close/>
              </a:path>
            </a:pathLst>
          </a:custGeom>
          <a:solidFill>
            <a:srgbClr val="1E3D28">
              <a:alpha val="53130"/>
            </a:srgbClr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9" name="Google Shape;1129;p14">
            <a:extLst>
              <a:ext uri="{FF2B5EF4-FFF2-40B4-BE49-F238E27FC236}">
                <a16:creationId xmlns:a16="http://schemas.microsoft.com/office/drawing/2014/main" id="{DAFFF7E3-2FB8-49A6-98DE-0F18F08DC6F7}"/>
              </a:ext>
            </a:extLst>
          </p:cNvPr>
          <p:cNvSpPr>
            <a:spLocks noGrp="1"/>
          </p:cNvSpPr>
          <p:nvPr/>
        </p:nvSpPr>
        <p:spPr>
          <a:xfrm>
            <a:off x="-244574" y="1307859"/>
            <a:ext cx="623929" cy="134487"/>
          </a:xfrm>
          <a:custGeom>
            <a:avLst/>
            <a:gdLst/>
            <a:ahLst/>
            <a:cxnLst/>
            <a:rect l="l" t="t" r="r" b="b"/>
            <a:pathLst>
              <a:path w="7061" h="1522">
                <a:moveTo>
                  <a:pt x="5858" y="0"/>
                </a:moveTo>
                <a:cubicBezTo>
                  <a:pt x="5147" y="0"/>
                  <a:pt x="4215" y="60"/>
                  <a:pt x="3334" y="298"/>
                </a:cubicBezTo>
                <a:cubicBezTo>
                  <a:pt x="2340" y="560"/>
                  <a:pt x="1316" y="682"/>
                  <a:pt x="281" y="682"/>
                </a:cubicBezTo>
                <a:cubicBezTo>
                  <a:pt x="187" y="682"/>
                  <a:pt x="94" y="681"/>
                  <a:pt x="0" y="679"/>
                </a:cubicBezTo>
                <a:lnTo>
                  <a:pt x="0" y="679"/>
                </a:lnTo>
                <a:cubicBezTo>
                  <a:pt x="0" y="679"/>
                  <a:pt x="1736" y="1522"/>
                  <a:pt x="3347" y="1522"/>
                </a:cubicBezTo>
                <a:cubicBezTo>
                  <a:pt x="3491" y="1522"/>
                  <a:pt x="3634" y="1515"/>
                  <a:pt x="3775" y="1501"/>
                </a:cubicBezTo>
                <a:cubicBezTo>
                  <a:pt x="5489" y="1322"/>
                  <a:pt x="6370" y="131"/>
                  <a:pt x="7061" y="60"/>
                </a:cubicBezTo>
                <a:cubicBezTo>
                  <a:pt x="7061" y="60"/>
                  <a:pt x="6570" y="0"/>
                  <a:pt x="5858" y="0"/>
                </a:cubicBezTo>
                <a:close/>
              </a:path>
            </a:pathLst>
          </a:custGeom>
          <a:solidFill>
            <a:srgbClr val="1E3D28">
              <a:alpha val="53130"/>
            </a:srgbClr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0" name="Google Shape;1130;p14">
            <a:extLst>
              <a:ext uri="{FF2B5EF4-FFF2-40B4-BE49-F238E27FC236}">
                <a16:creationId xmlns:a16="http://schemas.microsoft.com/office/drawing/2014/main" id="{9C10EBE4-2420-4AA2-A0D1-23A1B931E6F1}"/>
              </a:ext>
            </a:extLst>
          </p:cNvPr>
          <p:cNvSpPr>
            <a:spLocks noGrp="1"/>
          </p:cNvSpPr>
          <p:nvPr/>
        </p:nvSpPr>
        <p:spPr>
          <a:xfrm>
            <a:off x="-242453" y="1495099"/>
            <a:ext cx="590262" cy="160820"/>
          </a:xfrm>
          <a:custGeom>
            <a:avLst/>
            <a:gdLst/>
            <a:ahLst/>
            <a:cxnLst/>
            <a:rect l="l" t="t" r="r" b="b"/>
            <a:pathLst>
              <a:path w="6680" h="1820">
                <a:moveTo>
                  <a:pt x="6672" y="1"/>
                </a:moveTo>
                <a:cubicBezTo>
                  <a:pt x="6541" y="1"/>
                  <a:pt x="4715" y="12"/>
                  <a:pt x="3143" y="620"/>
                </a:cubicBezTo>
                <a:cubicBezTo>
                  <a:pt x="2131" y="1001"/>
                  <a:pt x="1072" y="1251"/>
                  <a:pt x="0" y="1334"/>
                </a:cubicBezTo>
                <a:cubicBezTo>
                  <a:pt x="0" y="1334"/>
                  <a:pt x="1353" y="1819"/>
                  <a:pt x="2728" y="1819"/>
                </a:cubicBezTo>
                <a:cubicBezTo>
                  <a:pt x="3049" y="1819"/>
                  <a:pt x="3372" y="1793"/>
                  <a:pt x="3679" y="1727"/>
                </a:cubicBezTo>
                <a:cubicBezTo>
                  <a:pt x="5310" y="1370"/>
                  <a:pt x="6025" y="144"/>
                  <a:pt x="6679" y="1"/>
                </a:cubicBezTo>
                <a:cubicBezTo>
                  <a:pt x="6679" y="1"/>
                  <a:pt x="6677" y="1"/>
                  <a:pt x="6672" y="1"/>
                </a:cubicBezTo>
                <a:close/>
              </a:path>
            </a:pathLst>
          </a:custGeom>
          <a:solidFill>
            <a:srgbClr val="1E3D28">
              <a:alpha val="53130"/>
            </a:srgbClr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1" name="Google Shape;1131;p14">
            <a:extLst>
              <a:ext uri="{FF2B5EF4-FFF2-40B4-BE49-F238E27FC236}">
                <a16:creationId xmlns:a16="http://schemas.microsoft.com/office/drawing/2014/main" id="{056A9ABC-1A1E-4548-8C85-2819AEED2EF0}"/>
              </a:ext>
            </a:extLst>
          </p:cNvPr>
          <p:cNvSpPr>
            <a:spLocks noGrp="1"/>
          </p:cNvSpPr>
          <p:nvPr/>
        </p:nvSpPr>
        <p:spPr>
          <a:xfrm>
            <a:off x="-177242" y="1703459"/>
            <a:ext cx="492445" cy="189184"/>
          </a:xfrm>
          <a:custGeom>
            <a:avLst/>
            <a:gdLst/>
            <a:ahLst/>
            <a:cxnLst/>
            <a:rect l="l" t="t" r="r" b="b"/>
            <a:pathLst>
              <a:path w="5573" h="2141">
                <a:moveTo>
                  <a:pt x="5572" y="0"/>
                </a:moveTo>
                <a:lnTo>
                  <a:pt x="5572" y="0"/>
                </a:lnTo>
                <a:cubicBezTo>
                  <a:pt x="5572" y="0"/>
                  <a:pt x="3929" y="238"/>
                  <a:pt x="2620" y="988"/>
                </a:cubicBezTo>
                <a:cubicBezTo>
                  <a:pt x="1798" y="1453"/>
                  <a:pt x="917" y="1798"/>
                  <a:pt x="0" y="2012"/>
                </a:cubicBezTo>
                <a:cubicBezTo>
                  <a:pt x="0" y="2012"/>
                  <a:pt x="652" y="2141"/>
                  <a:pt x="1465" y="2141"/>
                </a:cubicBezTo>
                <a:cubicBezTo>
                  <a:pt x="2029" y="2141"/>
                  <a:pt x="2671" y="2079"/>
                  <a:pt x="3227" y="1869"/>
                </a:cubicBezTo>
                <a:cubicBezTo>
                  <a:pt x="4584" y="1357"/>
                  <a:pt x="5037" y="203"/>
                  <a:pt x="5572" y="0"/>
                </a:cubicBezTo>
                <a:close/>
              </a:path>
            </a:pathLst>
          </a:custGeom>
          <a:solidFill>
            <a:srgbClr val="1E3D28">
              <a:alpha val="53130"/>
            </a:srgbClr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2" name="Google Shape;1132;p14">
            <a:extLst>
              <a:ext uri="{FF2B5EF4-FFF2-40B4-BE49-F238E27FC236}">
                <a16:creationId xmlns:a16="http://schemas.microsoft.com/office/drawing/2014/main" id="{5EC2D658-EAB7-4B95-A1F9-ED8CA746F89E}"/>
              </a:ext>
            </a:extLst>
          </p:cNvPr>
          <p:cNvSpPr>
            <a:spLocks noGrp="1"/>
          </p:cNvSpPr>
          <p:nvPr/>
        </p:nvSpPr>
        <p:spPr>
          <a:xfrm>
            <a:off x="-59454" y="1930639"/>
            <a:ext cx="356720" cy="191835"/>
          </a:xfrm>
          <a:custGeom>
            <a:avLst/>
            <a:gdLst/>
            <a:ahLst/>
            <a:cxnLst/>
            <a:rect l="l" t="t" r="r" b="b"/>
            <a:pathLst>
              <a:path w="4037" h="2171">
                <a:moveTo>
                  <a:pt x="4037" y="1"/>
                </a:moveTo>
                <a:lnTo>
                  <a:pt x="4037" y="1"/>
                </a:lnTo>
                <a:cubicBezTo>
                  <a:pt x="3263" y="239"/>
                  <a:pt x="2537" y="608"/>
                  <a:pt x="1882" y="1084"/>
                </a:cubicBezTo>
                <a:cubicBezTo>
                  <a:pt x="1310" y="1537"/>
                  <a:pt x="668" y="1894"/>
                  <a:pt x="1" y="2168"/>
                </a:cubicBezTo>
                <a:cubicBezTo>
                  <a:pt x="1" y="2168"/>
                  <a:pt x="63" y="2171"/>
                  <a:pt x="172" y="2171"/>
                </a:cubicBezTo>
                <a:cubicBezTo>
                  <a:pt x="586" y="2171"/>
                  <a:pt x="1667" y="2126"/>
                  <a:pt x="2442" y="1692"/>
                </a:cubicBezTo>
                <a:cubicBezTo>
                  <a:pt x="3418" y="1156"/>
                  <a:pt x="3644" y="227"/>
                  <a:pt x="4037" y="1"/>
                </a:cubicBezTo>
                <a:close/>
              </a:path>
            </a:pathLst>
          </a:custGeom>
          <a:solidFill>
            <a:srgbClr val="1E3D28">
              <a:alpha val="53130"/>
            </a:srgbClr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3" name="Google Shape;1133;p14">
            <a:extLst>
              <a:ext uri="{FF2B5EF4-FFF2-40B4-BE49-F238E27FC236}">
                <a16:creationId xmlns:a16="http://schemas.microsoft.com/office/drawing/2014/main" id="{C56E7EDE-8F99-4075-9105-0153493A5D65}"/>
              </a:ext>
            </a:extLst>
          </p:cNvPr>
          <p:cNvSpPr>
            <a:spLocks noGrp="1"/>
          </p:cNvSpPr>
          <p:nvPr/>
        </p:nvSpPr>
        <p:spPr>
          <a:xfrm>
            <a:off x="121778" y="1925249"/>
            <a:ext cx="233807" cy="128832"/>
          </a:xfrm>
          <a:custGeom>
            <a:avLst/>
            <a:gdLst/>
            <a:ahLst/>
            <a:cxnLst/>
            <a:rect l="l" t="t" r="r" b="b"/>
            <a:pathLst>
              <a:path w="2646" h="1458">
                <a:moveTo>
                  <a:pt x="2240" y="0"/>
                </a:moveTo>
                <a:cubicBezTo>
                  <a:pt x="1966" y="0"/>
                  <a:pt x="1710" y="134"/>
                  <a:pt x="1486" y="324"/>
                </a:cubicBezTo>
                <a:cubicBezTo>
                  <a:pt x="1010" y="729"/>
                  <a:pt x="617" y="1169"/>
                  <a:pt x="21" y="1419"/>
                </a:cubicBezTo>
                <a:cubicBezTo>
                  <a:pt x="1" y="1429"/>
                  <a:pt x="16" y="1457"/>
                  <a:pt x="35" y="1457"/>
                </a:cubicBezTo>
                <a:cubicBezTo>
                  <a:pt x="39" y="1457"/>
                  <a:pt x="42" y="1457"/>
                  <a:pt x="45" y="1455"/>
                </a:cubicBezTo>
                <a:cubicBezTo>
                  <a:pt x="414" y="1312"/>
                  <a:pt x="772" y="1098"/>
                  <a:pt x="1081" y="836"/>
                </a:cubicBezTo>
                <a:cubicBezTo>
                  <a:pt x="1400" y="566"/>
                  <a:pt x="1750" y="154"/>
                  <a:pt x="2175" y="154"/>
                </a:cubicBezTo>
                <a:cubicBezTo>
                  <a:pt x="2274" y="154"/>
                  <a:pt x="2378" y="177"/>
                  <a:pt x="2486" y="229"/>
                </a:cubicBezTo>
                <a:cubicBezTo>
                  <a:pt x="2494" y="230"/>
                  <a:pt x="2502" y="231"/>
                  <a:pt x="2510" y="231"/>
                </a:cubicBezTo>
                <a:cubicBezTo>
                  <a:pt x="2601" y="231"/>
                  <a:pt x="2645" y="106"/>
                  <a:pt x="2557" y="62"/>
                </a:cubicBezTo>
                <a:cubicBezTo>
                  <a:pt x="2450" y="19"/>
                  <a:pt x="2343" y="0"/>
                  <a:pt x="2240" y="0"/>
                </a:cubicBezTo>
                <a:close/>
              </a:path>
            </a:pathLst>
          </a:custGeom>
          <a:solidFill>
            <a:srgbClr val="1E3D28">
              <a:alpha val="53130"/>
            </a:srgbClr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4" name="Google Shape;1134;p14">
            <a:extLst>
              <a:ext uri="{FF2B5EF4-FFF2-40B4-BE49-F238E27FC236}">
                <a16:creationId xmlns:a16="http://schemas.microsoft.com/office/drawing/2014/main" id="{E5025F18-0D3E-4D3B-B71D-83E0D06CC6D8}"/>
              </a:ext>
            </a:extLst>
          </p:cNvPr>
          <p:cNvSpPr>
            <a:spLocks noGrp="1"/>
          </p:cNvSpPr>
          <p:nvPr/>
        </p:nvSpPr>
        <p:spPr>
          <a:xfrm>
            <a:off x="319357" y="1989577"/>
            <a:ext cx="214456" cy="201290"/>
          </a:xfrm>
          <a:custGeom>
            <a:avLst/>
            <a:gdLst/>
            <a:ahLst/>
            <a:cxnLst/>
            <a:rect l="l" t="t" r="r" b="b"/>
            <a:pathLst>
              <a:path w="2427" h="2278">
                <a:moveTo>
                  <a:pt x="131" y="1"/>
                </a:moveTo>
                <a:cubicBezTo>
                  <a:pt x="0" y="1"/>
                  <a:pt x="36" y="203"/>
                  <a:pt x="167" y="203"/>
                </a:cubicBezTo>
                <a:cubicBezTo>
                  <a:pt x="762" y="203"/>
                  <a:pt x="1203" y="953"/>
                  <a:pt x="1524" y="1370"/>
                </a:cubicBezTo>
                <a:cubicBezTo>
                  <a:pt x="1786" y="1703"/>
                  <a:pt x="2072" y="2001"/>
                  <a:pt x="2393" y="2275"/>
                </a:cubicBezTo>
                <a:cubicBezTo>
                  <a:pt x="2398" y="2277"/>
                  <a:pt x="2402" y="2278"/>
                  <a:pt x="2405" y="2278"/>
                </a:cubicBezTo>
                <a:cubicBezTo>
                  <a:pt x="2421" y="2278"/>
                  <a:pt x="2427" y="2258"/>
                  <a:pt x="2417" y="2239"/>
                </a:cubicBezTo>
                <a:cubicBezTo>
                  <a:pt x="1929" y="1810"/>
                  <a:pt x="1607" y="1251"/>
                  <a:pt x="1226" y="727"/>
                </a:cubicBezTo>
                <a:cubicBezTo>
                  <a:pt x="953" y="322"/>
                  <a:pt x="655" y="1"/>
                  <a:pt x="131" y="1"/>
                </a:cubicBezTo>
                <a:close/>
              </a:path>
            </a:pathLst>
          </a:custGeom>
          <a:solidFill>
            <a:srgbClr val="1E3D28">
              <a:alpha val="53130"/>
            </a:srgbClr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5" name="Google Shape;1135;p14">
            <a:extLst>
              <a:ext uri="{FF2B5EF4-FFF2-40B4-BE49-F238E27FC236}">
                <a16:creationId xmlns:a16="http://schemas.microsoft.com/office/drawing/2014/main" id="{B8871AD0-B0F0-4DCF-AB57-7E944DBB8CFC}"/>
              </a:ext>
            </a:extLst>
          </p:cNvPr>
          <p:cNvSpPr>
            <a:spLocks noGrp="1"/>
          </p:cNvSpPr>
          <p:nvPr/>
        </p:nvSpPr>
        <p:spPr>
          <a:xfrm>
            <a:off x="67081" y="1702398"/>
            <a:ext cx="579129" cy="238137"/>
          </a:xfrm>
          <a:custGeom>
            <a:avLst/>
            <a:gdLst/>
            <a:ahLst/>
            <a:cxnLst/>
            <a:rect l="l" t="t" r="r" b="b"/>
            <a:pathLst>
              <a:path w="6554" h="2695">
                <a:moveTo>
                  <a:pt x="2937" y="0"/>
                </a:moveTo>
                <a:cubicBezTo>
                  <a:pt x="2655" y="0"/>
                  <a:pt x="2357" y="117"/>
                  <a:pt x="2081" y="238"/>
                </a:cubicBezTo>
                <a:cubicBezTo>
                  <a:pt x="1760" y="381"/>
                  <a:pt x="1450" y="560"/>
                  <a:pt x="1176" y="762"/>
                </a:cubicBezTo>
                <a:cubicBezTo>
                  <a:pt x="807" y="1012"/>
                  <a:pt x="426" y="1215"/>
                  <a:pt x="21" y="1381"/>
                </a:cubicBezTo>
                <a:cubicBezTo>
                  <a:pt x="1" y="1381"/>
                  <a:pt x="15" y="1408"/>
                  <a:pt x="28" y="1408"/>
                </a:cubicBezTo>
                <a:cubicBezTo>
                  <a:pt x="30" y="1408"/>
                  <a:pt x="32" y="1407"/>
                  <a:pt x="33" y="1405"/>
                </a:cubicBezTo>
                <a:cubicBezTo>
                  <a:pt x="498" y="1262"/>
                  <a:pt x="950" y="1048"/>
                  <a:pt x="1367" y="774"/>
                </a:cubicBezTo>
                <a:cubicBezTo>
                  <a:pt x="1717" y="544"/>
                  <a:pt x="2349" y="154"/>
                  <a:pt x="2871" y="154"/>
                </a:cubicBezTo>
                <a:cubicBezTo>
                  <a:pt x="3077" y="154"/>
                  <a:pt x="3266" y="214"/>
                  <a:pt x="3415" y="369"/>
                </a:cubicBezTo>
                <a:cubicBezTo>
                  <a:pt x="3427" y="381"/>
                  <a:pt x="3450" y="393"/>
                  <a:pt x="3474" y="393"/>
                </a:cubicBezTo>
                <a:cubicBezTo>
                  <a:pt x="3438" y="405"/>
                  <a:pt x="3415" y="417"/>
                  <a:pt x="3379" y="441"/>
                </a:cubicBezTo>
                <a:cubicBezTo>
                  <a:pt x="3298" y="491"/>
                  <a:pt x="3363" y="594"/>
                  <a:pt x="3443" y="594"/>
                </a:cubicBezTo>
                <a:cubicBezTo>
                  <a:pt x="3457" y="594"/>
                  <a:pt x="3472" y="591"/>
                  <a:pt x="3486" y="584"/>
                </a:cubicBezTo>
                <a:cubicBezTo>
                  <a:pt x="3556" y="542"/>
                  <a:pt x="3630" y="523"/>
                  <a:pt x="3707" y="523"/>
                </a:cubicBezTo>
                <a:cubicBezTo>
                  <a:pt x="4244" y="523"/>
                  <a:pt x="4910" y="1433"/>
                  <a:pt x="5212" y="1715"/>
                </a:cubicBezTo>
                <a:cubicBezTo>
                  <a:pt x="5605" y="2096"/>
                  <a:pt x="6046" y="2417"/>
                  <a:pt x="6522" y="2691"/>
                </a:cubicBezTo>
                <a:cubicBezTo>
                  <a:pt x="6527" y="2693"/>
                  <a:pt x="6531" y="2694"/>
                  <a:pt x="6534" y="2694"/>
                </a:cubicBezTo>
                <a:cubicBezTo>
                  <a:pt x="6549" y="2694"/>
                  <a:pt x="6553" y="2677"/>
                  <a:pt x="6534" y="2667"/>
                </a:cubicBezTo>
                <a:cubicBezTo>
                  <a:pt x="5784" y="2215"/>
                  <a:pt x="5236" y="1536"/>
                  <a:pt x="4641" y="917"/>
                </a:cubicBezTo>
                <a:cubicBezTo>
                  <a:pt x="4382" y="658"/>
                  <a:pt x="4068" y="335"/>
                  <a:pt x="3708" y="335"/>
                </a:cubicBezTo>
                <a:cubicBezTo>
                  <a:pt x="3655" y="335"/>
                  <a:pt x="3601" y="342"/>
                  <a:pt x="3546" y="357"/>
                </a:cubicBezTo>
                <a:cubicBezTo>
                  <a:pt x="3581" y="334"/>
                  <a:pt x="3581" y="286"/>
                  <a:pt x="3546" y="262"/>
                </a:cubicBezTo>
                <a:cubicBezTo>
                  <a:pt x="3364" y="70"/>
                  <a:pt x="3155" y="0"/>
                  <a:pt x="2937" y="0"/>
                </a:cubicBezTo>
                <a:close/>
              </a:path>
            </a:pathLst>
          </a:custGeom>
          <a:solidFill>
            <a:srgbClr val="1E3D28">
              <a:alpha val="53130"/>
            </a:srgbClr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6" name="Google Shape;1136;p14">
            <a:extLst>
              <a:ext uri="{FF2B5EF4-FFF2-40B4-BE49-F238E27FC236}">
                <a16:creationId xmlns:a16="http://schemas.microsoft.com/office/drawing/2014/main" id="{C0D229FB-B9E5-4DE8-8E92-5C92316D1314}"/>
              </a:ext>
            </a:extLst>
          </p:cNvPr>
          <p:cNvSpPr>
            <a:spLocks noGrp="1"/>
          </p:cNvSpPr>
          <p:nvPr/>
        </p:nvSpPr>
        <p:spPr>
          <a:xfrm>
            <a:off x="-15273" y="1489533"/>
            <a:ext cx="713263" cy="226738"/>
          </a:xfrm>
          <a:custGeom>
            <a:avLst/>
            <a:gdLst/>
            <a:ahLst/>
            <a:cxnLst/>
            <a:rect l="l" t="t" r="r" b="b"/>
            <a:pathLst>
              <a:path w="8072" h="2566">
                <a:moveTo>
                  <a:pt x="3694" y="0"/>
                </a:moveTo>
                <a:cubicBezTo>
                  <a:pt x="3334" y="0"/>
                  <a:pt x="2969" y="91"/>
                  <a:pt x="2644" y="242"/>
                </a:cubicBezTo>
                <a:cubicBezTo>
                  <a:pt x="2251" y="433"/>
                  <a:pt x="1906" y="719"/>
                  <a:pt x="1525" y="945"/>
                </a:cubicBezTo>
                <a:cubicBezTo>
                  <a:pt x="1060" y="1219"/>
                  <a:pt x="525" y="1350"/>
                  <a:pt x="1" y="1504"/>
                </a:cubicBezTo>
                <a:cubicBezTo>
                  <a:pt x="1" y="1504"/>
                  <a:pt x="1" y="1516"/>
                  <a:pt x="1" y="1516"/>
                </a:cubicBezTo>
                <a:cubicBezTo>
                  <a:pt x="739" y="1397"/>
                  <a:pt x="1430" y="1135"/>
                  <a:pt x="2073" y="766"/>
                </a:cubicBezTo>
                <a:cubicBezTo>
                  <a:pt x="2559" y="473"/>
                  <a:pt x="3146" y="199"/>
                  <a:pt x="3709" y="199"/>
                </a:cubicBezTo>
                <a:cubicBezTo>
                  <a:pt x="4014" y="199"/>
                  <a:pt x="4313" y="280"/>
                  <a:pt x="4585" y="480"/>
                </a:cubicBezTo>
                <a:cubicBezTo>
                  <a:pt x="4597" y="492"/>
                  <a:pt x="4609" y="504"/>
                  <a:pt x="4632" y="516"/>
                </a:cubicBezTo>
                <a:lnTo>
                  <a:pt x="4644" y="528"/>
                </a:lnTo>
                <a:cubicBezTo>
                  <a:pt x="4668" y="540"/>
                  <a:pt x="4680" y="552"/>
                  <a:pt x="4692" y="564"/>
                </a:cubicBezTo>
                <a:cubicBezTo>
                  <a:pt x="4710" y="582"/>
                  <a:pt x="4734" y="591"/>
                  <a:pt x="4757" y="591"/>
                </a:cubicBezTo>
                <a:cubicBezTo>
                  <a:pt x="4781" y="591"/>
                  <a:pt x="4805" y="582"/>
                  <a:pt x="4823" y="564"/>
                </a:cubicBezTo>
                <a:cubicBezTo>
                  <a:pt x="4870" y="564"/>
                  <a:pt x="4918" y="564"/>
                  <a:pt x="4966" y="576"/>
                </a:cubicBezTo>
                <a:cubicBezTo>
                  <a:pt x="5180" y="623"/>
                  <a:pt x="5382" y="707"/>
                  <a:pt x="5561" y="826"/>
                </a:cubicBezTo>
                <a:cubicBezTo>
                  <a:pt x="5847" y="1028"/>
                  <a:pt x="6121" y="1242"/>
                  <a:pt x="6371" y="1481"/>
                </a:cubicBezTo>
                <a:cubicBezTo>
                  <a:pt x="6883" y="1885"/>
                  <a:pt x="7430" y="2243"/>
                  <a:pt x="8014" y="2564"/>
                </a:cubicBezTo>
                <a:cubicBezTo>
                  <a:pt x="8018" y="2565"/>
                  <a:pt x="8022" y="2566"/>
                  <a:pt x="8026" y="2566"/>
                </a:cubicBezTo>
                <a:cubicBezTo>
                  <a:pt x="8063" y="2566"/>
                  <a:pt x="8071" y="2515"/>
                  <a:pt x="8049" y="2505"/>
                </a:cubicBezTo>
                <a:cubicBezTo>
                  <a:pt x="7407" y="2124"/>
                  <a:pt x="6799" y="1683"/>
                  <a:pt x="6264" y="1171"/>
                </a:cubicBezTo>
                <a:cubicBezTo>
                  <a:pt x="6049" y="957"/>
                  <a:pt x="5799" y="766"/>
                  <a:pt x="5549" y="600"/>
                </a:cubicBezTo>
                <a:cubicBezTo>
                  <a:pt x="5430" y="528"/>
                  <a:pt x="5299" y="469"/>
                  <a:pt x="5156" y="421"/>
                </a:cubicBezTo>
                <a:lnTo>
                  <a:pt x="5001" y="385"/>
                </a:lnTo>
                <a:cubicBezTo>
                  <a:pt x="4972" y="367"/>
                  <a:pt x="4939" y="358"/>
                  <a:pt x="4908" y="358"/>
                </a:cubicBezTo>
                <a:cubicBezTo>
                  <a:pt x="4876" y="358"/>
                  <a:pt x="4847" y="367"/>
                  <a:pt x="4823" y="385"/>
                </a:cubicBezTo>
                <a:cubicBezTo>
                  <a:pt x="4495" y="114"/>
                  <a:pt x="4098" y="0"/>
                  <a:pt x="3694" y="0"/>
                </a:cubicBezTo>
                <a:close/>
              </a:path>
            </a:pathLst>
          </a:custGeom>
          <a:solidFill>
            <a:srgbClr val="1E3D28">
              <a:alpha val="53130"/>
            </a:srgbClr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7" name="Google Shape;1137;p14">
            <a:extLst>
              <a:ext uri="{FF2B5EF4-FFF2-40B4-BE49-F238E27FC236}">
                <a16:creationId xmlns:a16="http://schemas.microsoft.com/office/drawing/2014/main" id="{E0B4A777-F244-42C0-A38B-9107BFE8A72A}"/>
              </a:ext>
            </a:extLst>
          </p:cNvPr>
          <p:cNvSpPr>
            <a:spLocks noGrp="1"/>
          </p:cNvSpPr>
          <p:nvPr/>
        </p:nvSpPr>
        <p:spPr>
          <a:xfrm>
            <a:off x="76271" y="1301055"/>
            <a:ext cx="647786" cy="144914"/>
          </a:xfrm>
          <a:custGeom>
            <a:avLst/>
            <a:gdLst/>
            <a:ahLst/>
            <a:cxnLst/>
            <a:rect l="l" t="t" r="r" b="b"/>
            <a:pathLst>
              <a:path w="7331" h="1640">
                <a:moveTo>
                  <a:pt x="3073" y="1"/>
                </a:moveTo>
                <a:cubicBezTo>
                  <a:pt x="2890" y="1"/>
                  <a:pt x="2704" y="29"/>
                  <a:pt x="2525" y="77"/>
                </a:cubicBezTo>
                <a:cubicBezTo>
                  <a:pt x="2168" y="196"/>
                  <a:pt x="1822" y="327"/>
                  <a:pt x="1477" y="482"/>
                </a:cubicBezTo>
                <a:cubicBezTo>
                  <a:pt x="1013" y="673"/>
                  <a:pt x="525" y="792"/>
                  <a:pt x="24" y="851"/>
                </a:cubicBezTo>
                <a:cubicBezTo>
                  <a:pt x="1" y="851"/>
                  <a:pt x="1" y="899"/>
                  <a:pt x="24" y="899"/>
                </a:cubicBezTo>
                <a:cubicBezTo>
                  <a:pt x="679" y="851"/>
                  <a:pt x="1310" y="708"/>
                  <a:pt x="1918" y="458"/>
                </a:cubicBezTo>
                <a:cubicBezTo>
                  <a:pt x="2278" y="317"/>
                  <a:pt x="2660" y="196"/>
                  <a:pt x="3030" y="196"/>
                </a:cubicBezTo>
                <a:cubicBezTo>
                  <a:pt x="3345" y="196"/>
                  <a:pt x="3651" y="283"/>
                  <a:pt x="3930" y="518"/>
                </a:cubicBezTo>
                <a:cubicBezTo>
                  <a:pt x="3942" y="542"/>
                  <a:pt x="3977" y="542"/>
                  <a:pt x="4001" y="542"/>
                </a:cubicBezTo>
                <a:cubicBezTo>
                  <a:pt x="4008" y="545"/>
                  <a:pt x="4015" y="547"/>
                  <a:pt x="4022" y="547"/>
                </a:cubicBezTo>
                <a:cubicBezTo>
                  <a:pt x="4039" y="547"/>
                  <a:pt x="4056" y="538"/>
                  <a:pt x="4073" y="530"/>
                </a:cubicBezTo>
                <a:cubicBezTo>
                  <a:pt x="4199" y="422"/>
                  <a:pt x="4343" y="379"/>
                  <a:pt x="4496" y="379"/>
                </a:cubicBezTo>
                <a:cubicBezTo>
                  <a:pt x="4950" y="379"/>
                  <a:pt x="5482" y="757"/>
                  <a:pt x="5847" y="935"/>
                </a:cubicBezTo>
                <a:cubicBezTo>
                  <a:pt x="6323" y="1173"/>
                  <a:pt x="6787" y="1411"/>
                  <a:pt x="7275" y="1637"/>
                </a:cubicBezTo>
                <a:cubicBezTo>
                  <a:pt x="7279" y="1638"/>
                  <a:pt x="7283" y="1639"/>
                  <a:pt x="7287" y="1639"/>
                </a:cubicBezTo>
                <a:cubicBezTo>
                  <a:pt x="7316" y="1639"/>
                  <a:pt x="7331" y="1600"/>
                  <a:pt x="7299" y="1590"/>
                </a:cubicBezTo>
                <a:cubicBezTo>
                  <a:pt x="6656" y="1220"/>
                  <a:pt x="5990" y="875"/>
                  <a:pt x="5335" y="530"/>
                </a:cubicBezTo>
                <a:cubicBezTo>
                  <a:pt x="5055" y="386"/>
                  <a:pt x="4749" y="221"/>
                  <a:pt x="4456" y="221"/>
                </a:cubicBezTo>
                <a:cubicBezTo>
                  <a:pt x="4312" y="221"/>
                  <a:pt x="4170" y="261"/>
                  <a:pt x="4037" y="363"/>
                </a:cubicBezTo>
                <a:cubicBezTo>
                  <a:pt x="3770" y="104"/>
                  <a:pt x="3426" y="1"/>
                  <a:pt x="3073" y="1"/>
                </a:cubicBezTo>
                <a:close/>
              </a:path>
            </a:pathLst>
          </a:custGeom>
          <a:solidFill>
            <a:srgbClr val="1E3D28">
              <a:alpha val="53130"/>
            </a:srgbClr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8" name="Google Shape;1138;p14">
            <a:extLst>
              <a:ext uri="{FF2B5EF4-FFF2-40B4-BE49-F238E27FC236}">
                <a16:creationId xmlns:a16="http://schemas.microsoft.com/office/drawing/2014/main" id="{D9E6ABC0-23BD-4B96-AA9C-637AAB71B0B7}"/>
              </a:ext>
            </a:extLst>
          </p:cNvPr>
          <p:cNvSpPr>
            <a:spLocks noGrp="1"/>
          </p:cNvSpPr>
          <p:nvPr/>
        </p:nvSpPr>
        <p:spPr>
          <a:xfrm>
            <a:off x="99422" y="1084036"/>
            <a:ext cx="623222" cy="116196"/>
          </a:xfrm>
          <a:custGeom>
            <a:avLst/>
            <a:gdLst/>
            <a:ahLst/>
            <a:cxnLst/>
            <a:rect l="l" t="t" r="r" b="b"/>
            <a:pathLst>
              <a:path w="7053" h="1315">
                <a:moveTo>
                  <a:pt x="3248" y="1"/>
                </a:moveTo>
                <a:cubicBezTo>
                  <a:pt x="2991" y="1"/>
                  <a:pt x="2728" y="49"/>
                  <a:pt x="2465" y="128"/>
                </a:cubicBezTo>
                <a:cubicBezTo>
                  <a:pt x="2084" y="247"/>
                  <a:pt x="1727" y="414"/>
                  <a:pt x="1358" y="545"/>
                </a:cubicBezTo>
                <a:cubicBezTo>
                  <a:pt x="917" y="688"/>
                  <a:pt x="465" y="795"/>
                  <a:pt x="13" y="855"/>
                </a:cubicBezTo>
                <a:cubicBezTo>
                  <a:pt x="1" y="855"/>
                  <a:pt x="1" y="867"/>
                  <a:pt x="13" y="867"/>
                </a:cubicBezTo>
                <a:cubicBezTo>
                  <a:pt x="632" y="831"/>
                  <a:pt x="1239" y="712"/>
                  <a:pt x="1822" y="509"/>
                </a:cubicBezTo>
                <a:cubicBezTo>
                  <a:pt x="2269" y="348"/>
                  <a:pt x="2747" y="174"/>
                  <a:pt x="3212" y="174"/>
                </a:cubicBezTo>
                <a:cubicBezTo>
                  <a:pt x="3503" y="174"/>
                  <a:pt x="3790" y="242"/>
                  <a:pt x="4061" y="426"/>
                </a:cubicBezTo>
                <a:cubicBezTo>
                  <a:pt x="4073" y="432"/>
                  <a:pt x="4087" y="435"/>
                  <a:pt x="4104" y="435"/>
                </a:cubicBezTo>
                <a:cubicBezTo>
                  <a:pt x="4120" y="435"/>
                  <a:pt x="4138" y="432"/>
                  <a:pt x="4156" y="426"/>
                </a:cubicBezTo>
                <a:lnTo>
                  <a:pt x="4156" y="426"/>
                </a:lnTo>
                <a:cubicBezTo>
                  <a:pt x="4108" y="450"/>
                  <a:pt x="4061" y="497"/>
                  <a:pt x="4025" y="533"/>
                </a:cubicBezTo>
                <a:cubicBezTo>
                  <a:pt x="3964" y="584"/>
                  <a:pt x="4015" y="660"/>
                  <a:pt x="4076" y="660"/>
                </a:cubicBezTo>
                <a:cubicBezTo>
                  <a:pt x="4086" y="660"/>
                  <a:pt x="4097" y="658"/>
                  <a:pt x="4108" y="652"/>
                </a:cubicBezTo>
                <a:cubicBezTo>
                  <a:pt x="4381" y="474"/>
                  <a:pt x="4655" y="401"/>
                  <a:pt x="4927" y="401"/>
                </a:cubicBezTo>
                <a:cubicBezTo>
                  <a:pt x="5654" y="401"/>
                  <a:pt x="6366" y="917"/>
                  <a:pt x="6990" y="1307"/>
                </a:cubicBezTo>
                <a:cubicBezTo>
                  <a:pt x="6998" y="1313"/>
                  <a:pt x="7006" y="1315"/>
                  <a:pt x="7014" y="1315"/>
                </a:cubicBezTo>
                <a:cubicBezTo>
                  <a:pt x="7038" y="1315"/>
                  <a:pt x="7053" y="1290"/>
                  <a:pt x="7025" y="1271"/>
                </a:cubicBezTo>
                <a:cubicBezTo>
                  <a:pt x="6473" y="894"/>
                  <a:pt x="5615" y="196"/>
                  <a:pt x="4835" y="196"/>
                </a:cubicBezTo>
                <a:cubicBezTo>
                  <a:pt x="4612" y="196"/>
                  <a:pt x="4396" y="253"/>
                  <a:pt x="4195" y="391"/>
                </a:cubicBezTo>
                <a:lnTo>
                  <a:pt x="4195" y="391"/>
                </a:lnTo>
                <a:cubicBezTo>
                  <a:pt x="4227" y="361"/>
                  <a:pt x="4222" y="303"/>
                  <a:pt x="4180" y="271"/>
                </a:cubicBezTo>
                <a:cubicBezTo>
                  <a:pt x="3887" y="78"/>
                  <a:pt x="3573" y="1"/>
                  <a:pt x="3248" y="1"/>
                </a:cubicBezTo>
                <a:close/>
              </a:path>
            </a:pathLst>
          </a:custGeom>
          <a:solidFill>
            <a:srgbClr val="1E3D28">
              <a:alpha val="53130"/>
            </a:srgbClr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9" name="Google Shape;1139;p14">
            <a:extLst>
              <a:ext uri="{FF2B5EF4-FFF2-40B4-BE49-F238E27FC236}">
                <a16:creationId xmlns:a16="http://schemas.microsoft.com/office/drawing/2014/main" id="{B0BF1529-0B9B-448A-8918-8611BD4FEB02}"/>
              </a:ext>
            </a:extLst>
          </p:cNvPr>
          <p:cNvSpPr>
            <a:spLocks noGrp="1"/>
          </p:cNvSpPr>
          <p:nvPr/>
        </p:nvSpPr>
        <p:spPr>
          <a:xfrm>
            <a:off x="172056" y="876826"/>
            <a:ext cx="661836" cy="112839"/>
          </a:xfrm>
          <a:custGeom>
            <a:avLst/>
            <a:gdLst/>
            <a:ahLst/>
            <a:cxnLst/>
            <a:rect l="l" t="t" r="r" b="b"/>
            <a:pathLst>
              <a:path w="7490" h="1277">
                <a:moveTo>
                  <a:pt x="2565" y="0"/>
                </a:moveTo>
                <a:cubicBezTo>
                  <a:pt x="2464" y="0"/>
                  <a:pt x="2363" y="8"/>
                  <a:pt x="2262" y="21"/>
                </a:cubicBezTo>
                <a:cubicBezTo>
                  <a:pt x="1512" y="116"/>
                  <a:pt x="774" y="259"/>
                  <a:pt x="24" y="318"/>
                </a:cubicBezTo>
                <a:cubicBezTo>
                  <a:pt x="0" y="318"/>
                  <a:pt x="12" y="366"/>
                  <a:pt x="24" y="366"/>
                </a:cubicBezTo>
                <a:cubicBezTo>
                  <a:pt x="584" y="330"/>
                  <a:pt x="1131" y="271"/>
                  <a:pt x="1679" y="223"/>
                </a:cubicBezTo>
                <a:cubicBezTo>
                  <a:pt x="1938" y="203"/>
                  <a:pt x="2209" y="165"/>
                  <a:pt x="2470" y="165"/>
                </a:cubicBezTo>
                <a:cubicBezTo>
                  <a:pt x="2833" y="165"/>
                  <a:pt x="3178" y="240"/>
                  <a:pt x="3441" y="545"/>
                </a:cubicBezTo>
                <a:cubicBezTo>
                  <a:pt x="3465" y="568"/>
                  <a:pt x="3495" y="580"/>
                  <a:pt x="3524" y="580"/>
                </a:cubicBezTo>
                <a:cubicBezTo>
                  <a:pt x="3554" y="580"/>
                  <a:pt x="3584" y="568"/>
                  <a:pt x="3608" y="545"/>
                </a:cubicBezTo>
                <a:cubicBezTo>
                  <a:pt x="3799" y="378"/>
                  <a:pt x="4003" y="315"/>
                  <a:pt x="4214" y="315"/>
                </a:cubicBezTo>
                <a:cubicBezTo>
                  <a:pt x="4712" y="315"/>
                  <a:pt x="5243" y="670"/>
                  <a:pt x="5703" y="854"/>
                </a:cubicBezTo>
                <a:cubicBezTo>
                  <a:pt x="6214" y="1061"/>
                  <a:pt x="6745" y="1277"/>
                  <a:pt x="7295" y="1277"/>
                </a:cubicBezTo>
                <a:cubicBezTo>
                  <a:pt x="7348" y="1277"/>
                  <a:pt x="7400" y="1275"/>
                  <a:pt x="7453" y="1271"/>
                </a:cubicBezTo>
                <a:cubicBezTo>
                  <a:pt x="7489" y="1259"/>
                  <a:pt x="7489" y="1199"/>
                  <a:pt x="7453" y="1199"/>
                </a:cubicBezTo>
                <a:cubicBezTo>
                  <a:pt x="6489" y="1176"/>
                  <a:pt x="5727" y="664"/>
                  <a:pt x="4882" y="283"/>
                </a:cubicBezTo>
                <a:cubicBezTo>
                  <a:pt x="4645" y="179"/>
                  <a:pt x="4415" y="114"/>
                  <a:pt x="4195" y="114"/>
                </a:cubicBezTo>
                <a:cubicBezTo>
                  <a:pt x="3961" y="114"/>
                  <a:pt x="3739" y="188"/>
                  <a:pt x="3536" y="366"/>
                </a:cubicBezTo>
                <a:cubicBezTo>
                  <a:pt x="3275" y="96"/>
                  <a:pt x="2927" y="0"/>
                  <a:pt x="2565" y="0"/>
                </a:cubicBezTo>
                <a:close/>
              </a:path>
            </a:pathLst>
          </a:custGeom>
          <a:solidFill>
            <a:srgbClr val="1E3D28">
              <a:alpha val="53130"/>
            </a:srgbClr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0" name="Google Shape;1140;p14">
            <a:extLst>
              <a:ext uri="{FF2B5EF4-FFF2-40B4-BE49-F238E27FC236}">
                <a16:creationId xmlns:a16="http://schemas.microsoft.com/office/drawing/2014/main" id="{96F1649D-9F00-4636-8FE6-4D5C1A114827}"/>
              </a:ext>
            </a:extLst>
          </p:cNvPr>
          <p:cNvSpPr>
            <a:spLocks noGrp="1"/>
          </p:cNvSpPr>
          <p:nvPr/>
        </p:nvSpPr>
        <p:spPr>
          <a:xfrm>
            <a:off x="159420" y="688171"/>
            <a:ext cx="668110" cy="100026"/>
          </a:xfrm>
          <a:custGeom>
            <a:avLst/>
            <a:gdLst/>
            <a:ahLst/>
            <a:cxnLst/>
            <a:rect l="l" t="t" r="r" b="b"/>
            <a:pathLst>
              <a:path w="7561" h="1132">
                <a:moveTo>
                  <a:pt x="12" y="1"/>
                </a:moveTo>
                <a:cubicBezTo>
                  <a:pt x="0" y="1"/>
                  <a:pt x="0" y="13"/>
                  <a:pt x="12" y="13"/>
                </a:cubicBezTo>
                <a:cubicBezTo>
                  <a:pt x="536" y="298"/>
                  <a:pt x="1143" y="310"/>
                  <a:pt x="1727" y="358"/>
                </a:cubicBezTo>
                <a:cubicBezTo>
                  <a:pt x="2048" y="382"/>
                  <a:pt x="2358" y="405"/>
                  <a:pt x="2679" y="429"/>
                </a:cubicBezTo>
                <a:cubicBezTo>
                  <a:pt x="3084" y="453"/>
                  <a:pt x="3596" y="429"/>
                  <a:pt x="3810" y="870"/>
                </a:cubicBezTo>
                <a:cubicBezTo>
                  <a:pt x="3826" y="916"/>
                  <a:pt x="3871" y="942"/>
                  <a:pt x="3917" y="942"/>
                </a:cubicBezTo>
                <a:cubicBezTo>
                  <a:pt x="3942" y="942"/>
                  <a:pt x="3968" y="934"/>
                  <a:pt x="3989" y="917"/>
                </a:cubicBezTo>
                <a:lnTo>
                  <a:pt x="4013" y="917"/>
                </a:lnTo>
                <a:cubicBezTo>
                  <a:pt x="4247" y="774"/>
                  <a:pt x="4498" y="723"/>
                  <a:pt x="4755" y="723"/>
                </a:cubicBezTo>
                <a:cubicBezTo>
                  <a:pt x="5137" y="723"/>
                  <a:pt x="5530" y="837"/>
                  <a:pt x="5894" y="929"/>
                </a:cubicBezTo>
                <a:cubicBezTo>
                  <a:pt x="6430" y="1048"/>
                  <a:pt x="6977" y="1120"/>
                  <a:pt x="7525" y="1132"/>
                </a:cubicBezTo>
                <a:cubicBezTo>
                  <a:pt x="7549" y="1120"/>
                  <a:pt x="7561" y="1096"/>
                  <a:pt x="7537" y="1096"/>
                </a:cubicBezTo>
                <a:cubicBezTo>
                  <a:pt x="6763" y="1036"/>
                  <a:pt x="6061" y="798"/>
                  <a:pt x="5322" y="608"/>
                </a:cubicBezTo>
                <a:cubicBezTo>
                  <a:pt x="5139" y="550"/>
                  <a:pt x="4952" y="521"/>
                  <a:pt x="4766" y="521"/>
                </a:cubicBezTo>
                <a:cubicBezTo>
                  <a:pt x="4493" y="521"/>
                  <a:pt x="4225" y="583"/>
                  <a:pt x="3977" y="703"/>
                </a:cubicBezTo>
                <a:cubicBezTo>
                  <a:pt x="3679" y="227"/>
                  <a:pt x="3060" y="274"/>
                  <a:pt x="2536" y="263"/>
                </a:cubicBezTo>
                <a:cubicBezTo>
                  <a:pt x="1691" y="227"/>
                  <a:pt x="822" y="274"/>
                  <a:pt x="12" y="1"/>
                </a:cubicBezTo>
                <a:close/>
              </a:path>
            </a:pathLst>
          </a:custGeom>
          <a:solidFill>
            <a:srgbClr val="1E3D28">
              <a:alpha val="53130"/>
            </a:srgbClr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1" name="Google Shape;1141;p14">
            <a:extLst>
              <a:ext uri="{FF2B5EF4-FFF2-40B4-BE49-F238E27FC236}">
                <a16:creationId xmlns:a16="http://schemas.microsoft.com/office/drawing/2014/main" id="{495D04D8-9BE5-4AAB-9220-2B4ECA8659B6}"/>
              </a:ext>
            </a:extLst>
          </p:cNvPr>
          <p:cNvSpPr>
            <a:spLocks noGrp="1"/>
          </p:cNvSpPr>
          <p:nvPr/>
        </p:nvSpPr>
        <p:spPr>
          <a:xfrm>
            <a:off x="252024" y="520901"/>
            <a:ext cx="506053" cy="62825"/>
          </a:xfrm>
          <a:custGeom>
            <a:avLst/>
            <a:gdLst/>
            <a:ahLst/>
            <a:cxnLst/>
            <a:rect l="l" t="t" r="r" b="b"/>
            <a:pathLst>
              <a:path w="5727" h="711">
                <a:moveTo>
                  <a:pt x="24" y="1"/>
                </a:moveTo>
                <a:cubicBezTo>
                  <a:pt x="0" y="1"/>
                  <a:pt x="0" y="24"/>
                  <a:pt x="24" y="24"/>
                </a:cubicBezTo>
                <a:cubicBezTo>
                  <a:pt x="524" y="155"/>
                  <a:pt x="1036" y="286"/>
                  <a:pt x="1548" y="370"/>
                </a:cubicBezTo>
                <a:cubicBezTo>
                  <a:pt x="2060" y="465"/>
                  <a:pt x="2619" y="441"/>
                  <a:pt x="3072" y="667"/>
                </a:cubicBezTo>
                <a:cubicBezTo>
                  <a:pt x="3084" y="673"/>
                  <a:pt x="3093" y="676"/>
                  <a:pt x="3102" y="676"/>
                </a:cubicBezTo>
                <a:cubicBezTo>
                  <a:pt x="3111" y="676"/>
                  <a:pt x="3119" y="673"/>
                  <a:pt x="3131" y="667"/>
                </a:cubicBezTo>
                <a:cubicBezTo>
                  <a:pt x="3143" y="679"/>
                  <a:pt x="3155" y="691"/>
                  <a:pt x="3179" y="691"/>
                </a:cubicBezTo>
                <a:cubicBezTo>
                  <a:pt x="3377" y="664"/>
                  <a:pt x="3574" y="654"/>
                  <a:pt x="3770" y="654"/>
                </a:cubicBezTo>
                <a:cubicBezTo>
                  <a:pt x="4241" y="654"/>
                  <a:pt x="4708" y="710"/>
                  <a:pt x="5177" y="710"/>
                </a:cubicBezTo>
                <a:cubicBezTo>
                  <a:pt x="5356" y="710"/>
                  <a:pt x="5535" y="702"/>
                  <a:pt x="5715" y="679"/>
                </a:cubicBezTo>
                <a:cubicBezTo>
                  <a:pt x="5727" y="667"/>
                  <a:pt x="5727" y="643"/>
                  <a:pt x="5703" y="643"/>
                </a:cubicBezTo>
                <a:cubicBezTo>
                  <a:pt x="5640" y="647"/>
                  <a:pt x="5576" y="649"/>
                  <a:pt x="5513" y="649"/>
                </a:cubicBezTo>
                <a:cubicBezTo>
                  <a:pt x="4945" y="649"/>
                  <a:pt x="4365" y="520"/>
                  <a:pt x="3796" y="520"/>
                </a:cubicBezTo>
                <a:cubicBezTo>
                  <a:pt x="3588" y="520"/>
                  <a:pt x="3382" y="537"/>
                  <a:pt x="3179" y="584"/>
                </a:cubicBezTo>
                <a:cubicBezTo>
                  <a:pt x="3179" y="560"/>
                  <a:pt x="3155" y="536"/>
                  <a:pt x="3131" y="524"/>
                </a:cubicBezTo>
                <a:cubicBezTo>
                  <a:pt x="2715" y="298"/>
                  <a:pt x="2191" y="310"/>
                  <a:pt x="1726" y="251"/>
                </a:cubicBezTo>
                <a:cubicBezTo>
                  <a:pt x="1155" y="179"/>
                  <a:pt x="583" y="96"/>
                  <a:pt x="24" y="1"/>
                </a:cubicBezTo>
                <a:close/>
              </a:path>
            </a:pathLst>
          </a:custGeom>
          <a:solidFill>
            <a:srgbClr val="1E3D28">
              <a:alpha val="53130"/>
            </a:srgbClr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2" name="Google Shape;1142;p14">
            <a:extLst>
              <a:ext uri="{FF2B5EF4-FFF2-40B4-BE49-F238E27FC236}">
                <a16:creationId xmlns:a16="http://schemas.microsoft.com/office/drawing/2014/main" id="{87F8E68E-DEF2-4F75-A281-5054AB8DC7E4}"/>
              </a:ext>
            </a:extLst>
          </p:cNvPr>
          <p:cNvSpPr>
            <a:spLocks noGrp="1"/>
          </p:cNvSpPr>
          <p:nvPr/>
        </p:nvSpPr>
        <p:spPr>
          <a:xfrm>
            <a:off x="240714" y="325796"/>
            <a:ext cx="301758" cy="161880"/>
          </a:xfrm>
          <a:custGeom>
            <a:avLst/>
            <a:gdLst/>
            <a:ahLst/>
            <a:cxnLst/>
            <a:rect l="l" t="t" r="r" b="b"/>
            <a:pathLst>
              <a:path w="3415" h="1832">
                <a:moveTo>
                  <a:pt x="20" y="1"/>
                </a:moveTo>
                <a:cubicBezTo>
                  <a:pt x="10" y="1"/>
                  <a:pt x="1" y="9"/>
                  <a:pt x="9" y="18"/>
                </a:cubicBezTo>
                <a:cubicBezTo>
                  <a:pt x="378" y="423"/>
                  <a:pt x="842" y="637"/>
                  <a:pt x="1366" y="816"/>
                </a:cubicBezTo>
                <a:cubicBezTo>
                  <a:pt x="1962" y="1018"/>
                  <a:pt x="3033" y="1161"/>
                  <a:pt x="3307" y="1804"/>
                </a:cubicBezTo>
                <a:cubicBezTo>
                  <a:pt x="3315" y="1823"/>
                  <a:pt x="3329" y="1831"/>
                  <a:pt x="3344" y="1831"/>
                </a:cubicBezTo>
                <a:cubicBezTo>
                  <a:pt x="3376" y="1831"/>
                  <a:pt x="3414" y="1796"/>
                  <a:pt x="3414" y="1756"/>
                </a:cubicBezTo>
                <a:cubicBezTo>
                  <a:pt x="3236" y="1161"/>
                  <a:pt x="2605" y="1101"/>
                  <a:pt x="2069" y="947"/>
                </a:cubicBezTo>
                <a:cubicBezTo>
                  <a:pt x="1354" y="732"/>
                  <a:pt x="569" y="554"/>
                  <a:pt x="33" y="6"/>
                </a:cubicBezTo>
                <a:cubicBezTo>
                  <a:pt x="29" y="2"/>
                  <a:pt x="25" y="1"/>
                  <a:pt x="20" y="1"/>
                </a:cubicBezTo>
                <a:close/>
              </a:path>
            </a:pathLst>
          </a:custGeom>
          <a:solidFill>
            <a:srgbClr val="1E3D28">
              <a:alpha val="53130"/>
            </a:srgbClr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3" name="Google Shape;1143;p14">
            <a:extLst>
              <a:ext uri="{FF2B5EF4-FFF2-40B4-BE49-F238E27FC236}">
                <a16:creationId xmlns:a16="http://schemas.microsoft.com/office/drawing/2014/main" id="{9E6D16B1-D9F8-4BF4-80B4-DF45CEF85694}"/>
              </a:ext>
            </a:extLst>
          </p:cNvPr>
          <p:cNvSpPr>
            <a:spLocks noGrp="1"/>
          </p:cNvSpPr>
          <p:nvPr/>
        </p:nvSpPr>
        <p:spPr>
          <a:xfrm>
            <a:off x="529837" y="392598"/>
            <a:ext cx="355129" cy="121940"/>
          </a:xfrm>
          <a:custGeom>
            <a:avLst/>
            <a:gdLst/>
            <a:ahLst/>
            <a:cxnLst/>
            <a:rect l="l" t="t" r="r" b="b"/>
            <a:pathLst>
              <a:path w="4019" h="1380">
                <a:moveTo>
                  <a:pt x="3989" y="248"/>
                </a:moveTo>
                <a:cubicBezTo>
                  <a:pt x="3985" y="248"/>
                  <a:pt x="3981" y="248"/>
                  <a:pt x="3976" y="250"/>
                </a:cubicBezTo>
                <a:cubicBezTo>
                  <a:pt x="2750" y="738"/>
                  <a:pt x="904" y="0"/>
                  <a:pt x="35" y="1286"/>
                </a:cubicBezTo>
                <a:cubicBezTo>
                  <a:pt x="0" y="1330"/>
                  <a:pt x="36" y="1380"/>
                  <a:pt x="76" y="1380"/>
                </a:cubicBezTo>
                <a:cubicBezTo>
                  <a:pt x="90" y="1380"/>
                  <a:pt x="106" y="1373"/>
                  <a:pt x="118" y="1357"/>
                </a:cubicBezTo>
                <a:cubicBezTo>
                  <a:pt x="1107" y="262"/>
                  <a:pt x="2726" y="702"/>
                  <a:pt x="3988" y="286"/>
                </a:cubicBezTo>
                <a:cubicBezTo>
                  <a:pt x="4019" y="276"/>
                  <a:pt x="4014" y="248"/>
                  <a:pt x="3989" y="248"/>
                </a:cubicBezTo>
                <a:close/>
              </a:path>
            </a:pathLst>
          </a:custGeom>
          <a:solidFill>
            <a:srgbClr val="1E3D28">
              <a:alpha val="53130"/>
            </a:srgbClr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4" name="Google Shape;1144;p14">
            <a:extLst>
              <a:ext uri="{FF2B5EF4-FFF2-40B4-BE49-F238E27FC236}">
                <a16:creationId xmlns:a16="http://schemas.microsoft.com/office/drawing/2014/main" id="{C1E18E87-40D1-4E47-9405-5AEDB7D01847}"/>
              </a:ext>
            </a:extLst>
          </p:cNvPr>
          <p:cNvSpPr>
            <a:spLocks noGrp="1"/>
          </p:cNvSpPr>
          <p:nvPr/>
        </p:nvSpPr>
        <p:spPr>
          <a:xfrm>
            <a:off x="882139" y="257668"/>
            <a:ext cx="2915" cy="1590"/>
          </a:xfrm>
          <a:custGeom>
            <a:avLst/>
            <a:gdLst/>
            <a:ahLst/>
            <a:cxnLst/>
            <a:rect l="l" t="t" r="r" b="b"/>
            <a:pathLst>
              <a:path w="33" h="18">
                <a:moveTo>
                  <a:pt x="28" y="1"/>
                </a:moveTo>
                <a:cubicBezTo>
                  <a:pt x="28" y="1"/>
                  <a:pt x="26" y="1"/>
                  <a:pt x="25" y="3"/>
                </a:cubicBezTo>
                <a:lnTo>
                  <a:pt x="1" y="3"/>
                </a:lnTo>
                <a:cubicBezTo>
                  <a:pt x="1" y="3"/>
                  <a:pt x="1" y="15"/>
                  <a:pt x="1" y="15"/>
                </a:cubicBezTo>
                <a:lnTo>
                  <a:pt x="13" y="15"/>
                </a:lnTo>
                <a:cubicBezTo>
                  <a:pt x="15" y="17"/>
                  <a:pt x="16" y="17"/>
                  <a:pt x="18" y="17"/>
                </a:cubicBezTo>
                <a:cubicBezTo>
                  <a:pt x="26" y="17"/>
                  <a:pt x="32" y="1"/>
                  <a:pt x="28" y="1"/>
                </a:cubicBezTo>
                <a:close/>
              </a:path>
            </a:pathLst>
          </a:custGeom>
          <a:solidFill>
            <a:srgbClr val="1E3D28">
              <a:alpha val="53130"/>
            </a:srgbClr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5" name="Google Shape;1145;p14">
            <a:extLst>
              <a:ext uri="{FF2B5EF4-FFF2-40B4-BE49-F238E27FC236}">
                <a16:creationId xmlns:a16="http://schemas.microsoft.com/office/drawing/2014/main" id="{A281CA38-7C9E-4A7A-8996-98A06F02577F}"/>
              </a:ext>
            </a:extLst>
          </p:cNvPr>
          <p:cNvSpPr>
            <a:spLocks noGrp="1"/>
          </p:cNvSpPr>
          <p:nvPr/>
        </p:nvSpPr>
        <p:spPr>
          <a:xfrm>
            <a:off x="547421" y="264031"/>
            <a:ext cx="324026" cy="102500"/>
          </a:xfrm>
          <a:custGeom>
            <a:avLst/>
            <a:gdLst/>
            <a:ahLst/>
            <a:cxnLst/>
            <a:rect l="l" t="t" r="r" b="b"/>
            <a:pathLst>
              <a:path w="3667" h="1160">
                <a:moveTo>
                  <a:pt x="3643" y="0"/>
                </a:moveTo>
                <a:cubicBezTo>
                  <a:pt x="3640" y="0"/>
                  <a:pt x="3637" y="1"/>
                  <a:pt x="3634" y="2"/>
                </a:cubicBezTo>
                <a:cubicBezTo>
                  <a:pt x="2491" y="550"/>
                  <a:pt x="1003" y="110"/>
                  <a:pt x="38" y="1062"/>
                </a:cubicBezTo>
                <a:cubicBezTo>
                  <a:pt x="1" y="1100"/>
                  <a:pt x="30" y="1160"/>
                  <a:pt x="67" y="1160"/>
                </a:cubicBezTo>
                <a:cubicBezTo>
                  <a:pt x="77" y="1160"/>
                  <a:pt x="88" y="1155"/>
                  <a:pt x="98" y="1145"/>
                </a:cubicBezTo>
                <a:cubicBezTo>
                  <a:pt x="1062" y="217"/>
                  <a:pt x="2539" y="657"/>
                  <a:pt x="3646" y="38"/>
                </a:cubicBezTo>
                <a:cubicBezTo>
                  <a:pt x="3666" y="28"/>
                  <a:pt x="3661" y="0"/>
                  <a:pt x="3643" y="0"/>
                </a:cubicBezTo>
                <a:close/>
              </a:path>
            </a:pathLst>
          </a:custGeom>
          <a:solidFill>
            <a:srgbClr val="1E3D28">
              <a:alpha val="53130"/>
            </a:srgbClr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6" name="Google Shape;1146;p14">
            <a:extLst>
              <a:ext uri="{FF2B5EF4-FFF2-40B4-BE49-F238E27FC236}">
                <a16:creationId xmlns:a16="http://schemas.microsoft.com/office/drawing/2014/main" id="{EAA9CA92-C258-4EB2-ACDD-323F53570B68}"/>
              </a:ext>
            </a:extLst>
          </p:cNvPr>
          <p:cNvSpPr>
            <a:spLocks noGrp="1"/>
          </p:cNvSpPr>
          <p:nvPr/>
        </p:nvSpPr>
        <p:spPr>
          <a:xfrm>
            <a:off x="268106" y="152252"/>
            <a:ext cx="291773" cy="188654"/>
          </a:xfrm>
          <a:custGeom>
            <a:avLst/>
            <a:gdLst/>
            <a:ahLst/>
            <a:cxnLst/>
            <a:rect l="l" t="t" r="r" b="b"/>
            <a:pathLst>
              <a:path w="3302" h="2135">
                <a:moveTo>
                  <a:pt x="16" y="0"/>
                </a:moveTo>
                <a:cubicBezTo>
                  <a:pt x="10" y="0"/>
                  <a:pt x="0" y="9"/>
                  <a:pt x="9" y="17"/>
                </a:cubicBezTo>
                <a:cubicBezTo>
                  <a:pt x="342" y="434"/>
                  <a:pt x="782" y="755"/>
                  <a:pt x="1271" y="958"/>
                </a:cubicBezTo>
                <a:cubicBezTo>
                  <a:pt x="1866" y="1232"/>
                  <a:pt x="2866" y="1458"/>
                  <a:pt x="3176" y="2101"/>
                </a:cubicBezTo>
                <a:cubicBezTo>
                  <a:pt x="3189" y="2124"/>
                  <a:pt x="3212" y="2135"/>
                  <a:pt x="3235" y="2135"/>
                </a:cubicBezTo>
                <a:cubicBezTo>
                  <a:pt x="3269" y="2135"/>
                  <a:pt x="3302" y="2109"/>
                  <a:pt x="3295" y="2065"/>
                </a:cubicBezTo>
                <a:cubicBezTo>
                  <a:pt x="3247" y="1541"/>
                  <a:pt x="2461" y="1279"/>
                  <a:pt x="2044" y="1125"/>
                </a:cubicBezTo>
                <a:cubicBezTo>
                  <a:pt x="1318" y="851"/>
                  <a:pt x="532" y="636"/>
                  <a:pt x="20" y="5"/>
                </a:cubicBezTo>
                <a:cubicBezTo>
                  <a:pt x="20" y="2"/>
                  <a:pt x="18" y="0"/>
                  <a:pt x="16" y="0"/>
                </a:cubicBezTo>
                <a:close/>
              </a:path>
            </a:pathLst>
          </a:custGeom>
          <a:solidFill>
            <a:srgbClr val="1E3D28">
              <a:alpha val="53130"/>
            </a:srgbClr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7" name="Google Shape;1147;p14">
            <a:extLst>
              <a:ext uri="{FF2B5EF4-FFF2-40B4-BE49-F238E27FC236}">
                <a16:creationId xmlns:a16="http://schemas.microsoft.com/office/drawing/2014/main" id="{874E0154-5C8F-4E56-A8F6-ECEFA0CF0DBE}"/>
              </a:ext>
            </a:extLst>
          </p:cNvPr>
          <p:cNvSpPr>
            <a:spLocks noGrp="1"/>
          </p:cNvSpPr>
          <p:nvPr/>
        </p:nvSpPr>
        <p:spPr>
          <a:xfrm>
            <a:off x="337736" y="27042"/>
            <a:ext cx="230980" cy="197313"/>
          </a:xfrm>
          <a:custGeom>
            <a:avLst/>
            <a:gdLst/>
            <a:ahLst/>
            <a:cxnLst/>
            <a:rect l="l" t="t" r="r" b="b"/>
            <a:pathLst>
              <a:path w="2614" h="2233">
                <a:moveTo>
                  <a:pt x="34" y="1"/>
                </a:moveTo>
                <a:cubicBezTo>
                  <a:pt x="15" y="1"/>
                  <a:pt x="1" y="12"/>
                  <a:pt x="18" y="29"/>
                </a:cubicBezTo>
                <a:cubicBezTo>
                  <a:pt x="375" y="458"/>
                  <a:pt x="852" y="720"/>
                  <a:pt x="1316" y="1018"/>
                </a:cubicBezTo>
                <a:cubicBezTo>
                  <a:pt x="1792" y="1327"/>
                  <a:pt x="2221" y="1744"/>
                  <a:pt x="2542" y="2220"/>
                </a:cubicBezTo>
                <a:cubicBezTo>
                  <a:pt x="2551" y="2229"/>
                  <a:pt x="2562" y="2232"/>
                  <a:pt x="2573" y="2232"/>
                </a:cubicBezTo>
                <a:cubicBezTo>
                  <a:pt x="2594" y="2232"/>
                  <a:pt x="2614" y="2219"/>
                  <a:pt x="2614" y="2196"/>
                </a:cubicBezTo>
                <a:cubicBezTo>
                  <a:pt x="2507" y="1708"/>
                  <a:pt x="2090" y="1387"/>
                  <a:pt x="1697" y="1125"/>
                </a:cubicBezTo>
                <a:cubicBezTo>
                  <a:pt x="1137" y="756"/>
                  <a:pt x="518" y="506"/>
                  <a:pt x="54" y="6"/>
                </a:cubicBezTo>
                <a:cubicBezTo>
                  <a:pt x="48" y="2"/>
                  <a:pt x="40" y="1"/>
                  <a:pt x="34" y="1"/>
                </a:cubicBezTo>
                <a:close/>
              </a:path>
            </a:pathLst>
          </a:custGeom>
          <a:solidFill>
            <a:srgbClr val="1E3D28">
              <a:alpha val="53130"/>
            </a:srgbClr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8" name="Google Shape;1148;p14">
            <a:extLst>
              <a:ext uri="{FF2B5EF4-FFF2-40B4-BE49-F238E27FC236}">
                <a16:creationId xmlns:a16="http://schemas.microsoft.com/office/drawing/2014/main" id="{CFE82DF5-1192-4E92-89D5-FB6C8BC504E8}"/>
              </a:ext>
            </a:extLst>
          </p:cNvPr>
          <p:cNvSpPr>
            <a:spLocks noGrp="1"/>
          </p:cNvSpPr>
          <p:nvPr/>
        </p:nvSpPr>
        <p:spPr>
          <a:xfrm>
            <a:off x="558643" y="132459"/>
            <a:ext cx="273836" cy="104886"/>
          </a:xfrm>
          <a:custGeom>
            <a:avLst/>
            <a:gdLst/>
            <a:ahLst/>
            <a:cxnLst/>
            <a:rect l="l" t="t" r="r" b="b"/>
            <a:pathLst>
              <a:path w="3099" h="1187">
                <a:moveTo>
                  <a:pt x="3064" y="1"/>
                </a:moveTo>
                <a:cubicBezTo>
                  <a:pt x="3061" y="1"/>
                  <a:pt x="3058" y="2"/>
                  <a:pt x="3055" y="3"/>
                </a:cubicBezTo>
                <a:cubicBezTo>
                  <a:pt x="2507" y="360"/>
                  <a:pt x="1947" y="479"/>
                  <a:pt x="1316" y="634"/>
                </a:cubicBezTo>
                <a:cubicBezTo>
                  <a:pt x="876" y="741"/>
                  <a:pt x="423" y="837"/>
                  <a:pt x="42" y="1099"/>
                </a:cubicBezTo>
                <a:cubicBezTo>
                  <a:pt x="1" y="1119"/>
                  <a:pt x="32" y="1186"/>
                  <a:pt x="73" y="1186"/>
                </a:cubicBezTo>
                <a:cubicBezTo>
                  <a:pt x="78" y="1186"/>
                  <a:pt x="84" y="1185"/>
                  <a:pt x="90" y="1182"/>
                </a:cubicBezTo>
                <a:cubicBezTo>
                  <a:pt x="650" y="896"/>
                  <a:pt x="1197" y="801"/>
                  <a:pt x="1804" y="658"/>
                </a:cubicBezTo>
                <a:cubicBezTo>
                  <a:pt x="2245" y="551"/>
                  <a:pt x="2745" y="372"/>
                  <a:pt x="3078" y="51"/>
                </a:cubicBezTo>
                <a:cubicBezTo>
                  <a:pt x="3099" y="30"/>
                  <a:pt x="3084" y="1"/>
                  <a:pt x="3064" y="1"/>
                </a:cubicBezTo>
                <a:close/>
              </a:path>
            </a:pathLst>
          </a:custGeom>
          <a:solidFill>
            <a:srgbClr val="1E3D28">
              <a:alpha val="53130"/>
            </a:srgbClr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9" name="Google Shape;1149;p14">
            <a:extLst>
              <a:ext uri="{FF2B5EF4-FFF2-40B4-BE49-F238E27FC236}">
                <a16:creationId xmlns:a16="http://schemas.microsoft.com/office/drawing/2014/main" id="{FCF1140C-22B4-4C8D-9EAC-F6F1B35CD1B5}"/>
              </a:ext>
            </a:extLst>
          </p:cNvPr>
          <p:cNvSpPr>
            <a:spLocks noGrp="1"/>
          </p:cNvSpPr>
          <p:nvPr/>
        </p:nvSpPr>
        <p:spPr>
          <a:xfrm>
            <a:off x="419560" y="-83853"/>
            <a:ext cx="162675" cy="165326"/>
          </a:xfrm>
          <a:custGeom>
            <a:avLst/>
            <a:gdLst/>
            <a:ahLst/>
            <a:cxnLst/>
            <a:rect l="l" t="t" r="r" b="b"/>
            <a:pathLst>
              <a:path w="1841" h="1871">
                <a:moveTo>
                  <a:pt x="20" y="0"/>
                </a:moveTo>
                <a:cubicBezTo>
                  <a:pt x="10" y="0"/>
                  <a:pt x="1" y="14"/>
                  <a:pt x="9" y="22"/>
                </a:cubicBezTo>
                <a:cubicBezTo>
                  <a:pt x="223" y="368"/>
                  <a:pt x="497" y="677"/>
                  <a:pt x="807" y="939"/>
                </a:cubicBezTo>
                <a:cubicBezTo>
                  <a:pt x="1152" y="1237"/>
                  <a:pt x="1462" y="1558"/>
                  <a:pt x="1795" y="1868"/>
                </a:cubicBezTo>
                <a:cubicBezTo>
                  <a:pt x="1797" y="1870"/>
                  <a:pt x="1800" y="1871"/>
                  <a:pt x="1803" y="1871"/>
                </a:cubicBezTo>
                <a:cubicBezTo>
                  <a:pt x="1818" y="1871"/>
                  <a:pt x="1840" y="1851"/>
                  <a:pt x="1831" y="1832"/>
                </a:cubicBezTo>
                <a:cubicBezTo>
                  <a:pt x="1652" y="1511"/>
                  <a:pt x="1319" y="1272"/>
                  <a:pt x="1033" y="1046"/>
                </a:cubicBezTo>
                <a:cubicBezTo>
                  <a:pt x="640" y="760"/>
                  <a:pt x="307" y="403"/>
                  <a:pt x="33" y="10"/>
                </a:cubicBezTo>
                <a:cubicBezTo>
                  <a:pt x="29" y="3"/>
                  <a:pt x="24" y="0"/>
                  <a:pt x="20" y="0"/>
                </a:cubicBezTo>
                <a:close/>
              </a:path>
            </a:pathLst>
          </a:custGeom>
          <a:solidFill>
            <a:srgbClr val="1E3D28">
              <a:alpha val="53130"/>
            </a:srgbClr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0" name="Google Shape;1150;p14">
            <a:extLst>
              <a:ext uri="{FF2B5EF4-FFF2-40B4-BE49-F238E27FC236}">
                <a16:creationId xmlns:a16="http://schemas.microsoft.com/office/drawing/2014/main" id="{CE25B00A-5C41-4D8A-B45F-C8714497D3CD}"/>
              </a:ext>
            </a:extLst>
          </p:cNvPr>
          <p:cNvSpPr>
            <a:spLocks noGrp="1"/>
          </p:cNvSpPr>
          <p:nvPr/>
        </p:nvSpPr>
        <p:spPr>
          <a:xfrm>
            <a:off x="570395" y="2035"/>
            <a:ext cx="213749" cy="136962"/>
          </a:xfrm>
          <a:custGeom>
            <a:avLst/>
            <a:gdLst/>
            <a:ahLst/>
            <a:cxnLst/>
            <a:rect l="l" t="t" r="r" b="b"/>
            <a:pathLst>
              <a:path w="2419" h="1550">
                <a:moveTo>
                  <a:pt x="2384" y="0"/>
                </a:moveTo>
                <a:cubicBezTo>
                  <a:pt x="2381" y="0"/>
                  <a:pt x="2377" y="1"/>
                  <a:pt x="2374" y="3"/>
                </a:cubicBezTo>
                <a:cubicBezTo>
                  <a:pt x="1660" y="598"/>
                  <a:pt x="457" y="550"/>
                  <a:pt x="17" y="1491"/>
                </a:cubicBezTo>
                <a:cubicBezTo>
                  <a:pt x="1" y="1523"/>
                  <a:pt x="32" y="1549"/>
                  <a:pt x="62" y="1549"/>
                </a:cubicBezTo>
                <a:cubicBezTo>
                  <a:pt x="77" y="1549"/>
                  <a:pt x="92" y="1543"/>
                  <a:pt x="100" y="1527"/>
                </a:cubicBezTo>
                <a:cubicBezTo>
                  <a:pt x="564" y="646"/>
                  <a:pt x="1719" y="670"/>
                  <a:pt x="2398" y="39"/>
                </a:cubicBezTo>
                <a:cubicBezTo>
                  <a:pt x="2418" y="28"/>
                  <a:pt x="2403" y="0"/>
                  <a:pt x="2384" y="0"/>
                </a:cubicBezTo>
                <a:close/>
              </a:path>
            </a:pathLst>
          </a:custGeom>
          <a:solidFill>
            <a:srgbClr val="1E3D28">
              <a:alpha val="53130"/>
            </a:srgbClr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1" name="Google Shape;1151;p14">
            <a:extLst>
              <a:ext uri="{FF2B5EF4-FFF2-40B4-BE49-F238E27FC236}">
                <a16:creationId xmlns:a16="http://schemas.microsoft.com/office/drawing/2014/main" id="{E8CD7FB2-AC36-48C4-A978-DC736641CE29}"/>
              </a:ext>
            </a:extLst>
          </p:cNvPr>
          <p:cNvSpPr>
            <a:spLocks noGrp="1"/>
          </p:cNvSpPr>
          <p:nvPr/>
        </p:nvSpPr>
        <p:spPr>
          <a:xfrm>
            <a:off x="580203" y="-116282"/>
            <a:ext cx="151365" cy="149598"/>
          </a:xfrm>
          <a:custGeom>
            <a:avLst/>
            <a:gdLst/>
            <a:ahLst/>
            <a:cxnLst/>
            <a:rect l="l" t="t" r="r" b="b"/>
            <a:pathLst>
              <a:path w="1713" h="1693">
                <a:moveTo>
                  <a:pt x="1684" y="0"/>
                </a:moveTo>
                <a:cubicBezTo>
                  <a:pt x="1679" y="0"/>
                  <a:pt x="1673" y="3"/>
                  <a:pt x="1668" y="8"/>
                </a:cubicBezTo>
                <a:cubicBezTo>
                  <a:pt x="1060" y="496"/>
                  <a:pt x="108" y="758"/>
                  <a:pt x="1" y="1651"/>
                </a:cubicBezTo>
                <a:cubicBezTo>
                  <a:pt x="1" y="1675"/>
                  <a:pt x="21" y="1693"/>
                  <a:pt x="38" y="1693"/>
                </a:cubicBezTo>
                <a:cubicBezTo>
                  <a:pt x="48" y="1693"/>
                  <a:pt x="56" y="1688"/>
                  <a:pt x="60" y="1675"/>
                </a:cubicBezTo>
                <a:cubicBezTo>
                  <a:pt x="120" y="1437"/>
                  <a:pt x="227" y="1223"/>
                  <a:pt x="370" y="1044"/>
                </a:cubicBezTo>
                <a:cubicBezTo>
                  <a:pt x="525" y="877"/>
                  <a:pt x="691" y="746"/>
                  <a:pt x="882" y="639"/>
                </a:cubicBezTo>
                <a:cubicBezTo>
                  <a:pt x="1179" y="473"/>
                  <a:pt x="1453" y="270"/>
                  <a:pt x="1703" y="44"/>
                </a:cubicBezTo>
                <a:cubicBezTo>
                  <a:pt x="1712" y="26"/>
                  <a:pt x="1701" y="0"/>
                  <a:pt x="1684" y="0"/>
                </a:cubicBezTo>
                <a:close/>
              </a:path>
            </a:pathLst>
          </a:custGeom>
          <a:solidFill>
            <a:srgbClr val="1E3D28">
              <a:alpha val="53130"/>
            </a:srgbClr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2" name="Google Shape;1152;p14">
            <a:extLst>
              <a:ext uri="{FF2B5EF4-FFF2-40B4-BE49-F238E27FC236}">
                <a16:creationId xmlns:a16="http://schemas.microsoft.com/office/drawing/2014/main" id="{79282FF1-43FD-417C-BC1F-D9ADAE0573E4}"/>
              </a:ext>
            </a:extLst>
          </p:cNvPr>
          <p:cNvSpPr>
            <a:spLocks noGrp="1"/>
          </p:cNvSpPr>
          <p:nvPr/>
        </p:nvSpPr>
        <p:spPr>
          <a:xfrm>
            <a:off x="484772" y="-243701"/>
            <a:ext cx="170274" cy="225766"/>
          </a:xfrm>
          <a:custGeom>
            <a:avLst/>
            <a:gdLst/>
            <a:ahLst/>
            <a:cxnLst/>
            <a:rect l="l" t="t" r="r" b="b"/>
            <a:pathLst>
              <a:path w="1927" h="2555">
                <a:moveTo>
                  <a:pt x="1920" y="1"/>
                </a:moveTo>
                <a:cubicBezTo>
                  <a:pt x="1917" y="1"/>
                  <a:pt x="1914" y="4"/>
                  <a:pt x="1914" y="10"/>
                </a:cubicBezTo>
                <a:cubicBezTo>
                  <a:pt x="1914" y="664"/>
                  <a:pt x="1533" y="1153"/>
                  <a:pt x="1295" y="1700"/>
                </a:cubicBezTo>
                <a:lnTo>
                  <a:pt x="1259" y="1784"/>
                </a:lnTo>
                <a:lnTo>
                  <a:pt x="1224" y="1843"/>
                </a:lnTo>
                <a:cubicBezTo>
                  <a:pt x="1212" y="1819"/>
                  <a:pt x="1200" y="1819"/>
                  <a:pt x="1188" y="1807"/>
                </a:cubicBezTo>
                <a:cubicBezTo>
                  <a:pt x="1093" y="1569"/>
                  <a:pt x="938" y="1355"/>
                  <a:pt x="747" y="1188"/>
                </a:cubicBezTo>
                <a:cubicBezTo>
                  <a:pt x="485" y="915"/>
                  <a:pt x="212" y="676"/>
                  <a:pt x="33" y="331"/>
                </a:cubicBezTo>
                <a:cubicBezTo>
                  <a:pt x="30" y="328"/>
                  <a:pt x="25" y="326"/>
                  <a:pt x="21" y="326"/>
                </a:cubicBezTo>
                <a:cubicBezTo>
                  <a:pt x="10" y="326"/>
                  <a:pt x="1" y="335"/>
                  <a:pt x="9" y="343"/>
                </a:cubicBezTo>
                <a:cubicBezTo>
                  <a:pt x="164" y="629"/>
                  <a:pt x="354" y="879"/>
                  <a:pt x="581" y="1117"/>
                </a:cubicBezTo>
                <a:cubicBezTo>
                  <a:pt x="807" y="1391"/>
                  <a:pt x="974" y="1665"/>
                  <a:pt x="1176" y="1950"/>
                </a:cubicBezTo>
                <a:cubicBezTo>
                  <a:pt x="1176" y="1956"/>
                  <a:pt x="1182" y="1959"/>
                  <a:pt x="1189" y="1959"/>
                </a:cubicBezTo>
                <a:cubicBezTo>
                  <a:pt x="1197" y="1959"/>
                  <a:pt x="1206" y="1956"/>
                  <a:pt x="1212" y="1950"/>
                </a:cubicBezTo>
                <a:lnTo>
                  <a:pt x="1212" y="1950"/>
                </a:lnTo>
                <a:cubicBezTo>
                  <a:pt x="1152" y="2141"/>
                  <a:pt x="1128" y="2343"/>
                  <a:pt x="1140" y="2546"/>
                </a:cubicBezTo>
                <a:cubicBezTo>
                  <a:pt x="1140" y="2552"/>
                  <a:pt x="1146" y="2555"/>
                  <a:pt x="1152" y="2555"/>
                </a:cubicBezTo>
                <a:cubicBezTo>
                  <a:pt x="1158" y="2555"/>
                  <a:pt x="1164" y="2552"/>
                  <a:pt x="1164" y="2546"/>
                </a:cubicBezTo>
                <a:cubicBezTo>
                  <a:pt x="1212" y="2343"/>
                  <a:pt x="1224" y="2141"/>
                  <a:pt x="1271" y="1927"/>
                </a:cubicBezTo>
                <a:cubicBezTo>
                  <a:pt x="1295" y="1891"/>
                  <a:pt x="1307" y="1855"/>
                  <a:pt x="1319" y="1807"/>
                </a:cubicBezTo>
                <a:cubicBezTo>
                  <a:pt x="1331" y="1772"/>
                  <a:pt x="1331" y="1736"/>
                  <a:pt x="1343" y="1712"/>
                </a:cubicBezTo>
                <a:cubicBezTo>
                  <a:pt x="1414" y="1522"/>
                  <a:pt x="1545" y="1355"/>
                  <a:pt x="1628" y="1188"/>
                </a:cubicBezTo>
                <a:cubicBezTo>
                  <a:pt x="1819" y="819"/>
                  <a:pt x="1914" y="414"/>
                  <a:pt x="1926" y="10"/>
                </a:cubicBezTo>
                <a:cubicBezTo>
                  <a:pt x="1926" y="4"/>
                  <a:pt x="1923" y="1"/>
                  <a:pt x="1920" y="1"/>
                </a:cubicBezTo>
                <a:close/>
              </a:path>
            </a:pathLst>
          </a:custGeom>
          <a:solidFill>
            <a:srgbClr val="1E3D28">
              <a:alpha val="53130"/>
            </a:srgbClr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4" name="Google Shape;1154;p14">
            <a:extLst>
              <a:ext uri="{FF2B5EF4-FFF2-40B4-BE49-F238E27FC236}">
                <a16:creationId xmlns:a16="http://schemas.microsoft.com/office/drawing/2014/main" id="{B156C98C-72E1-4F1A-BE0B-3224AFC47551}"/>
              </a:ext>
            </a:extLst>
          </p:cNvPr>
          <p:cNvSpPr>
            <a:spLocks noGrp="1"/>
          </p:cNvSpPr>
          <p:nvPr/>
        </p:nvSpPr>
        <p:spPr>
          <a:xfrm flipH="1">
            <a:off x="-20851497" y="2339740"/>
            <a:ext cx="2205126" cy="3063243"/>
          </a:xfrm>
          <a:custGeom>
            <a:avLst/>
            <a:gdLst/>
            <a:ahLst/>
            <a:cxnLst/>
            <a:rect l="l" t="t" r="r" b="b"/>
            <a:pathLst>
              <a:path w="63079" h="87626">
                <a:moveTo>
                  <a:pt x="21923" y="1"/>
                </a:moveTo>
                <a:cubicBezTo>
                  <a:pt x="21397" y="1"/>
                  <a:pt x="20850" y="26"/>
                  <a:pt x="20281" y="79"/>
                </a:cubicBezTo>
                <a:cubicBezTo>
                  <a:pt x="20281" y="79"/>
                  <a:pt x="16012" y="79"/>
                  <a:pt x="12109" y="4949"/>
                </a:cubicBezTo>
                <a:cubicBezTo>
                  <a:pt x="8239" y="9786"/>
                  <a:pt x="8506" y="7951"/>
                  <a:pt x="5404" y="16024"/>
                </a:cubicBezTo>
                <a:cubicBezTo>
                  <a:pt x="2302" y="24063"/>
                  <a:pt x="1435" y="28399"/>
                  <a:pt x="1134" y="33069"/>
                </a:cubicBezTo>
                <a:cubicBezTo>
                  <a:pt x="801" y="37739"/>
                  <a:pt x="0" y="39407"/>
                  <a:pt x="1735" y="47613"/>
                </a:cubicBezTo>
                <a:cubicBezTo>
                  <a:pt x="3436" y="55852"/>
                  <a:pt x="3303" y="55652"/>
                  <a:pt x="5437" y="59955"/>
                </a:cubicBezTo>
                <a:cubicBezTo>
                  <a:pt x="7572" y="64225"/>
                  <a:pt x="6672" y="69428"/>
                  <a:pt x="8106" y="73231"/>
                </a:cubicBezTo>
                <a:cubicBezTo>
                  <a:pt x="9574" y="77034"/>
                  <a:pt x="12176" y="76333"/>
                  <a:pt x="12609" y="80370"/>
                </a:cubicBezTo>
                <a:cubicBezTo>
                  <a:pt x="13043" y="84372"/>
                  <a:pt x="15845" y="84973"/>
                  <a:pt x="19681" y="85240"/>
                </a:cubicBezTo>
                <a:cubicBezTo>
                  <a:pt x="22857" y="85461"/>
                  <a:pt x="24707" y="87625"/>
                  <a:pt x="27407" y="87625"/>
                </a:cubicBezTo>
                <a:cubicBezTo>
                  <a:pt x="27969" y="87625"/>
                  <a:pt x="28567" y="87532"/>
                  <a:pt x="29221" y="87308"/>
                </a:cubicBezTo>
                <a:cubicBezTo>
                  <a:pt x="32990" y="86007"/>
                  <a:pt x="34958" y="73798"/>
                  <a:pt x="34958" y="73798"/>
                </a:cubicBezTo>
                <a:lnTo>
                  <a:pt x="34258" y="69428"/>
                </a:lnTo>
                <a:lnTo>
                  <a:pt x="34258" y="69428"/>
                </a:lnTo>
                <a:cubicBezTo>
                  <a:pt x="34258" y="69429"/>
                  <a:pt x="35526" y="73798"/>
                  <a:pt x="38795" y="75866"/>
                </a:cubicBezTo>
                <a:cubicBezTo>
                  <a:pt x="42097" y="77934"/>
                  <a:pt x="44765" y="84806"/>
                  <a:pt x="49836" y="85140"/>
                </a:cubicBezTo>
                <a:cubicBezTo>
                  <a:pt x="49972" y="85149"/>
                  <a:pt x="50103" y="85153"/>
                  <a:pt x="50229" y="85153"/>
                </a:cubicBezTo>
                <a:cubicBezTo>
                  <a:pt x="54866" y="85153"/>
                  <a:pt x="53588" y="79340"/>
                  <a:pt x="56641" y="77067"/>
                </a:cubicBezTo>
                <a:cubicBezTo>
                  <a:pt x="59810" y="74699"/>
                  <a:pt x="63079" y="66093"/>
                  <a:pt x="60510" y="59822"/>
                </a:cubicBezTo>
                <a:cubicBezTo>
                  <a:pt x="57942" y="53517"/>
                  <a:pt x="60543" y="48680"/>
                  <a:pt x="55607" y="43743"/>
                </a:cubicBezTo>
                <a:cubicBezTo>
                  <a:pt x="50670" y="38806"/>
                  <a:pt x="55473" y="33169"/>
                  <a:pt x="48768" y="26865"/>
                </a:cubicBezTo>
                <a:cubicBezTo>
                  <a:pt x="45032" y="23362"/>
                  <a:pt x="45266" y="19826"/>
                  <a:pt x="40095" y="16190"/>
                </a:cubicBezTo>
                <a:cubicBezTo>
                  <a:pt x="35146" y="12742"/>
                  <a:pt x="33712" y="1"/>
                  <a:pt x="21923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5" name="Google Shape;1155;p14">
            <a:extLst>
              <a:ext uri="{FF2B5EF4-FFF2-40B4-BE49-F238E27FC236}">
                <a16:creationId xmlns:a16="http://schemas.microsoft.com/office/drawing/2014/main" id="{35ACFDDE-6A9C-4CC7-85F1-F9C965DF4715}"/>
              </a:ext>
            </a:extLst>
          </p:cNvPr>
          <p:cNvSpPr>
            <a:spLocks noGrp="1"/>
          </p:cNvSpPr>
          <p:nvPr/>
        </p:nvSpPr>
        <p:spPr>
          <a:xfrm flipH="1">
            <a:off x="-21395691" y="4628031"/>
            <a:ext cx="1431829" cy="600972"/>
          </a:xfrm>
          <a:custGeom>
            <a:avLst/>
            <a:gdLst/>
            <a:ahLst/>
            <a:cxnLst/>
            <a:rect l="l" t="t" r="r" b="b"/>
            <a:pathLst>
              <a:path w="45333" h="19849">
                <a:moveTo>
                  <a:pt x="1" y="19848"/>
                </a:moveTo>
                <a:cubicBezTo>
                  <a:pt x="1" y="19848"/>
                  <a:pt x="7306" y="16946"/>
                  <a:pt x="11309" y="11142"/>
                </a:cubicBezTo>
                <a:cubicBezTo>
                  <a:pt x="15345" y="5371"/>
                  <a:pt x="19615" y="1"/>
                  <a:pt x="19615" y="1"/>
                </a:cubicBezTo>
                <a:cubicBezTo>
                  <a:pt x="19615" y="1"/>
                  <a:pt x="25619" y="6005"/>
                  <a:pt x="34792" y="8040"/>
                </a:cubicBezTo>
                <a:cubicBezTo>
                  <a:pt x="43965" y="10075"/>
                  <a:pt x="45333" y="11776"/>
                  <a:pt x="45333" y="11776"/>
                </a:cubicBezTo>
              </a:path>
            </a:pathLst>
          </a:custGeom>
          <a:noFill/>
          <a:ln w="10000" cmpd="sng">
            <a:solidFill>
              <a:schemeClr val="accent2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6" name="Google Shape;1156;p14">
            <a:extLst>
              <a:ext uri="{FF2B5EF4-FFF2-40B4-BE49-F238E27FC236}">
                <a16:creationId xmlns:a16="http://schemas.microsoft.com/office/drawing/2014/main" id="{C6D984C8-9EBE-44D8-B673-950FDC3874B3}"/>
              </a:ext>
            </a:extLst>
          </p:cNvPr>
          <p:cNvSpPr>
            <a:spLocks noGrp="1"/>
          </p:cNvSpPr>
          <p:nvPr/>
        </p:nvSpPr>
        <p:spPr>
          <a:xfrm flipH="1">
            <a:off x="-21218691" y="4462469"/>
            <a:ext cx="1723672" cy="468788"/>
          </a:xfrm>
          <a:custGeom>
            <a:avLst/>
            <a:gdLst/>
            <a:ahLst/>
            <a:cxnLst/>
            <a:rect l="l" t="t" r="r" b="b"/>
            <a:pathLst>
              <a:path w="54573" h="13410">
                <a:moveTo>
                  <a:pt x="1" y="13410"/>
                </a:moveTo>
                <a:cubicBezTo>
                  <a:pt x="1" y="13410"/>
                  <a:pt x="3837" y="10308"/>
                  <a:pt x="12109" y="8506"/>
                </a:cubicBezTo>
                <a:cubicBezTo>
                  <a:pt x="20382" y="6672"/>
                  <a:pt x="23851" y="0"/>
                  <a:pt x="23851" y="0"/>
                </a:cubicBezTo>
                <a:cubicBezTo>
                  <a:pt x="23851" y="0"/>
                  <a:pt x="26520" y="2569"/>
                  <a:pt x="34959" y="3703"/>
                </a:cubicBezTo>
                <a:cubicBezTo>
                  <a:pt x="43365" y="4804"/>
                  <a:pt x="54573" y="6572"/>
                  <a:pt x="54573" y="6572"/>
                </a:cubicBezTo>
              </a:path>
            </a:pathLst>
          </a:custGeom>
          <a:noFill/>
          <a:ln w="10000" cmpd="sng">
            <a:solidFill>
              <a:schemeClr val="accent2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7" name="Google Shape;1157;p14">
            <a:extLst>
              <a:ext uri="{FF2B5EF4-FFF2-40B4-BE49-F238E27FC236}">
                <a16:creationId xmlns:a16="http://schemas.microsoft.com/office/drawing/2014/main" id="{5368CB2E-BDD3-4BBE-B526-6353039C043E}"/>
              </a:ext>
            </a:extLst>
          </p:cNvPr>
          <p:cNvSpPr>
            <a:spLocks noGrp="1"/>
          </p:cNvSpPr>
          <p:nvPr/>
        </p:nvSpPr>
        <p:spPr>
          <a:xfrm flipH="1">
            <a:off x="-21105966" y="4253734"/>
            <a:ext cx="1777397" cy="352203"/>
          </a:xfrm>
          <a:custGeom>
            <a:avLst/>
            <a:gdLst/>
            <a:ahLst/>
            <a:cxnLst/>
            <a:rect l="l" t="t" r="r" b="b"/>
            <a:pathLst>
              <a:path w="56274" h="10075">
                <a:moveTo>
                  <a:pt x="56274" y="1335"/>
                </a:moveTo>
                <a:cubicBezTo>
                  <a:pt x="56274" y="1335"/>
                  <a:pt x="46400" y="0"/>
                  <a:pt x="40096" y="1268"/>
                </a:cubicBezTo>
                <a:cubicBezTo>
                  <a:pt x="33791" y="2569"/>
                  <a:pt x="26719" y="3203"/>
                  <a:pt x="26719" y="3203"/>
                </a:cubicBezTo>
                <a:cubicBezTo>
                  <a:pt x="26719" y="3203"/>
                  <a:pt x="23384" y="5938"/>
                  <a:pt x="17480" y="6338"/>
                </a:cubicBezTo>
                <a:cubicBezTo>
                  <a:pt x="11542" y="6738"/>
                  <a:pt x="0" y="10074"/>
                  <a:pt x="0" y="10074"/>
                </a:cubicBezTo>
              </a:path>
            </a:pathLst>
          </a:custGeom>
          <a:noFill/>
          <a:ln w="10000" cmpd="sng">
            <a:solidFill>
              <a:schemeClr val="accent2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8" name="Google Shape;1158;p14">
            <a:extLst>
              <a:ext uri="{FF2B5EF4-FFF2-40B4-BE49-F238E27FC236}">
                <a16:creationId xmlns:a16="http://schemas.microsoft.com/office/drawing/2014/main" id="{CA6E9959-3C31-42BA-989A-77C5B1A60246}"/>
              </a:ext>
            </a:extLst>
          </p:cNvPr>
          <p:cNvSpPr>
            <a:spLocks noGrp="1"/>
          </p:cNvSpPr>
          <p:nvPr/>
        </p:nvSpPr>
        <p:spPr>
          <a:xfrm flipH="1">
            <a:off x="-20959510" y="3898070"/>
            <a:ext cx="1865929" cy="386007"/>
          </a:xfrm>
          <a:custGeom>
            <a:avLst/>
            <a:gdLst/>
            <a:ahLst/>
            <a:cxnLst/>
            <a:rect l="l" t="t" r="r" b="b"/>
            <a:pathLst>
              <a:path w="59077" h="11042">
                <a:moveTo>
                  <a:pt x="1" y="10141"/>
                </a:moveTo>
                <a:cubicBezTo>
                  <a:pt x="1" y="10141"/>
                  <a:pt x="6072" y="5037"/>
                  <a:pt x="19148" y="8039"/>
                </a:cubicBezTo>
                <a:cubicBezTo>
                  <a:pt x="32224" y="11042"/>
                  <a:pt x="36327" y="8373"/>
                  <a:pt x="43765" y="4170"/>
                </a:cubicBezTo>
                <a:cubicBezTo>
                  <a:pt x="51171" y="0"/>
                  <a:pt x="59076" y="100"/>
                  <a:pt x="59076" y="100"/>
                </a:cubicBezTo>
              </a:path>
            </a:pathLst>
          </a:custGeom>
          <a:noFill/>
          <a:ln w="10000" cmpd="sng">
            <a:solidFill>
              <a:schemeClr val="accent2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9" name="Google Shape;1159;p14">
            <a:extLst>
              <a:ext uri="{FF2B5EF4-FFF2-40B4-BE49-F238E27FC236}">
                <a16:creationId xmlns:a16="http://schemas.microsoft.com/office/drawing/2014/main" id="{C7716DDE-9F56-4BA9-9193-CB47868383C9}"/>
              </a:ext>
            </a:extLst>
          </p:cNvPr>
          <p:cNvSpPr>
            <a:spLocks noGrp="1"/>
          </p:cNvSpPr>
          <p:nvPr/>
        </p:nvSpPr>
        <p:spPr>
          <a:xfrm flipH="1">
            <a:off x="-20891035" y="3529576"/>
            <a:ext cx="1784252" cy="434984"/>
          </a:xfrm>
          <a:custGeom>
            <a:avLst/>
            <a:gdLst/>
            <a:ahLst/>
            <a:cxnLst/>
            <a:rect l="l" t="t" r="r" b="b"/>
            <a:pathLst>
              <a:path w="56875" h="12443">
                <a:moveTo>
                  <a:pt x="56874" y="267"/>
                </a:moveTo>
                <a:cubicBezTo>
                  <a:pt x="56874" y="267"/>
                  <a:pt x="49769" y="0"/>
                  <a:pt x="42264" y="5704"/>
                </a:cubicBezTo>
                <a:cubicBezTo>
                  <a:pt x="34758" y="11409"/>
                  <a:pt x="33324" y="12443"/>
                  <a:pt x="23684" y="11008"/>
                </a:cubicBezTo>
                <a:cubicBezTo>
                  <a:pt x="14043" y="9574"/>
                  <a:pt x="0" y="9774"/>
                  <a:pt x="0" y="9774"/>
                </a:cubicBezTo>
              </a:path>
            </a:pathLst>
          </a:custGeom>
          <a:noFill/>
          <a:ln w="10000" cmpd="sng">
            <a:solidFill>
              <a:schemeClr val="accent2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0" name="Google Shape;1160;p14">
            <a:extLst>
              <a:ext uri="{FF2B5EF4-FFF2-40B4-BE49-F238E27FC236}">
                <a16:creationId xmlns:a16="http://schemas.microsoft.com/office/drawing/2014/main" id="{732D7E23-FE11-466F-83FB-506CD464AE0E}"/>
              </a:ext>
            </a:extLst>
          </p:cNvPr>
          <p:cNvSpPr>
            <a:spLocks noGrp="1"/>
          </p:cNvSpPr>
          <p:nvPr/>
        </p:nvSpPr>
        <p:spPr>
          <a:xfrm flipH="1">
            <a:off x="-20891035" y="3218239"/>
            <a:ext cx="1592238" cy="542270"/>
          </a:xfrm>
          <a:custGeom>
            <a:avLst/>
            <a:gdLst/>
            <a:ahLst/>
            <a:cxnLst/>
            <a:rect l="l" t="t" r="r" b="b"/>
            <a:pathLst>
              <a:path w="51805" h="15512">
                <a:moveTo>
                  <a:pt x="1" y="9807"/>
                </a:moveTo>
                <a:cubicBezTo>
                  <a:pt x="1" y="9807"/>
                  <a:pt x="5037" y="3836"/>
                  <a:pt x="17079" y="9674"/>
                </a:cubicBezTo>
                <a:cubicBezTo>
                  <a:pt x="29155" y="15511"/>
                  <a:pt x="31656" y="13576"/>
                  <a:pt x="37127" y="7906"/>
                </a:cubicBezTo>
                <a:cubicBezTo>
                  <a:pt x="42598" y="2202"/>
                  <a:pt x="51804" y="0"/>
                  <a:pt x="51804" y="0"/>
                </a:cubicBezTo>
              </a:path>
            </a:pathLst>
          </a:custGeom>
          <a:noFill/>
          <a:ln w="10000" cmpd="sng">
            <a:solidFill>
              <a:schemeClr val="accent2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1" name="Google Shape;1161;p14">
            <a:extLst>
              <a:ext uri="{FF2B5EF4-FFF2-40B4-BE49-F238E27FC236}">
                <a16:creationId xmlns:a16="http://schemas.microsoft.com/office/drawing/2014/main" id="{9425A844-1951-4F0F-94A2-4F92C4BD7CEB}"/>
              </a:ext>
            </a:extLst>
          </p:cNvPr>
          <p:cNvSpPr>
            <a:spLocks noGrp="1"/>
          </p:cNvSpPr>
          <p:nvPr/>
        </p:nvSpPr>
        <p:spPr>
          <a:xfrm flipH="1">
            <a:off x="-20986925" y="2913858"/>
            <a:ext cx="1307245" cy="566776"/>
          </a:xfrm>
          <a:custGeom>
            <a:avLst/>
            <a:gdLst/>
            <a:ahLst/>
            <a:cxnLst/>
            <a:rect l="l" t="t" r="r" b="b"/>
            <a:pathLst>
              <a:path w="43131" h="16213">
                <a:moveTo>
                  <a:pt x="43131" y="1"/>
                </a:moveTo>
                <a:cubicBezTo>
                  <a:pt x="43131" y="1"/>
                  <a:pt x="37060" y="1035"/>
                  <a:pt x="32356" y="8640"/>
                </a:cubicBezTo>
                <a:cubicBezTo>
                  <a:pt x="27653" y="16212"/>
                  <a:pt x="14444" y="10942"/>
                  <a:pt x="0" y="5205"/>
                </a:cubicBezTo>
              </a:path>
            </a:pathLst>
          </a:custGeom>
          <a:noFill/>
          <a:ln w="10000" cmpd="sng">
            <a:solidFill>
              <a:schemeClr val="accent2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2" name="Google Shape;1162;p14">
            <a:extLst>
              <a:ext uri="{FF2B5EF4-FFF2-40B4-BE49-F238E27FC236}">
                <a16:creationId xmlns:a16="http://schemas.microsoft.com/office/drawing/2014/main" id="{5FF9CF30-2547-4650-A73C-FB6E8F039ED7}"/>
              </a:ext>
            </a:extLst>
          </p:cNvPr>
          <p:cNvSpPr>
            <a:spLocks noGrp="1"/>
          </p:cNvSpPr>
          <p:nvPr/>
        </p:nvSpPr>
        <p:spPr>
          <a:xfrm flipH="1">
            <a:off x="-21107531" y="2715645"/>
            <a:ext cx="1008726" cy="423308"/>
          </a:xfrm>
          <a:custGeom>
            <a:avLst/>
            <a:gdLst/>
            <a:ahLst/>
            <a:cxnLst/>
            <a:rect l="l" t="t" r="r" b="b"/>
            <a:pathLst>
              <a:path w="33324" h="12109">
                <a:moveTo>
                  <a:pt x="0" y="934"/>
                </a:moveTo>
                <a:cubicBezTo>
                  <a:pt x="0" y="934"/>
                  <a:pt x="14244" y="6004"/>
                  <a:pt x="19447" y="12109"/>
                </a:cubicBezTo>
                <a:cubicBezTo>
                  <a:pt x="23584" y="5170"/>
                  <a:pt x="33324" y="0"/>
                  <a:pt x="33324" y="0"/>
                </a:cubicBezTo>
              </a:path>
            </a:pathLst>
          </a:custGeom>
          <a:noFill/>
          <a:ln w="10000" cmpd="sng">
            <a:solidFill>
              <a:schemeClr val="accent2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3" name="Google Shape;1163;p14">
            <a:extLst>
              <a:ext uri="{FF2B5EF4-FFF2-40B4-BE49-F238E27FC236}">
                <a16:creationId xmlns:a16="http://schemas.microsoft.com/office/drawing/2014/main" id="{D2DEBF23-7CE1-468F-9BCB-16CD6C08DDA1}"/>
              </a:ext>
            </a:extLst>
          </p:cNvPr>
          <p:cNvSpPr>
            <a:spLocks noGrp="1"/>
          </p:cNvSpPr>
          <p:nvPr/>
        </p:nvSpPr>
        <p:spPr>
          <a:xfrm flipH="1">
            <a:off x="-21243146" y="2569021"/>
            <a:ext cx="767298" cy="281048"/>
          </a:xfrm>
          <a:custGeom>
            <a:avLst/>
            <a:gdLst/>
            <a:ahLst/>
            <a:cxnLst/>
            <a:rect l="l" t="t" r="r" b="b"/>
            <a:pathLst>
              <a:path w="25319" h="9074">
                <a:moveTo>
                  <a:pt x="1" y="0"/>
                </a:moveTo>
                <a:cubicBezTo>
                  <a:pt x="1" y="0"/>
                  <a:pt x="8006" y="3436"/>
                  <a:pt x="13343" y="9074"/>
                </a:cubicBezTo>
                <a:cubicBezTo>
                  <a:pt x="17947" y="834"/>
                  <a:pt x="25319" y="501"/>
                  <a:pt x="25319" y="501"/>
                </a:cubicBezTo>
              </a:path>
            </a:pathLst>
          </a:custGeom>
          <a:noFill/>
          <a:ln w="10000" cmpd="sng">
            <a:solidFill>
              <a:schemeClr val="accent2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4" name="Google Shape;1164;p14">
            <a:extLst>
              <a:ext uri="{FF2B5EF4-FFF2-40B4-BE49-F238E27FC236}">
                <a16:creationId xmlns:a16="http://schemas.microsoft.com/office/drawing/2014/main" id="{F396C33C-0B1B-44CC-B1BD-0679D1236DDB}"/>
              </a:ext>
            </a:extLst>
          </p:cNvPr>
          <p:cNvSpPr>
            <a:spLocks noGrp="1"/>
          </p:cNvSpPr>
          <p:nvPr/>
        </p:nvSpPr>
        <p:spPr>
          <a:xfrm flipH="1">
            <a:off x="-21611802" y="2673660"/>
            <a:ext cx="799982" cy="4479048"/>
          </a:xfrm>
          <a:custGeom>
            <a:avLst/>
            <a:gdLst/>
            <a:ahLst/>
            <a:cxnLst/>
            <a:rect l="l" t="t" r="r" b="b"/>
            <a:pathLst>
              <a:path w="22884" h="128126">
                <a:moveTo>
                  <a:pt x="0" y="0"/>
                </a:moveTo>
                <a:cubicBezTo>
                  <a:pt x="1" y="3"/>
                  <a:pt x="6872" y="38896"/>
                  <a:pt x="11575" y="63646"/>
                </a:cubicBezTo>
                <a:cubicBezTo>
                  <a:pt x="16278" y="88430"/>
                  <a:pt x="17346" y="127858"/>
                  <a:pt x="17346" y="127858"/>
                </a:cubicBezTo>
                <a:lnTo>
                  <a:pt x="22883" y="128125"/>
                </a:lnTo>
                <a:cubicBezTo>
                  <a:pt x="22883" y="128125"/>
                  <a:pt x="22016" y="98504"/>
                  <a:pt x="14010" y="60844"/>
                </a:cubicBezTo>
                <a:cubicBezTo>
                  <a:pt x="6005" y="23185"/>
                  <a:pt x="1" y="2"/>
                  <a:pt x="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5" name="Google Shape;1165;p14">
            <a:extLst>
              <a:ext uri="{FF2B5EF4-FFF2-40B4-BE49-F238E27FC236}">
                <a16:creationId xmlns:a16="http://schemas.microsoft.com/office/drawing/2014/main" id="{0ECAF7A9-DB33-4DEF-AF16-BBCE62CEA25B}"/>
              </a:ext>
            </a:extLst>
          </p:cNvPr>
          <p:cNvSpPr>
            <a:spLocks noGrp="1"/>
          </p:cNvSpPr>
          <p:nvPr/>
        </p:nvSpPr>
        <p:spPr>
          <a:xfrm rot="60346">
            <a:off x="-12258" y="-121547"/>
            <a:ext cx="4025462" cy="2070772"/>
          </a:xfrm>
          <a:custGeom>
            <a:avLst/>
            <a:gdLst/>
            <a:ahLst/>
            <a:cxnLst/>
            <a:rect l="l" t="t" r="r" b="b"/>
            <a:pathLst>
              <a:path w="49936" h="25688">
                <a:moveTo>
                  <a:pt x="11038" y="1"/>
                </a:moveTo>
                <a:cubicBezTo>
                  <a:pt x="7313" y="1"/>
                  <a:pt x="3603" y="490"/>
                  <a:pt x="0" y="1458"/>
                </a:cubicBezTo>
                <a:lnTo>
                  <a:pt x="96" y="1934"/>
                </a:lnTo>
                <a:cubicBezTo>
                  <a:pt x="679" y="1720"/>
                  <a:pt x="1263" y="1530"/>
                  <a:pt x="1858" y="1387"/>
                </a:cubicBezTo>
                <a:cubicBezTo>
                  <a:pt x="2013" y="1351"/>
                  <a:pt x="2167" y="1315"/>
                  <a:pt x="2322" y="1279"/>
                </a:cubicBezTo>
                <a:cubicBezTo>
                  <a:pt x="3037" y="1125"/>
                  <a:pt x="3763" y="994"/>
                  <a:pt x="4477" y="887"/>
                </a:cubicBezTo>
                <a:cubicBezTo>
                  <a:pt x="4727" y="851"/>
                  <a:pt x="4965" y="827"/>
                  <a:pt x="5204" y="791"/>
                </a:cubicBezTo>
                <a:cubicBezTo>
                  <a:pt x="6239" y="672"/>
                  <a:pt x="7239" y="589"/>
                  <a:pt x="8144" y="541"/>
                </a:cubicBezTo>
                <a:cubicBezTo>
                  <a:pt x="9203" y="485"/>
                  <a:pt x="10109" y="471"/>
                  <a:pt x="10726" y="471"/>
                </a:cubicBezTo>
                <a:cubicBezTo>
                  <a:pt x="11275" y="471"/>
                  <a:pt x="11597" y="482"/>
                  <a:pt x="11597" y="482"/>
                </a:cubicBezTo>
                <a:cubicBezTo>
                  <a:pt x="11264" y="970"/>
                  <a:pt x="10966" y="1482"/>
                  <a:pt x="10704" y="2018"/>
                </a:cubicBezTo>
                <a:lnTo>
                  <a:pt x="10692" y="2030"/>
                </a:lnTo>
                <a:cubicBezTo>
                  <a:pt x="10573" y="2268"/>
                  <a:pt x="10478" y="2506"/>
                  <a:pt x="10395" y="2744"/>
                </a:cubicBezTo>
                <a:cubicBezTo>
                  <a:pt x="10359" y="2839"/>
                  <a:pt x="10335" y="2934"/>
                  <a:pt x="10311" y="3042"/>
                </a:cubicBezTo>
                <a:cubicBezTo>
                  <a:pt x="10276" y="3149"/>
                  <a:pt x="10264" y="3268"/>
                  <a:pt x="10252" y="3387"/>
                </a:cubicBezTo>
                <a:cubicBezTo>
                  <a:pt x="10216" y="3696"/>
                  <a:pt x="10276" y="3958"/>
                  <a:pt x="10478" y="4113"/>
                </a:cubicBezTo>
                <a:cubicBezTo>
                  <a:pt x="11383" y="4875"/>
                  <a:pt x="13538" y="4804"/>
                  <a:pt x="14752" y="5209"/>
                </a:cubicBezTo>
                <a:cubicBezTo>
                  <a:pt x="15955" y="5613"/>
                  <a:pt x="16479" y="6733"/>
                  <a:pt x="17419" y="6733"/>
                </a:cubicBezTo>
                <a:cubicBezTo>
                  <a:pt x="17574" y="6733"/>
                  <a:pt x="17741" y="6661"/>
                  <a:pt x="17848" y="6530"/>
                </a:cubicBezTo>
                <a:cubicBezTo>
                  <a:pt x="17955" y="6423"/>
                  <a:pt x="18038" y="6304"/>
                  <a:pt x="18098" y="6161"/>
                </a:cubicBezTo>
                <a:cubicBezTo>
                  <a:pt x="18122" y="6137"/>
                  <a:pt x="18134" y="6102"/>
                  <a:pt x="18146" y="6078"/>
                </a:cubicBezTo>
                <a:cubicBezTo>
                  <a:pt x="18217" y="5923"/>
                  <a:pt x="18277" y="5768"/>
                  <a:pt x="18336" y="5601"/>
                </a:cubicBezTo>
                <a:lnTo>
                  <a:pt x="18360" y="5506"/>
                </a:lnTo>
                <a:cubicBezTo>
                  <a:pt x="18522" y="5090"/>
                  <a:pt x="18672" y="4707"/>
                  <a:pt x="18954" y="4707"/>
                </a:cubicBezTo>
                <a:cubicBezTo>
                  <a:pt x="18962" y="4707"/>
                  <a:pt x="18970" y="4708"/>
                  <a:pt x="18979" y="4708"/>
                </a:cubicBezTo>
                <a:cubicBezTo>
                  <a:pt x="19027" y="4708"/>
                  <a:pt x="19074" y="4744"/>
                  <a:pt x="19086" y="4792"/>
                </a:cubicBezTo>
                <a:cubicBezTo>
                  <a:pt x="19086" y="4804"/>
                  <a:pt x="19086" y="4816"/>
                  <a:pt x="19086" y="4828"/>
                </a:cubicBezTo>
                <a:lnTo>
                  <a:pt x="19086" y="4839"/>
                </a:lnTo>
                <a:cubicBezTo>
                  <a:pt x="19086" y="5006"/>
                  <a:pt x="18920" y="5304"/>
                  <a:pt x="18705" y="5649"/>
                </a:cubicBezTo>
                <a:lnTo>
                  <a:pt x="18634" y="5780"/>
                </a:lnTo>
                <a:lnTo>
                  <a:pt x="18562" y="5875"/>
                </a:lnTo>
                <a:lnTo>
                  <a:pt x="18491" y="5994"/>
                </a:lnTo>
                <a:lnTo>
                  <a:pt x="18384" y="6161"/>
                </a:lnTo>
                <a:cubicBezTo>
                  <a:pt x="17967" y="6828"/>
                  <a:pt x="17574" y="7506"/>
                  <a:pt x="17884" y="7661"/>
                </a:cubicBezTo>
                <a:cubicBezTo>
                  <a:pt x="18515" y="8006"/>
                  <a:pt x="19979" y="9590"/>
                  <a:pt x="20551" y="9650"/>
                </a:cubicBezTo>
                <a:cubicBezTo>
                  <a:pt x="20565" y="9651"/>
                  <a:pt x="20580" y="9652"/>
                  <a:pt x="20594" y="9652"/>
                </a:cubicBezTo>
                <a:cubicBezTo>
                  <a:pt x="21142" y="9652"/>
                  <a:pt x="21948" y="8390"/>
                  <a:pt x="22539" y="8054"/>
                </a:cubicBezTo>
                <a:cubicBezTo>
                  <a:pt x="22575" y="8030"/>
                  <a:pt x="22610" y="8018"/>
                  <a:pt x="22658" y="7995"/>
                </a:cubicBezTo>
                <a:cubicBezTo>
                  <a:pt x="22730" y="7971"/>
                  <a:pt x="22789" y="7923"/>
                  <a:pt x="22837" y="7864"/>
                </a:cubicBezTo>
                <a:cubicBezTo>
                  <a:pt x="22884" y="7816"/>
                  <a:pt x="22932" y="7768"/>
                  <a:pt x="22968" y="7721"/>
                </a:cubicBezTo>
                <a:cubicBezTo>
                  <a:pt x="23122" y="7506"/>
                  <a:pt x="23265" y="7292"/>
                  <a:pt x="23384" y="7054"/>
                </a:cubicBezTo>
                <a:cubicBezTo>
                  <a:pt x="23480" y="6887"/>
                  <a:pt x="23575" y="6709"/>
                  <a:pt x="23670" y="6530"/>
                </a:cubicBezTo>
                <a:cubicBezTo>
                  <a:pt x="23718" y="6435"/>
                  <a:pt x="23765" y="6352"/>
                  <a:pt x="23813" y="6268"/>
                </a:cubicBezTo>
                <a:cubicBezTo>
                  <a:pt x="23944" y="6006"/>
                  <a:pt x="24075" y="5768"/>
                  <a:pt x="24206" y="5590"/>
                </a:cubicBezTo>
                <a:cubicBezTo>
                  <a:pt x="24242" y="5530"/>
                  <a:pt x="24277" y="5482"/>
                  <a:pt x="24313" y="5435"/>
                </a:cubicBezTo>
                <a:cubicBezTo>
                  <a:pt x="24349" y="5399"/>
                  <a:pt x="24384" y="5363"/>
                  <a:pt x="24432" y="5328"/>
                </a:cubicBezTo>
                <a:cubicBezTo>
                  <a:pt x="24444" y="5316"/>
                  <a:pt x="24456" y="5304"/>
                  <a:pt x="24480" y="5292"/>
                </a:cubicBezTo>
                <a:cubicBezTo>
                  <a:pt x="24497" y="5283"/>
                  <a:pt x="24519" y="5275"/>
                  <a:pt x="24540" y="5275"/>
                </a:cubicBezTo>
                <a:cubicBezTo>
                  <a:pt x="24548" y="5275"/>
                  <a:pt x="24556" y="5276"/>
                  <a:pt x="24563" y="5280"/>
                </a:cubicBezTo>
                <a:cubicBezTo>
                  <a:pt x="24599" y="5280"/>
                  <a:pt x="24623" y="5304"/>
                  <a:pt x="24646" y="5328"/>
                </a:cubicBezTo>
                <a:cubicBezTo>
                  <a:pt x="24706" y="5399"/>
                  <a:pt x="24682" y="5554"/>
                  <a:pt x="24611" y="5768"/>
                </a:cubicBezTo>
                <a:cubicBezTo>
                  <a:pt x="24230" y="6816"/>
                  <a:pt x="22444" y="9197"/>
                  <a:pt x="22313" y="9840"/>
                </a:cubicBezTo>
                <a:cubicBezTo>
                  <a:pt x="22301" y="9876"/>
                  <a:pt x="22301" y="9923"/>
                  <a:pt x="22313" y="9959"/>
                </a:cubicBezTo>
                <a:cubicBezTo>
                  <a:pt x="22360" y="10066"/>
                  <a:pt x="22420" y="10162"/>
                  <a:pt x="22491" y="10245"/>
                </a:cubicBezTo>
                <a:cubicBezTo>
                  <a:pt x="22860" y="10709"/>
                  <a:pt x="23622" y="11340"/>
                  <a:pt x="24039" y="11483"/>
                </a:cubicBezTo>
                <a:cubicBezTo>
                  <a:pt x="24071" y="11494"/>
                  <a:pt x="24102" y="11500"/>
                  <a:pt x="24133" y="11500"/>
                </a:cubicBezTo>
                <a:cubicBezTo>
                  <a:pt x="24590" y="11500"/>
                  <a:pt x="24961" y="10347"/>
                  <a:pt x="25385" y="10269"/>
                </a:cubicBezTo>
                <a:cubicBezTo>
                  <a:pt x="25411" y="10263"/>
                  <a:pt x="25433" y="10260"/>
                  <a:pt x="25451" y="10260"/>
                </a:cubicBezTo>
                <a:cubicBezTo>
                  <a:pt x="25738" y="10260"/>
                  <a:pt x="24988" y="10944"/>
                  <a:pt x="25504" y="11269"/>
                </a:cubicBezTo>
                <a:cubicBezTo>
                  <a:pt x="26039" y="11626"/>
                  <a:pt x="26504" y="12483"/>
                  <a:pt x="28778" y="13888"/>
                </a:cubicBezTo>
                <a:cubicBezTo>
                  <a:pt x="29249" y="14185"/>
                  <a:pt x="29647" y="14300"/>
                  <a:pt x="29986" y="14300"/>
                </a:cubicBezTo>
                <a:cubicBezTo>
                  <a:pt x="30409" y="14300"/>
                  <a:pt x="30740" y="14120"/>
                  <a:pt x="31004" y="13888"/>
                </a:cubicBezTo>
                <a:cubicBezTo>
                  <a:pt x="31350" y="13591"/>
                  <a:pt x="31564" y="13198"/>
                  <a:pt x="31731" y="13007"/>
                </a:cubicBezTo>
                <a:cubicBezTo>
                  <a:pt x="31802" y="12948"/>
                  <a:pt x="31850" y="12912"/>
                  <a:pt x="31897" y="12912"/>
                </a:cubicBezTo>
                <a:cubicBezTo>
                  <a:pt x="31921" y="12912"/>
                  <a:pt x="31957" y="12936"/>
                  <a:pt x="31969" y="12948"/>
                </a:cubicBezTo>
                <a:cubicBezTo>
                  <a:pt x="32112" y="13102"/>
                  <a:pt x="31862" y="13388"/>
                  <a:pt x="31540" y="13733"/>
                </a:cubicBezTo>
                <a:cubicBezTo>
                  <a:pt x="31004" y="14305"/>
                  <a:pt x="30266" y="15043"/>
                  <a:pt x="30742" y="15650"/>
                </a:cubicBezTo>
                <a:cubicBezTo>
                  <a:pt x="30790" y="15710"/>
                  <a:pt x="30838" y="15769"/>
                  <a:pt x="30885" y="15829"/>
                </a:cubicBezTo>
                <a:cubicBezTo>
                  <a:pt x="31135" y="16079"/>
                  <a:pt x="31433" y="16281"/>
                  <a:pt x="31754" y="16424"/>
                </a:cubicBezTo>
                <a:cubicBezTo>
                  <a:pt x="31885" y="16484"/>
                  <a:pt x="32016" y="16531"/>
                  <a:pt x="32159" y="16591"/>
                </a:cubicBezTo>
                <a:cubicBezTo>
                  <a:pt x="32719" y="16805"/>
                  <a:pt x="33374" y="16996"/>
                  <a:pt x="34112" y="17412"/>
                </a:cubicBezTo>
                <a:lnTo>
                  <a:pt x="34648" y="17710"/>
                </a:lnTo>
                <a:lnTo>
                  <a:pt x="34898" y="17841"/>
                </a:lnTo>
                <a:cubicBezTo>
                  <a:pt x="35279" y="18043"/>
                  <a:pt x="35660" y="18234"/>
                  <a:pt x="36053" y="18389"/>
                </a:cubicBezTo>
                <a:cubicBezTo>
                  <a:pt x="36207" y="18436"/>
                  <a:pt x="36350" y="18484"/>
                  <a:pt x="36493" y="18520"/>
                </a:cubicBezTo>
                <a:cubicBezTo>
                  <a:pt x="36636" y="18567"/>
                  <a:pt x="36779" y="18591"/>
                  <a:pt x="36934" y="18615"/>
                </a:cubicBezTo>
                <a:cubicBezTo>
                  <a:pt x="37077" y="18639"/>
                  <a:pt x="37231" y="18651"/>
                  <a:pt x="37374" y="18651"/>
                </a:cubicBezTo>
                <a:cubicBezTo>
                  <a:pt x="37529" y="18651"/>
                  <a:pt x="37696" y="18639"/>
                  <a:pt x="37850" y="18615"/>
                </a:cubicBezTo>
                <a:cubicBezTo>
                  <a:pt x="37934" y="18603"/>
                  <a:pt x="38005" y="18579"/>
                  <a:pt x="38077" y="18544"/>
                </a:cubicBezTo>
                <a:cubicBezTo>
                  <a:pt x="38208" y="18484"/>
                  <a:pt x="38315" y="18401"/>
                  <a:pt x="38410" y="18305"/>
                </a:cubicBezTo>
                <a:lnTo>
                  <a:pt x="38422" y="18293"/>
                </a:lnTo>
                <a:cubicBezTo>
                  <a:pt x="39017" y="17710"/>
                  <a:pt x="39529" y="16519"/>
                  <a:pt x="39886" y="15936"/>
                </a:cubicBezTo>
                <a:cubicBezTo>
                  <a:pt x="40015" y="15737"/>
                  <a:pt x="40122" y="15611"/>
                  <a:pt x="40211" y="15611"/>
                </a:cubicBezTo>
                <a:cubicBezTo>
                  <a:pt x="40287" y="15611"/>
                  <a:pt x="40349" y="15704"/>
                  <a:pt x="40398" y="15924"/>
                </a:cubicBezTo>
                <a:cubicBezTo>
                  <a:pt x="40410" y="16019"/>
                  <a:pt x="40422" y="16103"/>
                  <a:pt x="40422" y="16198"/>
                </a:cubicBezTo>
                <a:cubicBezTo>
                  <a:pt x="40363" y="17639"/>
                  <a:pt x="37958" y="19627"/>
                  <a:pt x="37958" y="19627"/>
                </a:cubicBezTo>
                <a:cubicBezTo>
                  <a:pt x="37958" y="19627"/>
                  <a:pt x="38970" y="20246"/>
                  <a:pt x="40017" y="20853"/>
                </a:cubicBezTo>
                <a:lnTo>
                  <a:pt x="40196" y="20960"/>
                </a:lnTo>
                <a:lnTo>
                  <a:pt x="40565" y="21175"/>
                </a:lnTo>
                <a:lnTo>
                  <a:pt x="40744" y="21270"/>
                </a:lnTo>
                <a:cubicBezTo>
                  <a:pt x="41220" y="21568"/>
                  <a:pt x="41708" y="21818"/>
                  <a:pt x="42220" y="22032"/>
                </a:cubicBezTo>
                <a:cubicBezTo>
                  <a:pt x="42243" y="22040"/>
                  <a:pt x="42265" y="22043"/>
                  <a:pt x="42287" y="22043"/>
                </a:cubicBezTo>
                <a:cubicBezTo>
                  <a:pt x="42855" y="22043"/>
                  <a:pt x="43006" y="19530"/>
                  <a:pt x="43293" y="19530"/>
                </a:cubicBezTo>
                <a:cubicBezTo>
                  <a:pt x="43336" y="19530"/>
                  <a:pt x="43383" y="19588"/>
                  <a:pt x="43434" y="19722"/>
                </a:cubicBezTo>
                <a:cubicBezTo>
                  <a:pt x="43518" y="19937"/>
                  <a:pt x="43554" y="20175"/>
                  <a:pt x="43542" y="20413"/>
                </a:cubicBezTo>
                <a:cubicBezTo>
                  <a:pt x="43542" y="21520"/>
                  <a:pt x="42994" y="23008"/>
                  <a:pt x="42994" y="23008"/>
                </a:cubicBezTo>
                <a:cubicBezTo>
                  <a:pt x="42994" y="23008"/>
                  <a:pt x="43308" y="24695"/>
                  <a:pt x="45333" y="24695"/>
                </a:cubicBezTo>
                <a:cubicBezTo>
                  <a:pt x="45539" y="24695"/>
                  <a:pt x="45763" y="24678"/>
                  <a:pt x="46006" y="24639"/>
                </a:cubicBezTo>
                <a:cubicBezTo>
                  <a:pt x="46302" y="24590"/>
                  <a:pt x="46600" y="24566"/>
                  <a:pt x="46898" y="24566"/>
                </a:cubicBezTo>
                <a:cubicBezTo>
                  <a:pt x="47177" y="24566"/>
                  <a:pt x="47456" y="24587"/>
                  <a:pt x="47733" y="24628"/>
                </a:cubicBezTo>
                <a:cubicBezTo>
                  <a:pt x="47852" y="24651"/>
                  <a:pt x="47971" y="24675"/>
                  <a:pt x="48090" y="24699"/>
                </a:cubicBezTo>
                <a:cubicBezTo>
                  <a:pt x="48197" y="24723"/>
                  <a:pt x="48304" y="24759"/>
                  <a:pt x="48411" y="24794"/>
                </a:cubicBezTo>
                <a:cubicBezTo>
                  <a:pt x="48554" y="24842"/>
                  <a:pt x="48709" y="24890"/>
                  <a:pt x="48828" y="24949"/>
                </a:cubicBezTo>
                <a:cubicBezTo>
                  <a:pt x="48923" y="24985"/>
                  <a:pt x="48995" y="25032"/>
                  <a:pt x="49078" y="25068"/>
                </a:cubicBezTo>
                <a:cubicBezTo>
                  <a:pt x="49149" y="25104"/>
                  <a:pt x="49221" y="25151"/>
                  <a:pt x="49292" y="25187"/>
                </a:cubicBezTo>
                <a:cubicBezTo>
                  <a:pt x="49352" y="25235"/>
                  <a:pt x="49411" y="25271"/>
                  <a:pt x="49471" y="25306"/>
                </a:cubicBezTo>
                <a:cubicBezTo>
                  <a:pt x="49638" y="25413"/>
                  <a:pt x="49792" y="25544"/>
                  <a:pt x="49935" y="25687"/>
                </a:cubicBezTo>
                <a:cubicBezTo>
                  <a:pt x="49781" y="25449"/>
                  <a:pt x="49697" y="25282"/>
                  <a:pt x="49602" y="25128"/>
                </a:cubicBezTo>
                <a:cubicBezTo>
                  <a:pt x="49304" y="24568"/>
                  <a:pt x="48995" y="24020"/>
                  <a:pt x="48685" y="23485"/>
                </a:cubicBezTo>
                <a:cubicBezTo>
                  <a:pt x="48602" y="23330"/>
                  <a:pt x="48518" y="23187"/>
                  <a:pt x="48435" y="23044"/>
                </a:cubicBezTo>
                <a:cubicBezTo>
                  <a:pt x="48340" y="22901"/>
                  <a:pt x="48280" y="22794"/>
                  <a:pt x="48209" y="22663"/>
                </a:cubicBezTo>
                <a:cubicBezTo>
                  <a:pt x="48090" y="22473"/>
                  <a:pt x="47971" y="22282"/>
                  <a:pt x="47864" y="22092"/>
                </a:cubicBezTo>
                <a:cubicBezTo>
                  <a:pt x="47828" y="22032"/>
                  <a:pt x="47792" y="21972"/>
                  <a:pt x="47745" y="21913"/>
                </a:cubicBezTo>
                <a:lnTo>
                  <a:pt x="47745" y="21901"/>
                </a:lnTo>
                <a:cubicBezTo>
                  <a:pt x="47614" y="21687"/>
                  <a:pt x="47471" y="21472"/>
                  <a:pt x="47340" y="21258"/>
                </a:cubicBezTo>
                <a:lnTo>
                  <a:pt x="47328" y="21234"/>
                </a:lnTo>
                <a:lnTo>
                  <a:pt x="47197" y="21044"/>
                </a:lnTo>
                <a:lnTo>
                  <a:pt x="46911" y="20603"/>
                </a:lnTo>
                <a:lnTo>
                  <a:pt x="46887" y="20568"/>
                </a:lnTo>
                <a:lnTo>
                  <a:pt x="46744" y="20341"/>
                </a:lnTo>
                <a:lnTo>
                  <a:pt x="46482" y="19960"/>
                </a:lnTo>
                <a:lnTo>
                  <a:pt x="46447" y="19913"/>
                </a:lnTo>
                <a:cubicBezTo>
                  <a:pt x="46399" y="19829"/>
                  <a:pt x="46352" y="19758"/>
                  <a:pt x="46304" y="19687"/>
                </a:cubicBezTo>
                <a:lnTo>
                  <a:pt x="46066" y="19329"/>
                </a:lnTo>
                <a:lnTo>
                  <a:pt x="46018" y="19258"/>
                </a:lnTo>
                <a:lnTo>
                  <a:pt x="45851" y="19032"/>
                </a:lnTo>
                <a:cubicBezTo>
                  <a:pt x="45780" y="18925"/>
                  <a:pt x="45709" y="18817"/>
                  <a:pt x="45625" y="18722"/>
                </a:cubicBezTo>
                <a:lnTo>
                  <a:pt x="45566" y="18627"/>
                </a:lnTo>
                <a:lnTo>
                  <a:pt x="45399" y="18401"/>
                </a:lnTo>
                <a:lnTo>
                  <a:pt x="45185" y="18103"/>
                </a:lnTo>
                <a:lnTo>
                  <a:pt x="45113" y="18008"/>
                </a:lnTo>
                <a:lnTo>
                  <a:pt x="44947" y="17782"/>
                </a:lnTo>
                <a:lnTo>
                  <a:pt x="44744" y="17508"/>
                </a:lnTo>
                <a:cubicBezTo>
                  <a:pt x="44708" y="17472"/>
                  <a:pt x="44685" y="17436"/>
                  <a:pt x="44649" y="17401"/>
                </a:cubicBezTo>
                <a:cubicBezTo>
                  <a:pt x="44589" y="17329"/>
                  <a:pt x="44542" y="17258"/>
                  <a:pt x="44482" y="17186"/>
                </a:cubicBezTo>
                <a:lnTo>
                  <a:pt x="44292" y="16924"/>
                </a:lnTo>
                <a:lnTo>
                  <a:pt x="44185" y="16793"/>
                </a:lnTo>
                <a:lnTo>
                  <a:pt x="44018" y="16591"/>
                </a:lnTo>
                <a:cubicBezTo>
                  <a:pt x="43958" y="16519"/>
                  <a:pt x="43899" y="16436"/>
                  <a:pt x="43827" y="16353"/>
                </a:cubicBezTo>
                <a:lnTo>
                  <a:pt x="43708" y="16210"/>
                </a:lnTo>
                <a:lnTo>
                  <a:pt x="43554" y="16007"/>
                </a:lnTo>
                <a:lnTo>
                  <a:pt x="43375" y="15793"/>
                </a:lnTo>
                <a:lnTo>
                  <a:pt x="43232" y="15626"/>
                </a:lnTo>
                <a:lnTo>
                  <a:pt x="43077" y="15436"/>
                </a:lnTo>
                <a:lnTo>
                  <a:pt x="42911" y="15245"/>
                </a:lnTo>
                <a:lnTo>
                  <a:pt x="42756" y="15067"/>
                </a:lnTo>
                <a:lnTo>
                  <a:pt x="42601" y="14876"/>
                </a:lnTo>
                <a:lnTo>
                  <a:pt x="42434" y="14698"/>
                </a:lnTo>
                <a:lnTo>
                  <a:pt x="42268" y="14507"/>
                </a:lnTo>
                <a:lnTo>
                  <a:pt x="42113" y="14329"/>
                </a:lnTo>
                <a:lnTo>
                  <a:pt x="41958" y="14162"/>
                </a:lnTo>
                <a:lnTo>
                  <a:pt x="41780" y="13960"/>
                </a:lnTo>
                <a:cubicBezTo>
                  <a:pt x="41732" y="13912"/>
                  <a:pt x="41672" y="13852"/>
                  <a:pt x="41625" y="13793"/>
                </a:cubicBezTo>
                <a:lnTo>
                  <a:pt x="41482" y="13650"/>
                </a:lnTo>
                <a:lnTo>
                  <a:pt x="41279" y="13436"/>
                </a:lnTo>
                <a:lnTo>
                  <a:pt x="41137" y="13281"/>
                </a:lnTo>
                <a:lnTo>
                  <a:pt x="40994" y="13138"/>
                </a:lnTo>
                <a:cubicBezTo>
                  <a:pt x="40922" y="13055"/>
                  <a:pt x="40851" y="12983"/>
                  <a:pt x="40779" y="12912"/>
                </a:cubicBezTo>
                <a:lnTo>
                  <a:pt x="40637" y="12769"/>
                </a:lnTo>
                <a:cubicBezTo>
                  <a:pt x="40589" y="12721"/>
                  <a:pt x="40553" y="12674"/>
                  <a:pt x="40506" y="12638"/>
                </a:cubicBezTo>
                <a:lnTo>
                  <a:pt x="40279" y="12412"/>
                </a:lnTo>
                <a:lnTo>
                  <a:pt x="40256" y="12376"/>
                </a:lnTo>
                <a:cubicBezTo>
                  <a:pt x="40208" y="12340"/>
                  <a:pt x="40172" y="12293"/>
                  <a:pt x="40125" y="12257"/>
                </a:cubicBezTo>
                <a:lnTo>
                  <a:pt x="40017" y="12150"/>
                </a:lnTo>
                <a:lnTo>
                  <a:pt x="39791" y="11924"/>
                </a:lnTo>
                <a:lnTo>
                  <a:pt x="39672" y="11816"/>
                </a:lnTo>
                <a:lnTo>
                  <a:pt x="39624" y="11769"/>
                </a:lnTo>
                <a:lnTo>
                  <a:pt x="39517" y="11662"/>
                </a:lnTo>
                <a:lnTo>
                  <a:pt x="39279" y="11447"/>
                </a:lnTo>
                <a:lnTo>
                  <a:pt x="39017" y="11185"/>
                </a:lnTo>
                <a:lnTo>
                  <a:pt x="38779" y="10971"/>
                </a:lnTo>
                <a:lnTo>
                  <a:pt x="38577" y="10793"/>
                </a:lnTo>
                <a:lnTo>
                  <a:pt x="38529" y="10745"/>
                </a:lnTo>
                <a:lnTo>
                  <a:pt x="38505" y="10733"/>
                </a:lnTo>
                <a:lnTo>
                  <a:pt x="38267" y="10519"/>
                </a:lnTo>
                <a:lnTo>
                  <a:pt x="38053" y="10328"/>
                </a:lnTo>
                <a:lnTo>
                  <a:pt x="37981" y="10269"/>
                </a:lnTo>
                <a:lnTo>
                  <a:pt x="37755" y="10066"/>
                </a:lnTo>
                <a:lnTo>
                  <a:pt x="37529" y="9876"/>
                </a:lnTo>
                <a:lnTo>
                  <a:pt x="37446" y="9816"/>
                </a:lnTo>
                <a:lnTo>
                  <a:pt x="37243" y="9638"/>
                </a:lnTo>
                <a:lnTo>
                  <a:pt x="36993" y="9435"/>
                </a:lnTo>
                <a:lnTo>
                  <a:pt x="36922" y="9376"/>
                </a:lnTo>
                <a:lnTo>
                  <a:pt x="36719" y="9209"/>
                </a:lnTo>
                <a:lnTo>
                  <a:pt x="36469" y="9007"/>
                </a:lnTo>
                <a:lnTo>
                  <a:pt x="36386" y="8935"/>
                </a:lnTo>
                <a:lnTo>
                  <a:pt x="36195" y="8792"/>
                </a:lnTo>
                <a:lnTo>
                  <a:pt x="35934" y="8590"/>
                </a:lnTo>
                <a:cubicBezTo>
                  <a:pt x="35898" y="8566"/>
                  <a:pt x="35874" y="8542"/>
                  <a:pt x="35838" y="8518"/>
                </a:cubicBezTo>
                <a:lnTo>
                  <a:pt x="35660" y="8387"/>
                </a:lnTo>
                <a:lnTo>
                  <a:pt x="35386" y="8173"/>
                </a:lnTo>
                <a:lnTo>
                  <a:pt x="35291" y="8102"/>
                </a:lnTo>
                <a:lnTo>
                  <a:pt x="35136" y="7983"/>
                </a:lnTo>
                <a:lnTo>
                  <a:pt x="34850" y="7780"/>
                </a:lnTo>
                <a:lnTo>
                  <a:pt x="34767" y="7721"/>
                </a:lnTo>
                <a:lnTo>
                  <a:pt x="34743" y="7709"/>
                </a:lnTo>
                <a:lnTo>
                  <a:pt x="34588" y="7602"/>
                </a:lnTo>
                <a:lnTo>
                  <a:pt x="34314" y="7399"/>
                </a:lnTo>
                <a:lnTo>
                  <a:pt x="34183" y="7304"/>
                </a:lnTo>
                <a:lnTo>
                  <a:pt x="34148" y="7280"/>
                </a:lnTo>
                <a:lnTo>
                  <a:pt x="34124" y="7268"/>
                </a:lnTo>
                <a:lnTo>
                  <a:pt x="34100" y="7256"/>
                </a:lnTo>
                <a:lnTo>
                  <a:pt x="34052" y="7221"/>
                </a:lnTo>
                <a:cubicBezTo>
                  <a:pt x="33957" y="7161"/>
                  <a:pt x="33862" y="7090"/>
                  <a:pt x="33767" y="7030"/>
                </a:cubicBezTo>
                <a:lnTo>
                  <a:pt x="33624" y="6935"/>
                </a:lnTo>
                <a:lnTo>
                  <a:pt x="33505" y="6852"/>
                </a:lnTo>
                <a:lnTo>
                  <a:pt x="33219" y="6673"/>
                </a:lnTo>
                <a:lnTo>
                  <a:pt x="33064" y="6566"/>
                </a:lnTo>
                <a:lnTo>
                  <a:pt x="32945" y="6482"/>
                </a:lnTo>
                <a:lnTo>
                  <a:pt x="32683" y="6316"/>
                </a:lnTo>
                <a:lnTo>
                  <a:pt x="32505" y="6209"/>
                </a:lnTo>
                <a:lnTo>
                  <a:pt x="32385" y="6125"/>
                </a:lnTo>
                <a:lnTo>
                  <a:pt x="32124" y="5971"/>
                </a:lnTo>
                <a:lnTo>
                  <a:pt x="31933" y="5851"/>
                </a:lnTo>
                <a:lnTo>
                  <a:pt x="31814" y="5780"/>
                </a:lnTo>
                <a:lnTo>
                  <a:pt x="31576" y="5637"/>
                </a:lnTo>
                <a:lnTo>
                  <a:pt x="31373" y="5518"/>
                </a:lnTo>
                <a:lnTo>
                  <a:pt x="31254" y="5447"/>
                </a:lnTo>
                <a:cubicBezTo>
                  <a:pt x="31171" y="5399"/>
                  <a:pt x="31100" y="5363"/>
                  <a:pt x="31016" y="5316"/>
                </a:cubicBezTo>
                <a:lnTo>
                  <a:pt x="30802" y="5185"/>
                </a:lnTo>
                <a:cubicBezTo>
                  <a:pt x="30766" y="5161"/>
                  <a:pt x="30719" y="5149"/>
                  <a:pt x="30683" y="5125"/>
                </a:cubicBezTo>
                <a:lnTo>
                  <a:pt x="30457" y="5006"/>
                </a:lnTo>
                <a:lnTo>
                  <a:pt x="30230" y="4875"/>
                </a:lnTo>
                <a:lnTo>
                  <a:pt x="30123" y="4816"/>
                </a:lnTo>
                <a:lnTo>
                  <a:pt x="29909" y="4697"/>
                </a:lnTo>
                <a:lnTo>
                  <a:pt x="29659" y="4566"/>
                </a:lnTo>
                <a:lnTo>
                  <a:pt x="29540" y="4506"/>
                </a:lnTo>
                <a:cubicBezTo>
                  <a:pt x="29480" y="4470"/>
                  <a:pt x="29409" y="4447"/>
                  <a:pt x="29337" y="4411"/>
                </a:cubicBezTo>
                <a:lnTo>
                  <a:pt x="29076" y="4280"/>
                </a:lnTo>
                <a:lnTo>
                  <a:pt x="28945" y="4208"/>
                </a:lnTo>
                <a:lnTo>
                  <a:pt x="28778" y="4125"/>
                </a:lnTo>
                <a:lnTo>
                  <a:pt x="28516" y="3994"/>
                </a:lnTo>
                <a:lnTo>
                  <a:pt x="28397" y="3946"/>
                </a:lnTo>
                <a:lnTo>
                  <a:pt x="28206" y="3851"/>
                </a:lnTo>
                <a:lnTo>
                  <a:pt x="27944" y="3732"/>
                </a:lnTo>
                <a:lnTo>
                  <a:pt x="27825" y="3673"/>
                </a:lnTo>
                <a:lnTo>
                  <a:pt x="27611" y="3577"/>
                </a:lnTo>
                <a:lnTo>
                  <a:pt x="27373" y="3470"/>
                </a:lnTo>
                <a:lnTo>
                  <a:pt x="27242" y="3411"/>
                </a:lnTo>
                <a:lnTo>
                  <a:pt x="27028" y="3315"/>
                </a:lnTo>
                <a:lnTo>
                  <a:pt x="26801" y="3220"/>
                </a:lnTo>
                <a:lnTo>
                  <a:pt x="26659" y="3161"/>
                </a:lnTo>
                <a:lnTo>
                  <a:pt x="26432" y="3065"/>
                </a:lnTo>
                <a:lnTo>
                  <a:pt x="26230" y="2982"/>
                </a:lnTo>
                <a:lnTo>
                  <a:pt x="26063" y="2911"/>
                </a:lnTo>
                <a:lnTo>
                  <a:pt x="25837" y="2827"/>
                </a:lnTo>
                <a:lnTo>
                  <a:pt x="25647" y="2744"/>
                </a:lnTo>
                <a:lnTo>
                  <a:pt x="25480" y="2684"/>
                </a:lnTo>
                <a:lnTo>
                  <a:pt x="25242" y="2589"/>
                </a:lnTo>
                <a:lnTo>
                  <a:pt x="25075" y="2530"/>
                </a:lnTo>
                <a:lnTo>
                  <a:pt x="24885" y="2458"/>
                </a:lnTo>
                <a:lnTo>
                  <a:pt x="24646" y="2375"/>
                </a:lnTo>
                <a:lnTo>
                  <a:pt x="24492" y="2315"/>
                </a:lnTo>
                <a:lnTo>
                  <a:pt x="24301" y="2244"/>
                </a:lnTo>
                <a:lnTo>
                  <a:pt x="24051" y="2161"/>
                </a:lnTo>
                <a:lnTo>
                  <a:pt x="23908" y="2113"/>
                </a:lnTo>
                <a:lnTo>
                  <a:pt x="23706" y="2041"/>
                </a:lnTo>
                <a:cubicBezTo>
                  <a:pt x="23622" y="2018"/>
                  <a:pt x="23539" y="1982"/>
                  <a:pt x="23444" y="1958"/>
                </a:cubicBezTo>
                <a:lnTo>
                  <a:pt x="23325" y="1922"/>
                </a:lnTo>
                <a:lnTo>
                  <a:pt x="23111" y="1851"/>
                </a:lnTo>
                <a:lnTo>
                  <a:pt x="22849" y="1768"/>
                </a:lnTo>
                <a:lnTo>
                  <a:pt x="22741" y="1732"/>
                </a:lnTo>
                <a:lnTo>
                  <a:pt x="22515" y="1660"/>
                </a:lnTo>
                <a:lnTo>
                  <a:pt x="22241" y="1589"/>
                </a:lnTo>
                <a:lnTo>
                  <a:pt x="22158" y="1565"/>
                </a:lnTo>
                <a:lnTo>
                  <a:pt x="21908" y="1494"/>
                </a:lnTo>
                <a:lnTo>
                  <a:pt x="21634" y="1410"/>
                </a:lnTo>
                <a:lnTo>
                  <a:pt x="21563" y="1399"/>
                </a:lnTo>
                <a:lnTo>
                  <a:pt x="21313" y="1327"/>
                </a:lnTo>
                <a:lnTo>
                  <a:pt x="21027" y="1256"/>
                </a:lnTo>
                <a:lnTo>
                  <a:pt x="20979" y="1244"/>
                </a:lnTo>
                <a:lnTo>
                  <a:pt x="20705" y="1172"/>
                </a:lnTo>
                <a:lnTo>
                  <a:pt x="20408" y="1101"/>
                </a:lnTo>
                <a:lnTo>
                  <a:pt x="20384" y="1101"/>
                </a:lnTo>
                <a:lnTo>
                  <a:pt x="20098" y="1029"/>
                </a:lnTo>
                <a:lnTo>
                  <a:pt x="19789" y="958"/>
                </a:lnTo>
                <a:lnTo>
                  <a:pt x="19491" y="898"/>
                </a:lnTo>
                <a:lnTo>
                  <a:pt x="19181" y="827"/>
                </a:lnTo>
                <a:lnTo>
                  <a:pt x="18872" y="768"/>
                </a:lnTo>
                <a:lnTo>
                  <a:pt x="18574" y="708"/>
                </a:lnTo>
                <a:lnTo>
                  <a:pt x="18217" y="648"/>
                </a:lnTo>
                <a:lnTo>
                  <a:pt x="17824" y="577"/>
                </a:lnTo>
                <a:cubicBezTo>
                  <a:pt x="17669" y="553"/>
                  <a:pt x="17526" y="517"/>
                  <a:pt x="17360" y="494"/>
                </a:cubicBezTo>
                <a:lnTo>
                  <a:pt x="17110" y="458"/>
                </a:lnTo>
                <a:lnTo>
                  <a:pt x="16753" y="398"/>
                </a:lnTo>
                <a:lnTo>
                  <a:pt x="16479" y="363"/>
                </a:lnTo>
                <a:lnTo>
                  <a:pt x="16133" y="315"/>
                </a:lnTo>
                <a:lnTo>
                  <a:pt x="15860" y="291"/>
                </a:lnTo>
                <a:lnTo>
                  <a:pt x="15526" y="244"/>
                </a:lnTo>
                <a:lnTo>
                  <a:pt x="15252" y="220"/>
                </a:lnTo>
                <a:lnTo>
                  <a:pt x="14907" y="184"/>
                </a:lnTo>
                <a:lnTo>
                  <a:pt x="14633" y="160"/>
                </a:lnTo>
                <a:cubicBezTo>
                  <a:pt x="14526" y="148"/>
                  <a:pt x="14407" y="136"/>
                  <a:pt x="14288" y="125"/>
                </a:cubicBezTo>
                <a:lnTo>
                  <a:pt x="14026" y="101"/>
                </a:lnTo>
                <a:lnTo>
                  <a:pt x="13800" y="89"/>
                </a:lnTo>
                <a:lnTo>
                  <a:pt x="13693" y="89"/>
                </a:lnTo>
                <a:cubicBezTo>
                  <a:pt x="13550" y="77"/>
                  <a:pt x="13419" y="65"/>
                  <a:pt x="13276" y="65"/>
                </a:cubicBezTo>
                <a:lnTo>
                  <a:pt x="13097" y="65"/>
                </a:lnTo>
                <a:cubicBezTo>
                  <a:pt x="12919" y="53"/>
                  <a:pt x="12740" y="41"/>
                  <a:pt x="12573" y="41"/>
                </a:cubicBezTo>
                <a:lnTo>
                  <a:pt x="12371" y="29"/>
                </a:lnTo>
                <a:cubicBezTo>
                  <a:pt x="12145" y="29"/>
                  <a:pt x="11919" y="17"/>
                  <a:pt x="11704" y="6"/>
                </a:cubicBezTo>
                <a:lnTo>
                  <a:pt x="11681" y="6"/>
                </a:lnTo>
                <a:cubicBezTo>
                  <a:pt x="11466" y="2"/>
                  <a:pt x="11252" y="1"/>
                  <a:pt x="11038" y="1"/>
                </a:cubicBezTo>
                <a:close/>
              </a:path>
            </a:pathLst>
          </a:custGeom>
          <a:solidFill>
            <a:srgbClr val="1E3D28">
              <a:alpha val="53130"/>
            </a:srgbClr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7" name="Google Shape;1167;p14">
            <a:extLst>
              <a:ext uri="{FF2B5EF4-FFF2-40B4-BE49-F238E27FC236}">
                <a16:creationId xmlns:a16="http://schemas.microsoft.com/office/drawing/2014/main" id="{1E735B57-DA48-4999-A30C-AE970A874C7D}"/>
              </a:ext>
            </a:extLst>
          </p:cNvPr>
          <p:cNvSpPr>
            <a:spLocks noGrp="1"/>
          </p:cNvSpPr>
          <p:nvPr/>
        </p:nvSpPr>
        <p:spPr>
          <a:xfrm>
            <a:off x="-826817" y="-913729"/>
            <a:ext cx="3611430" cy="3621634"/>
          </a:xfrm>
          <a:custGeom>
            <a:avLst/>
            <a:gdLst/>
            <a:ahLst/>
            <a:cxnLst/>
            <a:rect l="l" t="t" r="r" b="b"/>
            <a:pathLst>
              <a:path w="49554" h="49694">
                <a:moveTo>
                  <a:pt x="12551" y="1"/>
                </a:moveTo>
                <a:cubicBezTo>
                  <a:pt x="12492" y="1"/>
                  <a:pt x="12432" y="7"/>
                  <a:pt x="12371" y="21"/>
                </a:cubicBezTo>
                <a:cubicBezTo>
                  <a:pt x="12073" y="80"/>
                  <a:pt x="11847" y="342"/>
                  <a:pt x="11644" y="569"/>
                </a:cubicBezTo>
                <a:lnTo>
                  <a:pt x="8251" y="4605"/>
                </a:lnTo>
                <a:cubicBezTo>
                  <a:pt x="7882" y="2962"/>
                  <a:pt x="8596" y="1259"/>
                  <a:pt x="10025" y="354"/>
                </a:cubicBezTo>
                <a:lnTo>
                  <a:pt x="10025" y="354"/>
                </a:lnTo>
                <a:cubicBezTo>
                  <a:pt x="9873" y="366"/>
                  <a:pt x="9721" y="372"/>
                  <a:pt x="9569" y="372"/>
                </a:cubicBezTo>
                <a:cubicBezTo>
                  <a:pt x="8557" y="372"/>
                  <a:pt x="7546" y="139"/>
                  <a:pt x="6541" y="139"/>
                </a:cubicBezTo>
                <a:cubicBezTo>
                  <a:pt x="6361" y="139"/>
                  <a:pt x="6181" y="146"/>
                  <a:pt x="6001" y="164"/>
                </a:cubicBezTo>
                <a:cubicBezTo>
                  <a:pt x="1845" y="545"/>
                  <a:pt x="1441" y="3486"/>
                  <a:pt x="619" y="6760"/>
                </a:cubicBezTo>
                <a:cubicBezTo>
                  <a:pt x="583" y="6879"/>
                  <a:pt x="560" y="7010"/>
                  <a:pt x="524" y="7141"/>
                </a:cubicBezTo>
                <a:lnTo>
                  <a:pt x="167" y="7474"/>
                </a:lnTo>
                <a:lnTo>
                  <a:pt x="167" y="7474"/>
                </a:lnTo>
                <a:lnTo>
                  <a:pt x="464" y="7379"/>
                </a:lnTo>
                <a:lnTo>
                  <a:pt x="464" y="7379"/>
                </a:lnTo>
                <a:cubicBezTo>
                  <a:pt x="0" y="9558"/>
                  <a:pt x="119" y="11820"/>
                  <a:pt x="810" y="13927"/>
                </a:cubicBezTo>
                <a:cubicBezTo>
                  <a:pt x="1691" y="16594"/>
                  <a:pt x="3536" y="18833"/>
                  <a:pt x="5989" y="20214"/>
                </a:cubicBezTo>
                <a:cubicBezTo>
                  <a:pt x="6787" y="20666"/>
                  <a:pt x="7668" y="21012"/>
                  <a:pt x="8584" y="21012"/>
                </a:cubicBezTo>
                <a:cubicBezTo>
                  <a:pt x="10263" y="21000"/>
                  <a:pt x="11680" y="19821"/>
                  <a:pt x="12859" y="18630"/>
                </a:cubicBezTo>
                <a:lnTo>
                  <a:pt x="12859" y="18630"/>
                </a:lnTo>
                <a:cubicBezTo>
                  <a:pt x="12073" y="20547"/>
                  <a:pt x="11382" y="22988"/>
                  <a:pt x="12811" y="24488"/>
                </a:cubicBezTo>
                <a:cubicBezTo>
                  <a:pt x="13335" y="25024"/>
                  <a:pt x="14061" y="25334"/>
                  <a:pt x="14752" y="25619"/>
                </a:cubicBezTo>
                <a:cubicBezTo>
                  <a:pt x="16585" y="26369"/>
                  <a:pt x="18467" y="27179"/>
                  <a:pt x="19883" y="28548"/>
                </a:cubicBezTo>
                <a:cubicBezTo>
                  <a:pt x="20324" y="28977"/>
                  <a:pt x="20717" y="29441"/>
                  <a:pt x="21193" y="29810"/>
                </a:cubicBezTo>
                <a:cubicBezTo>
                  <a:pt x="22491" y="30799"/>
                  <a:pt x="24396" y="31025"/>
                  <a:pt x="25277" y="32394"/>
                </a:cubicBezTo>
                <a:cubicBezTo>
                  <a:pt x="25587" y="32882"/>
                  <a:pt x="25729" y="33454"/>
                  <a:pt x="26063" y="33930"/>
                </a:cubicBezTo>
                <a:cubicBezTo>
                  <a:pt x="26493" y="34554"/>
                  <a:pt x="27254" y="34887"/>
                  <a:pt x="28010" y="34887"/>
                </a:cubicBezTo>
                <a:cubicBezTo>
                  <a:pt x="28552" y="34887"/>
                  <a:pt x="29091" y="34716"/>
                  <a:pt x="29504" y="34359"/>
                </a:cubicBezTo>
                <a:lnTo>
                  <a:pt x="29504" y="34359"/>
                </a:lnTo>
                <a:cubicBezTo>
                  <a:pt x="29182" y="35144"/>
                  <a:pt x="28539" y="35763"/>
                  <a:pt x="27742" y="36061"/>
                </a:cubicBezTo>
                <a:cubicBezTo>
                  <a:pt x="28754" y="36549"/>
                  <a:pt x="28635" y="38347"/>
                  <a:pt x="29706" y="38669"/>
                </a:cubicBezTo>
                <a:cubicBezTo>
                  <a:pt x="29830" y="38694"/>
                  <a:pt x="29958" y="38707"/>
                  <a:pt x="30085" y="38707"/>
                </a:cubicBezTo>
                <a:cubicBezTo>
                  <a:pt x="30253" y="38707"/>
                  <a:pt x="30420" y="38685"/>
                  <a:pt x="30575" y="38645"/>
                </a:cubicBezTo>
                <a:cubicBezTo>
                  <a:pt x="31444" y="38466"/>
                  <a:pt x="32302" y="38240"/>
                  <a:pt x="33135" y="37954"/>
                </a:cubicBezTo>
                <a:cubicBezTo>
                  <a:pt x="33290" y="37895"/>
                  <a:pt x="33433" y="37835"/>
                  <a:pt x="33588" y="37787"/>
                </a:cubicBezTo>
                <a:lnTo>
                  <a:pt x="33588" y="37787"/>
                </a:lnTo>
                <a:cubicBezTo>
                  <a:pt x="33480" y="37859"/>
                  <a:pt x="33373" y="37930"/>
                  <a:pt x="33266" y="38002"/>
                </a:cubicBezTo>
                <a:cubicBezTo>
                  <a:pt x="32361" y="38621"/>
                  <a:pt x="31468" y="39240"/>
                  <a:pt x="30563" y="39859"/>
                </a:cubicBezTo>
                <a:cubicBezTo>
                  <a:pt x="30587" y="40014"/>
                  <a:pt x="30647" y="40169"/>
                  <a:pt x="30742" y="40300"/>
                </a:cubicBezTo>
                <a:cubicBezTo>
                  <a:pt x="31049" y="40734"/>
                  <a:pt x="31672" y="40919"/>
                  <a:pt x="32299" y="40919"/>
                </a:cubicBezTo>
                <a:cubicBezTo>
                  <a:pt x="32548" y="40919"/>
                  <a:pt x="32798" y="40890"/>
                  <a:pt x="33028" y="40835"/>
                </a:cubicBezTo>
                <a:cubicBezTo>
                  <a:pt x="34481" y="40490"/>
                  <a:pt x="35778" y="39704"/>
                  <a:pt x="37064" y="38919"/>
                </a:cubicBezTo>
                <a:lnTo>
                  <a:pt x="37064" y="38919"/>
                </a:lnTo>
                <a:cubicBezTo>
                  <a:pt x="36421" y="40252"/>
                  <a:pt x="35409" y="41371"/>
                  <a:pt x="34147" y="42145"/>
                </a:cubicBezTo>
                <a:cubicBezTo>
                  <a:pt x="33861" y="42312"/>
                  <a:pt x="33528" y="42574"/>
                  <a:pt x="33635" y="42883"/>
                </a:cubicBezTo>
                <a:cubicBezTo>
                  <a:pt x="33707" y="43038"/>
                  <a:pt x="33838" y="43169"/>
                  <a:pt x="34004" y="43229"/>
                </a:cubicBezTo>
                <a:cubicBezTo>
                  <a:pt x="34647" y="43586"/>
                  <a:pt x="35302" y="43931"/>
                  <a:pt x="35945" y="44288"/>
                </a:cubicBezTo>
                <a:cubicBezTo>
                  <a:pt x="36302" y="44479"/>
                  <a:pt x="36671" y="44681"/>
                  <a:pt x="37076" y="44681"/>
                </a:cubicBezTo>
                <a:cubicBezTo>
                  <a:pt x="37421" y="44645"/>
                  <a:pt x="37755" y="44550"/>
                  <a:pt x="38064" y="44384"/>
                </a:cubicBezTo>
                <a:lnTo>
                  <a:pt x="40969" y="43038"/>
                </a:lnTo>
                <a:lnTo>
                  <a:pt x="38326" y="46003"/>
                </a:lnTo>
                <a:cubicBezTo>
                  <a:pt x="38374" y="47134"/>
                  <a:pt x="39469" y="47944"/>
                  <a:pt x="40565" y="48170"/>
                </a:cubicBezTo>
                <a:cubicBezTo>
                  <a:pt x="41023" y="48264"/>
                  <a:pt x="41488" y="48288"/>
                  <a:pt x="41955" y="48288"/>
                </a:cubicBezTo>
                <a:cubicBezTo>
                  <a:pt x="42427" y="48288"/>
                  <a:pt x="42901" y="48264"/>
                  <a:pt x="43375" y="48264"/>
                </a:cubicBezTo>
                <a:cubicBezTo>
                  <a:pt x="43554" y="48264"/>
                  <a:pt x="43732" y="48267"/>
                  <a:pt x="43910" y="48277"/>
                </a:cubicBezTo>
                <a:cubicBezTo>
                  <a:pt x="45029" y="48325"/>
                  <a:pt x="46256" y="48706"/>
                  <a:pt x="46792" y="49694"/>
                </a:cubicBezTo>
                <a:lnTo>
                  <a:pt x="46815" y="49348"/>
                </a:lnTo>
                <a:cubicBezTo>
                  <a:pt x="46542" y="46717"/>
                  <a:pt x="48851" y="44491"/>
                  <a:pt x="49256" y="41871"/>
                </a:cubicBezTo>
                <a:cubicBezTo>
                  <a:pt x="49554" y="39931"/>
                  <a:pt x="48780" y="38002"/>
                  <a:pt x="48018" y="36180"/>
                </a:cubicBezTo>
                <a:cubicBezTo>
                  <a:pt x="47732" y="35502"/>
                  <a:pt x="47446" y="34811"/>
                  <a:pt x="46923" y="34275"/>
                </a:cubicBezTo>
                <a:cubicBezTo>
                  <a:pt x="46528" y="33872"/>
                  <a:pt x="45971" y="33588"/>
                  <a:pt x="45415" y="33588"/>
                </a:cubicBezTo>
                <a:cubicBezTo>
                  <a:pt x="45249" y="33588"/>
                  <a:pt x="45084" y="33613"/>
                  <a:pt x="44922" y="33668"/>
                </a:cubicBezTo>
                <a:cubicBezTo>
                  <a:pt x="44803" y="33168"/>
                  <a:pt x="45375" y="32787"/>
                  <a:pt x="45684" y="32370"/>
                </a:cubicBezTo>
                <a:cubicBezTo>
                  <a:pt x="46327" y="31513"/>
                  <a:pt x="45863" y="30298"/>
                  <a:pt x="45399" y="29334"/>
                </a:cubicBezTo>
                <a:cubicBezTo>
                  <a:pt x="44970" y="28477"/>
                  <a:pt x="44541" y="27608"/>
                  <a:pt x="43863" y="26953"/>
                </a:cubicBezTo>
                <a:cubicBezTo>
                  <a:pt x="43310" y="26429"/>
                  <a:pt x="42568" y="26058"/>
                  <a:pt x="41824" y="26058"/>
                </a:cubicBezTo>
                <a:cubicBezTo>
                  <a:pt x="41637" y="26058"/>
                  <a:pt x="41451" y="26081"/>
                  <a:pt x="41267" y="26131"/>
                </a:cubicBezTo>
                <a:lnTo>
                  <a:pt x="42827" y="25060"/>
                </a:lnTo>
                <a:cubicBezTo>
                  <a:pt x="42471" y="24979"/>
                  <a:pt x="42112" y="24939"/>
                  <a:pt x="41756" y="24939"/>
                </a:cubicBezTo>
                <a:cubicBezTo>
                  <a:pt x="40382" y="24939"/>
                  <a:pt x="39050" y="25527"/>
                  <a:pt x="38124" y="26596"/>
                </a:cubicBezTo>
                <a:cubicBezTo>
                  <a:pt x="37648" y="26596"/>
                  <a:pt x="37302" y="26048"/>
                  <a:pt x="37350" y="25584"/>
                </a:cubicBezTo>
                <a:cubicBezTo>
                  <a:pt x="37398" y="25107"/>
                  <a:pt x="37695" y="24691"/>
                  <a:pt x="37993" y="24322"/>
                </a:cubicBezTo>
                <a:cubicBezTo>
                  <a:pt x="38814" y="23298"/>
                  <a:pt x="39743" y="22369"/>
                  <a:pt x="40755" y="21536"/>
                </a:cubicBezTo>
                <a:cubicBezTo>
                  <a:pt x="38802" y="19023"/>
                  <a:pt x="36516" y="16785"/>
                  <a:pt x="33969" y="14868"/>
                </a:cubicBezTo>
                <a:cubicBezTo>
                  <a:pt x="32064" y="16273"/>
                  <a:pt x="30790" y="15880"/>
                  <a:pt x="28706" y="17011"/>
                </a:cubicBezTo>
                <a:cubicBezTo>
                  <a:pt x="29444" y="15344"/>
                  <a:pt x="30385" y="14154"/>
                  <a:pt x="31659" y="12832"/>
                </a:cubicBezTo>
                <a:cubicBezTo>
                  <a:pt x="31409" y="12642"/>
                  <a:pt x="26265" y="7974"/>
                  <a:pt x="23146" y="5831"/>
                </a:cubicBezTo>
                <a:cubicBezTo>
                  <a:pt x="20014" y="3676"/>
                  <a:pt x="16693" y="1795"/>
                  <a:pt x="13240" y="200"/>
                </a:cubicBezTo>
                <a:cubicBezTo>
                  <a:pt x="13020" y="104"/>
                  <a:pt x="12792" y="1"/>
                  <a:pt x="12551" y="1"/>
                </a:cubicBezTo>
                <a:close/>
              </a:path>
            </a:pathLst>
          </a:custGeom>
          <a:solidFill>
            <a:srgbClr val="3E694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8" name="Google Shape;1168;p14">
            <a:extLst>
              <a:ext uri="{FF2B5EF4-FFF2-40B4-BE49-F238E27FC236}">
                <a16:creationId xmlns:a16="http://schemas.microsoft.com/office/drawing/2014/main" id="{A1ADF0E8-29D7-4F07-8515-F9FF03AF7BC3}"/>
              </a:ext>
            </a:extLst>
          </p:cNvPr>
          <p:cNvSpPr>
            <a:spLocks noGrp="1"/>
          </p:cNvSpPr>
          <p:nvPr/>
        </p:nvSpPr>
        <p:spPr>
          <a:xfrm>
            <a:off x="-1410794" y="-598965"/>
            <a:ext cx="3954179" cy="3189754"/>
          </a:xfrm>
          <a:custGeom>
            <a:avLst/>
            <a:gdLst/>
            <a:ahLst/>
            <a:cxnLst/>
            <a:rect l="l" t="t" r="r" b="b"/>
            <a:pathLst>
              <a:path w="54257" h="43768">
                <a:moveTo>
                  <a:pt x="48" y="0"/>
                </a:moveTo>
                <a:lnTo>
                  <a:pt x="0" y="179"/>
                </a:lnTo>
                <a:cubicBezTo>
                  <a:pt x="4810" y="1417"/>
                  <a:pt x="12811" y="3870"/>
                  <a:pt x="26861" y="10811"/>
                </a:cubicBezTo>
                <a:cubicBezTo>
                  <a:pt x="39696" y="17157"/>
                  <a:pt x="50887" y="30706"/>
                  <a:pt x="54066" y="43767"/>
                </a:cubicBezTo>
                <a:lnTo>
                  <a:pt x="54257" y="43720"/>
                </a:lnTo>
                <a:cubicBezTo>
                  <a:pt x="51054" y="30611"/>
                  <a:pt x="39827" y="17014"/>
                  <a:pt x="26944" y="10644"/>
                </a:cubicBezTo>
                <a:cubicBezTo>
                  <a:pt x="12895" y="3691"/>
                  <a:pt x="4858" y="1238"/>
                  <a:pt x="48" y="0"/>
                </a:cubicBezTo>
                <a:close/>
              </a:path>
            </a:pathLst>
          </a:custGeom>
          <a:solidFill>
            <a:srgbClr val="4F4B4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2"/>
              </a:solidFill>
            </a:endParaRPr>
          </a:p>
        </p:txBody>
      </p:sp>
      <p:sp>
        <p:nvSpPr>
          <p:cNvPr id="1169" name="Google Shape;1169;p14">
            <a:extLst>
              <a:ext uri="{FF2B5EF4-FFF2-40B4-BE49-F238E27FC236}">
                <a16:creationId xmlns:a16="http://schemas.microsoft.com/office/drawing/2014/main" id="{A286E611-1062-4E2B-9FDF-450FE5AAA5CD}"/>
              </a:ext>
            </a:extLst>
          </p:cNvPr>
          <p:cNvSpPr>
            <a:spLocks noGrp="1"/>
          </p:cNvSpPr>
          <p:nvPr/>
        </p:nvSpPr>
        <p:spPr>
          <a:xfrm>
            <a:off x="1400574" y="1855735"/>
            <a:ext cx="394856" cy="176657"/>
          </a:xfrm>
          <a:custGeom>
            <a:avLst/>
            <a:gdLst/>
            <a:ahLst/>
            <a:cxnLst/>
            <a:rect l="l" t="t" r="r" b="b"/>
            <a:pathLst>
              <a:path w="5418" h="2424">
                <a:moveTo>
                  <a:pt x="2703" y="1"/>
                </a:moveTo>
                <a:cubicBezTo>
                  <a:pt x="1798" y="620"/>
                  <a:pt x="905" y="1239"/>
                  <a:pt x="0" y="1858"/>
                </a:cubicBezTo>
                <a:cubicBezTo>
                  <a:pt x="24" y="2013"/>
                  <a:pt x="84" y="2156"/>
                  <a:pt x="179" y="2287"/>
                </a:cubicBezTo>
                <a:cubicBezTo>
                  <a:pt x="552" y="2378"/>
                  <a:pt x="937" y="2424"/>
                  <a:pt x="1323" y="2424"/>
                </a:cubicBezTo>
                <a:cubicBezTo>
                  <a:pt x="1590" y="2424"/>
                  <a:pt x="1857" y="2402"/>
                  <a:pt x="2120" y="2358"/>
                </a:cubicBezTo>
                <a:cubicBezTo>
                  <a:pt x="3286" y="2180"/>
                  <a:pt x="4358" y="1668"/>
                  <a:pt x="5418" y="1144"/>
                </a:cubicBezTo>
                <a:cubicBezTo>
                  <a:pt x="4632" y="560"/>
                  <a:pt x="3596" y="394"/>
                  <a:pt x="2703" y="1"/>
                </a:cubicBezTo>
                <a:close/>
              </a:path>
            </a:pathLst>
          </a:custGeom>
          <a:solidFill>
            <a:srgbClr val="8EB355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0" name="Google Shape;1170;p14">
            <a:extLst>
              <a:ext uri="{FF2B5EF4-FFF2-40B4-BE49-F238E27FC236}">
                <a16:creationId xmlns:a16="http://schemas.microsoft.com/office/drawing/2014/main" id="{EC024B11-2B58-4440-B9FC-D435C398BACC}"/>
              </a:ext>
            </a:extLst>
          </p:cNvPr>
          <p:cNvSpPr>
            <a:spLocks noGrp="1"/>
          </p:cNvSpPr>
          <p:nvPr/>
        </p:nvSpPr>
        <p:spPr>
          <a:xfrm>
            <a:off x="-767858" y="101253"/>
            <a:ext cx="2355949" cy="1805715"/>
          </a:xfrm>
          <a:custGeom>
            <a:avLst/>
            <a:gdLst/>
            <a:ahLst/>
            <a:cxnLst/>
            <a:rect l="l" t="t" r="r" b="b"/>
            <a:pathLst>
              <a:path w="32327" h="24777">
                <a:moveTo>
                  <a:pt x="1" y="0"/>
                </a:moveTo>
                <a:cubicBezTo>
                  <a:pt x="870" y="2667"/>
                  <a:pt x="2727" y="4906"/>
                  <a:pt x="5168" y="6287"/>
                </a:cubicBezTo>
                <a:cubicBezTo>
                  <a:pt x="5966" y="6727"/>
                  <a:pt x="6847" y="7085"/>
                  <a:pt x="7764" y="7085"/>
                </a:cubicBezTo>
                <a:cubicBezTo>
                  <a:pt x="9442" y="7073"/>
                  <a:pt x="10871" y="5894"/>
                  <a:pt x="12038" y="4703"/>
                </a:cubicBezTo>
                <a:lnTo>
                  <a:pt x="12038" y="4703"/>
                </a:lnTo>
                <a:cubicBezTo>
                  <a:pt x="11264" y="6620"/>
                  <a:pt x="10561" y="9061"/>
                  <a:pt x="12002" y="10549"/>
                </a:cubicBezTo>
                <a:cubicBezTo>
                  <a:pt x="12526" y="11097"/>
                  <a:pt x="13240" y="11395"/>
                  <a:pt x="13943" y="11692"/>
                </a:cubicBezTo>
                <a:cubicBezTo>
                  <a:pt x="15776" y="12442"/>
                  <a:pt x="17646" y="13240"/>
                  <a:pt x="19074" y="14621"/>
                </a:cubicBezTo>
                <a:cubicBezTo>
                  <a:pt x="19515" y="15038"/>
                  <a:pt x="19896" y="15514"/>
                  <a:pt x="20372" y="15871"/>
                </a:cubicBezTo>
                <a:cubicBezTo>
                  <a:pt x="21670" y="16872"/>
                  <a:pt x="23575" y="17098"/>
                  <a:pt x="24468" y="18467"/>
                </a:cubicBezTo>
                <a:cubicBezTo>
                  <a:pt x="24778" y="18943"/>
                  <a:pt x="24920" y="19527"/>
                  <a:pt x="25254" y="20003"/>
                </a:cubicBezTo>
                <a:cubicBezTo>
                  <a:pt x="25684" y="20627"/>
                  <a:pt x="26445" y="20960"/>
                  <a:pt x="27199" y="20960"/>
                </a:cubicBezTo>
                <a:cubicBezTo>
                  <a:pt x="27739" y="20960"/>
                  <a:pt x="28275" y="20789"/>
                  <a:pt x="28683" y="20432"/>
                </a:cubicBezTo>
                <a:lnTo>
                  <a:pt x="28683" y="20432"/>
                </a:lnTo>
                <a:cubicBezTo>
                  <a:pt x="28361" y="21217"/>
                  <a:pt x="27730" y="21836"/>
                  <a:pt x="26933" y="22134"/>
                </a:cubicBezTo>
                <a:cubicBezTo>
                  <a:pt x="27945" y="22622"/>
                  <a:pt x="27826" y="24420"/>
                  <a:pt x="28897" y="24730"/>
                </a:cubicBezTo>
                <a:cubicBezTo>
                  <a:pt x="29024" y="24761"/>
                  <a:pt x="29152" y="24777"/>
                  <a:pt x="29281" y="24777"/>
                </a:cubicBezTo>
                <a:cubicBezTo>
                  <a:pt x="29444" y="24777"/>
                  <a:pt x="29607" y="24752"/>
                  <a:pt x="29766" y="24706"/>
                </a:cubicBezTo>
                <a:cubicBezTo>
                  <a:pt x="30635" y="24539"/>
                  <a:pt x="31493" y="24301"/>
                  <a:pt x="32326" y="24015"/>
                </a:cubicBezTo>
                <a:cubicBezTo>
                  <a:pt x="32040" y="23884"/>
                  <a:pt x="31767" y="23718"/>
                  <a:pt x="31528" y="23503"/>
                </a:cubicBezTo>
                <a:cubicBezTo>
                  <a:pt x="30707" y="22753"/>
                  <a:pt x="30433" y="21575"/>
                  <a:pt x="30838" y="20539"/>
                </a:cubicBezTo>
                <a:cubicBezTo>
                  <a:pt x="31147" y="19800"/>
                  <a:pt x="31743" y="18788"/>
                  <a:pt x="31076" y="18336"/>
                </a:cubicBezTo>
                <a:cubicBezTo>
                  <a:pt x="30754" y="18110"/>
                  <a:pt x="30266" y="18181"/>
                  <a:pt x="30016" y="17884"/>
                </a:cubicBezTo>
                <a:cubicBezTo>
                  <a:pt x="29814" y="17634"/>
                  <a:pt x="29897" y="17276"/>
                  <a:pt x="29885" y="16955"/>
                </a:cubicBezTo>
                <a:cubicBezTo>
                  <a:pt x="29885" y="16824"/>
                  <a:pt x="29850" y="16693"/>
                  <a:pt x="29790" y="16574"/>
                </a:cubicBezTo>
                <a:cubicBezTo>
                  <a:pt x="30028" y="15729"/>
                  <a:pt x="29826" y="14693"/>
                  <a:pt x="29588" y="13788"/>
                </a:cubicBezTo>
                <a:cubicBezTo>
                  <a:pt x="29540" y="13609"/>
                  <a:pt x="29469" y="13407"/>
                  <a:pt x="29302" y="13323"/>
                </a:cubicBezTo>
                <a:cubicBezTo>
                  <a:pt x="29242" y="13306"/>
                  <a:pt x="29180" y="13297"/>
                  <a:pt x="29117" y="13297"/>
                </a:cubicBezTo>
                <a:cubicBezTo>
                  <a:pt x="29055" y="13297"/>
                  <a:pt x="28992" y="13306"/>
                  <a:pt x="28933" y="13323"/>
                </a:cubicBezTo>
                <a:cubicBezTo>
                  <a:pt x="28134" y="13572"/>
                  <a:pt x="27521" y="14485"/>
                  <a:pt x="26748" y="14485"/>
                </a:cubicBezTo>
                <a:cubicBezTo>
                  <a:pt x="26669" y="14485"/>
                  <a:pt x="26587" y="14476"/>
                  <a:pt x="26504" y="14455"/>
                </a:cubicBezTo>
                <a:cubicBezTo>
                  <a:pt x="26182" y="14383"/>
                  <a:pt x="25932" y="14133"/>
                  <a:pt x="25706" y="13895"/>
                </a:cubicBezTo>
                <a:cubicBezTo>
                  <a:pt x="24742" y="12847"/>
                  <a:pt x="23968" y="11657"/>
                  <a:pt x="23396" y="10359"/>
                </a:cubicBezTo>
                <a:cubicBezTo>
                  <a:pt x="22693" y="10904"/>
                  <a:pt x="21857" y="11482"/>
                  <a:pt x="20999" y="11482"/>
                </a:cubicBezTo>
                <a:cubicBezTo>
                  <a:pt x="20827" y="11482"/>
                  <a:pt x="20653" y="11458"/>
                  <a:pt x="20479" y="11407"/>
                </a:cubicBezTo>
                <a:cubicBezTo>
                  <a:pt x="19634" y="11145"/>
                  <a:pt x="19134" y="10264"/>
                  <a:pt x="18872" y="9418"/>
                </a:cubicBezTo>
                <a:cubicBezTo>
                  <a:pt x="18598" y="8573"/>
                  <a:pt x="18479" y="7656"/>
                  <a:pt x="17991" y="6918"/>
                </a:cubicBezTo>
                <a:cubicBezTo>
                  <a:pt x="17419" y="6025"/>
                  <a:pt x="16431" y="5501"/>
                  <a:pt x="15586" y="4846"/>
                </a:cubicBezTo>
                <a:cubicBezTo>
                  <a:pt x="14741" y="4191"/>
                  <a:pt x="13979" y="3191"/>
                  <a:pt x="14205" y="2155"/>
                </a:cubicBezTo>
                <a:cubicBezTo>
                  <a:pt x="14084" y="2124"/>
                  <a:pt x="13960" y="2111"/>
                  <a:pt x="13836" y="2111"/>
                </a:cubicBezTo>
                <a:cubicBezTo>
                  <a:pt x="13141" y="2111"/>
                  <a:pt x="12407" y="2523"/>
                  <a:pt x="11743" y="2523"/>
                </a:cubicBezTo>
                <a:cubicBezTo>
                  <a:pt x="11523" y="2523"/>
                  <a:pt x="11310" y="2478"/>
                  <a:pt x="11109" y="2358"/>
                </a:cubicBezTo>
                <a:cubicBezTo>
                  <a:pt x="10764" y="2144"/>
                  <a:pt x="10561" y="1763"/>
                  <a:pt x="10240" y="1524"/>
                </a:cubicBezTo>
                <a:cubicBezTo>
                  <a:pt x="9971" y="1323"/>
                  <a:pt x="9652" y="1242"/>
                  <a:pt x="9321" y="1242"/>
                </a:cubicBezTo>
                <a:cubicBezTo>
                  <a:pt x="8889" y="1242"/>
                  <a:pt x="8435" y="1378"/>
                  <a:pt x="8037" y="1560"/>
                </a:cubicBezTo>
                <a:cubicBezTo>
                  <a:pt x="7344" y="1866"/>
                  <a:pt x="6663" y="2299"/>
                  <a:pt x="5901" y="2299"/>
                </a:cubicBezTo>
                <a:cubicBezTo>
                  <a:pt x="5891" y="2299"/>
                  <a:pt x="5881" y="2298"/>
                  <a:pt x="5870" y="2298"/>
                </a:cubicBezTo>
                <a:cubicBezTo>
                  <a:pt x="5313" y="2298"/>
                  <a:pt x="4778" y="2072"/>
                  <a:pt x="4221" y="2072"/>
                </a:cubicBezTo>
                <a:cubicBezTo>
                  <a:pt x="4208" y="2072"/>
                  <a:pt x="4194" y="2072"/>
                  <a:pt x="4180" y="2072"/>
                </a:cubicBezTo>
                <a:cubicBezTo>
                  <a:pt x="3807" y="2072"/>
                  <a:pt x="3402" y="2189"/>
                  <a:pt x="3022" y="2189"/>
                </a:cubicBezTo>
                <a:cubicBezTo>
                  <a:pt x="2832" y="2189"/>
                  <a:pt x="2648" y="2159"/>
                  <a:pt x="2477" y="2072"/>
                </a:cubicBezTo>
                <a:cubicBezTo>
                  <a:pt x="2096" y="1882"/>
                  <a:pt x="1894" y="1453"/>
                  <a:pt x="1644" y="1120"/>
                </a:cubicBezTo>
                <a:cubicBezTo>
                  <a:pt x="1239" y="572"/>
                  <a:pt x="655" y="179"/>
                  <a:pt x="1" y="0"/>
                </a:cubicBezTo>
                <a:close/>
              </a:path>
            </a:pathLst>
          </a:custGeom>
          <a:solidFill>
            <a:srgbClr val="8EB355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2" name="Google Shape;1172;p14">
            <a:extLst>
              <a:ext uri="{FF2B5EF4-FFF2-40B4-BE49-F238E27FC236}">
                <a16:creationId xmlns:a16="http://schemas.microsoft.com/office/drawing/2014/main" id="{0EE944B5-BFDD-4621-8B25-8CA102F65D3C}"/>
              </a:ext>
            </a:extLst>
          </p:cNvPr>
          <p:cNvSpPr>
            <a:spLocks noGrp="1"/>
          </p:cNvSpPr>
          <p:nvPr/>
        </p:nvSpPr>
        <p:spPr>
          <a:xfrm>
            <a:off x="331469" y="4381339"/>
            <a:ext cx="519558" cy="1330633"/>
          </a:xfrm>
          <a:custGeom>
            <a:avLst/>
            <a:gdLst/>
            <a:ahLst/>
            <a:cxnLst/>
            <a:rect l="l" t="t" r="r" b="b"/>
            <a:pathLst>
              <a:path w="20783" h="53227">
                <a:moveTo>
                  <a:pt x="1" y="1"/>
                </a:moveTo>
                <a:lnTo>
                  <a:pt x="1" y="1"/>
                </a:lnTo>
                <a:cubicBezTo>
                  <a:pt x="9107" y="15979"/>
                  <a:pt x="15111" y="32291"/>
                  <a:pt x="19781" y="52405"/>
                </a:cubicBezTo>
                <a:cubicBezTo>
                  <a:pt x="19901" y="52951"/>
                  <a:pt x="20152" y="53227"/>
                  <a:pt x="20368" y="53227"/>
                </a:cubicBezTo>
                <a:cubicBezTo>
                  <a:pt x="20574" y="53227"/>
                  <a:pt x="20749" y="52976"/>
                  <a:pt x="20749" y="52472"/>
                </a:cubicBezTo>
                <a:cubicBezTo>
                  <a:pt x="20782" y="25152"/>
                  <a:pt x="13777" y="16513"/>
                  <a:pt x="1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3" name="Google Shape;1173;p14">
            <a:extLst>
              <a:ext uri="{FF2B5EF4-FFF2-40B4-BE49-F238E27FC236}">
                <a16:creationId xmlns:a16="http://schemas.microsoft.com/office/drawing/2014/main" id="{3E977A61-1198-4070-8E1F-552E99C334F8}"/>
              </a:ext>
            </a:extLst>
          </p:cNvPr>
          <p:cNvSpPr>
            <a:spLocks noGrp="1"/>
          </p:cNvSpPr>
          <p:nvPr/>
        </p:nvSpPr>
        <p:spPr>
          <a:xfrm>
            <a:off x="844528" y="4043624"/>
            <a:ext cx="622755" cy="1631049"/>
          </a:xfrm>
          <a:custGeom>
            <a:avLst/>
            <a:gdLst/>
            <a:ahLst/>
            <a:cxnLst/>
            <a:rect l="l" t="t" r="r" b="b"/>
            <a:pathLst>
              <a:path w="24911" h="65244">
                <a:moveTo>
                  <a:pt x="24910" y="0"/>
                </a:moveTo>
                <a:lnTo>
                  <a:pt x="24910" y="0"/>
                </a:lnTo>
                <a:cubicBezTo>
                  <a:pt x="21508" y="3503"/>
                  <a:pt x="18139" y="7539"/>
                  <a:pt x="14803" y="12076"/>
                </a:cubicBezTo>
                <a:cubicBezTo>
                  <a:pt x="12835" y="14777"/>
                  <a:pt x="10900" y="17646"/>
                  <a:pt x="9132" y="21315"/>
                </a:cubicBezTo>
                <a:cubicBezTo>
                  <a:pt x="5930" y="27954"/>
                  <a:pt x="3662" y="36693"/>
                  <a:pt x="2261" y="45199"/>
                </a:cubicBezTo>
                <a:cubicBezTo>
                  <a:pt x="1227" y="51637"/>
                  <a:pt x="559" y="57908"/>
                  <a:pt x="59" y="64213"/>
                </a:cubicBezTo>
                <a:cubicBezTo>
                  <a:pt x="0" y="64861"/>
                  <a:pt x="265" y="65244"/>
                  <a:pt x="548" y="65244"/>
                </a:cubicBezTo>
                <a:cubicBezTo>
                  <a:pt x="745" y="65244"/>
                  <a:pt x="950" y="65058"/>
                  <a:pt x="1060" y="64646"/>
                </a:cubicBezTo>
                <a:cubicBezTo>
                  <a:pt x="3928" y="53672"/>
                  <a:pt x="6931" y="43064"/>
                  <a:pt x="10500" y="32557"/>
                </a:cubicBezTo>
                <a:cubicBezTo>
                  <a:pt x="14636" y="20215"/>
                  <a:pt x="19340" y="8339"/>
                  <a:pt x="2491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4" name="Google Shape;1174;p14">
            <a:extLst>
              <a:ext uri="{FF2B5EF4-FFF2-40B4-BE49-F238E27FC236}">
                <a16:creationId xmlns:a16="http://schemas.microsoft.com/office/drawing/2014/main" id="{3CA6E186-2400-44CA-923C-D5FDF55A1BAE}"/>
              </a:ext>
            </a:extLst>
          </p:cNvPr>
          <p:cNvSpPr>
            <a:spLocks noGrp="1"/>
          </p:cNvSpPr>
          <p:nvPr/>
        </p:nvSpPr>
        <p:spPr>
          <a:xfrm>
            <a:off x="679208" y="4689054"/>
            <a:ext cx="170969" cy="1031568"/>
          </a:xfrm>
          <a:custGeom>
            <a:avLst/>
            <a:gdLst/>
            <a:ahLst/>
            <a:cxnLst/>
            <a:rect l="l" t="t" r="r" b="b"/>
            <a:pathLst>
              <a:path w="6839" h="41264">
                <a:moveTo>
                  <a:pt x="5071" y="1"/>
                </a:moveTo>
                <a:cubicBezTo>
                  <a:pt x="1" y="16746"/>
                  <a:pt x="768" y="32090"/>
                  <a:pt x="6839" y="41264"/>
                </a:cubicBezTo>
              </a:path>
            </a:pathLst>
          </a:custGeom>
          <a:noFill/>
          <a:ln w="5000" cmpd="sng">
            <a:solidFill>
              <a:schemeClr val="lt2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5" name="Google Shape;1175;p14">
            <a:extLst>
              <a:ext uri="{FF2B5EF4-FFF2-40B4-BE49-F238E27FC236}">
                <a16:creationId xmlns:a16="http://schemas.microsoft.com/office/drawing/2014/main" id="{CE8139A7-916B-4E4C-9C13-1D02529FFD81}"/>
              </a:ext>
            </a:extLst>
          </p:cNvPr>
          <p:cNvSpPr>
            <a:spLocks noGrp="1"/>
          </p:cNvSpPr>
          <p:nvPr/>
        </p:nvSpPr>
        <p:spPr>
          <a:xfrm>
            <a:off x="780105" y="4296291"/>
            <a:ext cx="231017" cy="403912"/>
          </a:xfrm>
          <a:custGeom>
            <a:avLst/>
            <a:gdLst/>
            <a:ahLst/>
            <a:cxnLst/>
            <a:rect l="l" t="t" r="r" b="b"/>
            <a:pathLst>
              <a:path w="9241" h="16157">
                <a:moveTo>
                  <a:pt x="4237" y="0"/>
                </a:moveTo>
                <a:cubicBezTo>
                  <a:pt x="4037" y="0"/>
                  <a:pt x="2870" y="67"/>
                  <a:pt x="2669" y="67"/>
                </a:cubicBezTo>
                <a:cubicBezTo>
                  <a:pt x="668" y="5238"/>
                  <a:pt x="1" y="10608"/>
                  <a:pt x="801" y="15712"/>
                </a:cubicBezTo>
                <a:cubicBezTo>
                  <a:pt x="829" y="15901"/>
                  <a:pt x="944" y="16157"/>
                  <a:pt x="1093" y="16157"/>
                </a:cubicBezTo>
                <a:cubicBezTo>
                  <a:pt x="1128" y="16157"/>
                  <a:pt x="1164" y="16143"/>
                  <a:pt x="1202" y="16112"/>
                </a:cubicBezTo>
                <a:cubicBezTo>
                  <a:pt x="1235" y="16079"/>
                  <a:pt x="1302" y="16012"/>
                  <a:pt x="1335" y="15912"/>
                </a:cubicBezTo>
                <a:cubicBezTo>
                  <a:pt x="1902" y="14411"/>
                  <a:pt x="6739" y="4904"/>
                  <a:pt x="9241" y="2035"/>
                </a:cubicBezTo>
                <a:cubicBezTo>
                  <a:pt x="9074" y="1902"/>
                  <a:pt x="8974" y="1768"/>
                  <a:pt x="8807" y="1702"/>
                </a:cubicBezTo>
                <a:cubicBezTo>
                  <a:pt x="8540" y="1902"/>
                  <a:pt x="8307" y="2102"/>
                  <a:pt x="8040" y="2369"/>
                </a:cubicBezTo>
                <a:cubicBezTo>
                  <a:pt x="8207" y="2069"/>
                  <a:pt x="8340" y="1768"/>
                  <a:pt x="8507" y="1502"/>
                </a:cubicBezTo>
                <a:cubicBezTo>
                  <a:pt x="7873" y="1034"/>
                  <a:pt x="7173" y="701"/>
                  <a:pt x="6472" y="434"/>
                </a:cubicBezTo>
                <a:cubicBezTo>
                  <a:pt x="6139" y="834"/>
                  <a:pt x="5838" y="1235"/>
                  <a:pt x="5538" y="1668"/>
                </a:cubicBezTo>
                <a:lnTo>
                  <a:pt x="5905" y="267"/>
                </a:lnTo>
                <a:cubicBezTo>
                  <a:pt x="5605" y="201"/>
                  <a:pt x="5338" y="100"/>
                  <a:pt x="5038" y="67"/>
                </a:cubicBezTo>
                <a:cubicBezTo>
                  <a:pt x="4404" y="834"/>
                  <a:pt x="3837" y="1668"/>
                  <a:pt x="3303" y="2502"/>
                </a:cubicBezTo>
                <a:cubicBezTo>
                  <a:pt x="3503" y="1602"/>
                  <a:pt x="3837" y="768"/>
                  <a:pt x="4237" y="0"/>
                </a:cubicBezTo>
                <a:close/>
              </a:path>
            </a:pathLst>
          </a:custGeom>
          <a:solidFill>
            <a:srgbClr val="F2B6B6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6" name="Google Shape;1176;p14">
            <a:extLst>
              <a:ext uri="{FF2B5EF4-FFF2-40B4-BE49-F238E27FC236}">
                <a16:creationId xmlns:a16="http://schemas.microsoft.com/office/drawing/2014/main" id="{17FC3028-2420-4B29-8778-991362B07FF4}"/>
              </a:ext>
            </a:extLst>
          </p:cNvPr>
          <p:cNvSpPr>
            <a:spLocks noGrp="1"/>
          </p:cNvSpPr>
          <p:nvPr/>
        </p:nvSpPr>
        <p:spPr>
          <a:xfrm>
            <a:off x="798655" y="4322141"/>
            <a:ext cx="295865" cy="378238"/>
          </a:xfrm>
          <a:custGeom>
            <a:avLst/>
            <a:gdLst/>
            <a:ahLst/>
            <a:cxnLst/>
            <a:rect l="l" t="t" r="r" b="b"/>
            <a:pathLst>
              <a:path w="11835" h="15130">
                <a:moveTo>
                  <a:pt x="5997" y="0"/>
                </a:moveTo>
                <a:cubicBezTo>
                  <a:pt x="2661" y="4437"/>
                  <a:pt x="626" y="9441"/>
                  <a:pt x="59" y="14578"/>
                </a:cubicBezTo>
                <a:cubicBezTo>
                  <a:pt x="1" y="14841"/>
                  <a:pt x="71" y="15129"/>
                  <a:pt x="246" y="15129"/>
                </a:cubicBezTo>
                <a:cubicBezTo>
                  <a:pt x="271" y="15129"/>
                  <a:pt x="297" y="15124"/>
                  <a:pt x="326" y="15111"/>
                </a:cubicBezTo>
                <a:cubicBezTo>
                  <a:pt x="393" y="15111"/>
                  <a:pt x="460" y="15045"/>
                  <a:pt x="493" y="14978"/>
                </a:cubicBezTo>
                <a:cubicBezTo>
                  <a:pt x="1460" y="13677"/>
                  <a:pt x="8666" y="5838"/>
                  <a:pt x="11834" y="3703"/>
                </a:cubicBezTo>
                <a:cubicBezTo>
                  <a:pt x="11768" y="3536"/>
                  <a:pt x="11668" y="3403"/>
                  <a:pt x="11568" y="3203"/>
                </a:cubicBezTo>
                <a:cubicBezTo>
                  <a:pt x="11234" y="3336"/>
                  <a:pt x="10934" y="3436"/>
                  <a:pt x="10634" y="3603"/>
                </a:cubicBezTo>
                <a:cubicBezTo>
                  <a:pt x="10834" y="3403"/>
                  <a:pt x="11101" y="3169"/>
                  <a:pt x="11301" y="2903"/>
                </a:cubicBezTo>
                <a:cubicBezTo>
                  <a:pt x="10800" y="2336"/>
                  <a:pt x="10233" y="1768"/>
                  <a:pt x="9600" y="1368"/>
                </a:cubicBezTo>
                <a:cubicBezTo>
                  <a:pt x="9166" y="1602"/>
                  <a:pt x="8766" y="1935"/>
                  <a:pt x="8399" y="2269"/>
                </a:cubicBezTo>
                <a:cubicBezTo>
                  <a:pt x="8599" y="1869"/>
                  <a:pt x="8832" y="1435"/>
                  <a:pt x="9099" y="1035"/>
                </a:cubicBezTo>
                <a:cubicBezTo>
                  <a:pt x="8832" y="868"/>
                  <a:pt x="8599" y="734"/>
                  <a:pt x="8299" y="601"/>
                </a:cubicBezTo>
                <a:cubicBezTo>
                  <a:pt x="7465" y="1201"/>
                  <a:pt x="6731" y="1835"/>
                  <a:pt x="5964" y="2502"/>
                </a:cubicBezTo>
                <a:cubicBezTo>
                  <a:pt x="6431" y="1702"/>
                  <a:pt x="6931" y="1001"/>
                  <a:pt x="7565" y="334"/>
                </a:cubicBezTo>
                <a:cubicBezTo>
                  <a:pt x="7331" y="234"/>
                  <a:pt x="6230" y="34"/>
                  <a:pt x="5997" y="0"/>
                </a:cubicBezTo>
                <a:close/>
              </a:path>
            </a:pathLst>
          </a:custGeom>
          <a:solidFill>
            <a:srgbClr val="F2B6B6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7" name="Google Shape;1177;p14">
            <a:extLst>
              <a:ext uri="{FF2B5EF4-FFF2-40B4-BE49-F238E27FC236}">
                <a16:creationId xmlns:a16="http://schemas.microsoft.com/office/drawing/2014/main" id="{CF57A82A-9C5F-4C17-A3FF-70AEDB1583D8}"/>
              </a:ext>
            </a:extLst>
          </p:cNvPr>
          <p:cNvSpPr>
            <a:spLocks noGrp="1"/>
          </p:cNvSpPr>
          <p:nvPr/>
        </p:nvSpPr>
        <p:spPr>
          <a:xfrm>
            <a:off x="620835" y="4305466"/>
            <a:ext cx="218518" cy="392612"/>
          </a:xfrm>
          <a:custGeom>
            <a:avLst/>
            <a:gdLst/>
            <a:ahLst/>
            <a:cxnLst/>
            <a:rect l="l" t="t" r="r" b="b"/>
            <a:pathLst>
              <a:path w="8741" h="15705">
                <a:moveTo>
                  <a:pt x="5938" y="0"/>
                </a:moveTo>
                <a:cubicBezTo>
                  <a:pt x="5738" y="34"/>
                  <a:pt x="5505" y="67"/>
                  <a:pt x="5238" y="134"/>
                </a:cubicBezTo>
                <a:cubicBezTo>
                  <a:pt x="5605" y="834"/>
                  <a:pt x="5871" y="1635"/>
                  <a:pt x="6005" y="2469"/>
                </a:cubicBezTo>
                <a:cubicBezTo>
                  <a:pt x="5505" y="1702"/>
                  <a:pt x="5004" y="1001"/>
                  <a:pt x="4404" y="367"/>
                </a:cubicBezTo>
                <a:cubicBezTo>
                  <a:pt x="4104" y="467"/>
                  <a:pt x="3770" y="567"/>
                  <a:pt x="3503" y="701"/>
                </a:cubicBezTo>
                <a:cubicBezTo>
                  <a:pt x="3570" y="1135"/>
                  <a:pt x="3703" y="1568"/>
                  <a:pt x="3737" y="2002"/>
                </a:cubicBezTo>
                <a:cubicBezTo>
                  <a:pt x="3503" y="1635"/>
                  <a:pt x="3203" y="1301"/>
                  <a:pt x="2903" y="968"/>
                </a:cubicBezTo>
                <a:cubicBezTo>
                  <a:pt x="2169" y="1335"/>
                  <a:pt x="1402" y="1802"/>
                  <a:pt x="734" y="2335"/>
                </a:cubicBezTo>
                <a:cubicBezTo>
                  <a:pt x="868" y="2569"/>
                  <a:pt x="1001" y="2869"/>
                  <a:pt x="1101" y="3136"/>
                </a:cubicBezTo>
                <a:cubicBezTo>
                  <a:pt x="868" y="2902"/>
                  <a:pt x="668" y="2736"/>
                  <a:pt x="368" y="2636"/>
                </a:cubicBezTo>
                <a:cubicBezTo>
                  <a:pt x="267" y="2802"/>
                  <a:pt x="101" y="2902"/>
                  <a:pt x="1" y="3036"/>
                </a:cubicBezTo>
                <a:cubicBezTo>
                  <a:pt x="1735" y="4137"/>
                  <a:pt x="3236" y="5671"/>
                  <a:pt x="4370" y="7539"/>
                </a:cubicBezTo>
                <a:cubicBezTo>
                  <a:pt x="5038" y="8640"/>
                  <a:pt x="5571" y="9807"/>
                  <a:pt x="5938" y="11075"/>
                </a:cubicBezTo>
                <a:cubicBezTo>
                  <a:pt x="6405" y="12509"/>
                  <a:pt x="6505" y="14044"/>
                  <a:pt x="6939" y="15478"/>
                </a:cubicBezTo>
                <a:cubicBezTo>
                  <a:pt x="7006" y="15545"/>
                  <a:pt x="7006" y="15645"/>
                  <a:pt x="7072" y="15678"/>
                </a:cubicBezTo>
                <a:cubicBezTo>
                  <a:pt x="7100" y="15697"/>
                  <a:pt x="7128" y="15705"/>
                  <a:pt x="7156" y="15705"/>
                </a:cubicBezTo>
                <a:cubicBezTo>
                  <a:pt x="7333" y="15705"/>
                  <a:pt x="7511" y="15379"/>
                  <a:pt x="7539" y="15178"/>
                </a:cubicBezTo>
                <a:cubicBezTo>
                  <a:pt x="8740" y="9974"/>
                  <a:pt x="8340" y="4170"/>
                  <a:pt x="5938" y="0"/>
                </a:cubicBezTo>
                <a:close/>
              </a:path>
            </a:pathLst>
          </a:custGeom>
          <a:solidFill>
            <a:srgbClr val="F2B6B6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8" name="Google Shape;1178;p14">
            <a:extLst>
              <a:ext uri="{FF2B5EF4-FFF2-40B4-BE49-F238E27FC236}">
                <a16:creationId xmlns:a16="http://schemas.microsoft.com/office/drawing/2014/main" id="{D3A3B6D8-6C02-46A7-9294-07B3223C4181}"/>
              </a:ext>
            </a:extLst>
          </p:cNvPr>
          <p:cNvSpPr>
            <a:spLocks noGrp="1"/>
          </p:cNvSpPr>
          <p:nvPr/>
        </p:nvSpPr>
        <p:spPr>
          <a:xfrm>
            <a:off x="517438" y="4456411"/>
            <a:ext cx="281041" cy="240492"/>
          </a:xfrm>
          <a:custGeom>
            <a:avLst/>
            <a:gdLst/>
            <a:ahLst/>
            <a:cxnLst/>
            <a:rect l="l" t="t" r="r" b="b"/>
            <a:pathLst>
              <a:path w="11242" h="9620">
                <a:moveTo>
                  <a:pt x="1802" y="0"/>
                </a:moveTo>
                <a:cubicBezTo>
                  <a:pt x="1668" y="167"/>
                  <a:pt x="1568" y="334"/>
                  <a:pt x="1468" y="500"/>
                </a:cubicBezTo>
                <a:cubicBezTo>
                  <a:pt x="2068" y="767"/>
                  <a:pt x="2669" y="1134"/>
                  <a:pt x="3203" y="1601"/>
                </a:cubicBezTo>
                <a:cubicBezTo>
                  <a:pt x="2502" y="1368"/>
                  <a:pt x="1835" y="1268"/>
                  <a:pt x="1101" y="1168"/>
                </a:cubicBezTo>
                <a:cubicBezTo>
                  <a:pt x="1001" y="1434"/>
                  <a:pt x="868" y="1668"/>
                  <a:pt x="768" y="1968"/>
                </a:cubicBezTo>
                <a:cubicBezTo>
                  <a:pt x="1068" y="2168"/>
                  <a:pt x="1368" y="2435"/>
                  <a:pt x="1668" y="2669"/>
                </a:cubicBezTo>
                <a:cubicBezTo>
                  <a:pt x="1301" y="2602"/>
                  <a:pt x="968" y="2502"/>
                  <a:pt x="567" y="2502"/>
                </a:cubicBezTo>
                <a:cubicBezTo>
                  <a:pt x="334" y="3202"/>
                  <a:pt x="167" y="3970"/>
                  <a:pt x="67" y="4703"/>
                </a:cubicBezTo>
                <a:cubicBezTo>
                  <a:pt x="267" y="4803"/>
                  <a:pt x="534" y="4870"/>
                  <a:pt x="734" y="5004"/>
                </a:cubicBezTo>
                <a:cubicBezTo>
                  <a:pt x="501" y="5004"/>
                  <a:pt x="234" y="5037"/>
                  <a:pt x="34" y="5104"/>
                </a:cubicBezTo>
                <a:cubicBezTo>
                  <a:pt x="0" y="5304"/>
                  <a:pt x="0" y="5504"/>
                  <a:pt x="0" y="5671"/>
                </a:cubicBezTo>
                <a:cubicBezTo>
                  <a:pt x="608" y="5547"/>
                  <a:pt x="1230" y="5487"/>
                  <a:pt x="1857" y="5487"/>
                </a:cubicBezTo>
                <a:cubicBezTo>
                  <a:pt x="2916" y="5487"/>
                  <a:pt x="3990" y="5657"/>
                  <a:pt x="5037" y="5971"/>
                </a:cubicBezTo>
                <a:cubicBezTo>
                  <a:pt x="6038" y="6271"/>
                  <a:pt x="7005" y="6705"/>
                  <a:pt x="7906" y="7305"/>
                </a:cubicBezTo>
                <a:cubicBezTo>
                  <a:pt x="8973" y="7972"/>
                  <a:pt x="9874" y="8906"/>
                  <a:pt x="10908" y="9540"/>
                </a:cubicBezTo>
                <a:cubicBezTo>
                  <a:pt x="10957" y="9589"/>
                  <a:pt x="11006" y="9620"/>
                  <a:pt x="11042" y="9620"/>
                </a:cubicBezTo>
                <a:cubicBezTo>
                  <a:pt x="11055" y="9620"/>
                  <a:pt x="11066" y="9616"/>
                  <a:pt x="11075" y="9607"/>
                </a:cubicBezTo>
                <a:cubicBezTo>
                  <a:pt x="11242" y="9540"/>
                  <a:pt x="11208" y="9207"/>
                  <a:pt x="11075" y="8973"/>
                </a:cubicBezTo>
                <a:cubicBezTo>
                  <a:pt x="8907" y="4837"/>
                  <a:pt x="5504" y="1301"/>
                  <a:pt x="1802" y="0"/>
                </a:cubicBezTo>
                <a:close/>
              </a:path>
            </a:pathLst>
          </a:custGeom>
          <a:solidFill>
            <a:srgbClr val="F2B6B6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9" name="Google Shape;1179;p14">
            <a:extLst>
              <a:ext uri="{FF2B5EF4-FFF2-40B4-BE49-F238E27FC236}">
                <a16:creationId xmlns:a16="http://schemas.microsoft.com/office/drawing/2014/main" id="{9DD7A975-8C55-487D-A243-DA392B7382E0}"/>
              </a:ext>
            </a:extLst>
          </p:cNvPr>
          <p:cNvSpPr>
            <a:spLocks noGrp="1"/>
          </p:cNvSpPr>
          <p:nvPr/>
        </p:nvSpPr>
        <p:spPr>
          <a:xfrm>
            <a:off x="792630" y="4440562"/>
            <a:ext cx="372763" cy="253867"/>
          </a:xfrm>
          <a:custGeom>
            <a:avLst/>
            <a:gdLst/>
            <a:ahLst/>
            <a:cxnLst/>
            <a:rect l="l" t="t" r="r" b="b"/>
            <a:pathLst>
              <a:path w="14911" h="10155">
                <a:moveTo>
                  <a:pt x="12909" y="0"/>
                </a:moveTo>
                <a:cubicBezTo>
                  <a:pt x="8039" y="1301"/>
                  <a:pt x="3369" y="5071"/>
                  <a:pt x="300" y="9474"/>
                </a:cubicBezTo>
                <a:cubicBezTo>
                  <a:pt x="134" y="9741"/>
                  <a:pt x="0" y="10107"/>
                  <a:pt x="234" y="10141"/>
                </a:cubicBezTo>
                <a:cubicBezTo>
                  <a:pt x="263" y="10151"/>
                  <a:pt x="289" y="10155"/>
                  <a:pt x="315" y="10155"/>
                </a:cubicBezTo>
                <a:cubicBezTo>
                  <a:pt x="376" y="10155"/>
                  <a:pt x="430" y="10131"/>
                  <a:pt x="501" y="10107"/>
                </a:cubicBezTo>
                <a:cubicBezTo>
                  <a:pt x="1902" y="9474"/>
                  <a:pt x="3169" y="8440"/>
                  <a:pt x="4537" y="7772"/>
                </a:cubicBezTo>
                <a:cubicBezTo>
                  <a:pt x="5804" y="7172"/>
                  <a:pt x="7072" y="6672"/>
                  <a:pt x="8373" y="6405"/>
                </a:cubicBezTo>
                <a:cubicBezTo>
                  <a:pt x="9645" y="6077"/>
                  <a:pt x="10939" y="5917"/>
                  <a:pt x="12204" y="5917"/>
                </a:cubicBezTo>
                <a:cubicBezTo>
                  <a:pt x="13129" y="5917"/>
                  <a:pt x="14038" y="6002"/>
                  <a:pt x="14911" y="6171"/>
                </a:cubicBezTo>
                <a:lnTo>
                  <a:pt x="14911" y="5604"/>
                </a:lnTo>
                <a:cubicBezTo>
                  <a:pt x="14644" y="5504"/>
                  <a:pt x="14344" y="5504"/>
                  <a:pt x="14010" y="5471"/>
                </a:cubicBezTo>
                <a:cubicBezTo>
                  <a:pt x="14310" y="5404"/>
                  <a:pt x="14577" y="5271"/>
                  <a:pt x="14877" y="5171"/>
                </a:cubicBezTo>
                <a:cubicBezTo>
                  <a:pt x="14811" y="4337"/>
                  <a:pt x="14644" y="3503"/>
                  <a:pt x="14377" y="2769"/>
                </a:cubicBezTo>
                <a:cubicBezTo>
                  <a:pt x="13910" y="2769"/>
                  <a:pt x="13476" y="2836"/>
                  <a:pt x="13009" y="2936"/>
                </a:cubicBezTo>
                <a:cubicBezTo>
                  <a:pt x="13376" y="2635"/>
                  <a:pt x="13743" y="2435"/>
                  <a:pt x="14177" y="2168"/>
                </a:cubicBezTo>
                <a:cubicBezTo>
                  <a:pt x="14044" y="1902"/>
                  <a:pt x="13910" y="1601"/>
                  <a:pt x="13743" y="1301"/>
                </a:cubicBezTo>
                <a:cubicBezTo>
                  <a:pt x="12843" y="1335"/>
                  <a:pt x="11909" y="1468"/>
                  <a:pt x="11008" y="1668"/>
                </a:cubicBezTo>
                <a:cubicBezTo>
                  <a:pt x="11709" y="1168"/>
                  <a:pt x="12509" y="801"/>
                  <a:pt x="13310" y="567"/>
                </a:cubicBezTo>
                <a:cubicBezTo>
                  <a:pt x="13176" y="401"/>
                  <a:pt x="13043" y="167"/>
                  <a:pt x="12909" y="0"/>
                </a:cubicBezTo>
                <a:close/>
              </a:path>
            </a:pathLst>
          </a:custGeom>
          <a:solidFill>
            <a:srgbClr val="F2B6B6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0" name="Google Shape;1180;p14">
            <a:extLst>
              <a:ext uri="{FF2B5EF4-FFF2-40B4-BE49-F238E27FC236}">
                <a16:creationId xmlns:a16="http://schemas.microsoft.com/office/drawing/2014/main" id="{A1AF62D9-0F67-4C26-ADA6-A34E982FD75E}"/>
              </a:ext>
            </a:extLst>
          </p:cNvPr>
          <p:cNvSpPr>
            <a:spLocks noGrp="1"/>
          </p:cNvSpPr>
          <p:nvPr/>
        </p:nvSpPr>
        <p:spPr>
          <a:xfrm>
            <a:off x="800955" y="4607582"/>
            <a:ext cx="341939" cy="144045"/>
          </a:xfrm>
          <a:custGeom>
            <a:avLst/>
            <a:gdLst/>
            <a:ahLst/>
            <a:cxnLst/>
            <a:rect l="l" t="t" r="r" b="b"/>
            <a:pathLst>
              <a:path w="13678" h="5762">
                <a:moveTo>
                  <a:pt x="11218" y="1"/>
                </a:moveTo>
                <a:cubicBezTo>
                  <a:pt x="7761" y="1"/>
                  <a:pt x="3868" y="1192"/>
                  <a:pt x="468" y="3093"/>
                </a:cubicBezTo>
                <a:cubicBezTo>
                  <a:pt x="234" y="3226"/>
                  <a:pt x="1" y="3460"/>
                  <a:pt x="134" y="3593"/>
                </a:cubicBezTo>
                <a:cubicBezTo>
                  <a:pt x="201" y="3627"/>
                  <a:pt x="234" y="3627"/>
                  <a:pt x="334" y="3627"/>
                </a:cubicBezTo>
                <a:cubicBezTo>
                  <a:pt x="1635" y="3627"/>
                  <a:pt x="2970" y="3293"/>
                  <a:pt x="4237" y="3260"/>
                </a:cubicBezTo>
                <a:cubicBezTo>
                  <a:pt x="4383" y="3256"/>
                  <a:pt x="4528" y="3253"/>
                  <a:pt x="4672" y="3253"/>
                </a:cubicBezTo>
                <a:cubicBezTo>
                  <a:pt x="5679" y="3253"/>
                  <a:pt x="6635" y="3356"/>
                  <a:pt x="7539" y="3560"/>
                </a:cubicBezTo>
                <a:cubicBezTo>
                  <a:pt x="9341" y="3927"/>
                  <a:pt x="10909" y="4727"/>
                  <a:pt x="12143" y="5761"/>
                </a:cubicBezTo>
                <a:cubicBezTo>
                  <a:pt x="12209" y="5595"/>
                  <a:pt x="12310" y="5461"/>
                  <a:pt x="12343" y="5294"/>
                </a:cubicBezTo>
                <a:cubicBezTo>
                  <a:pt x="12109" y="5161"/>
                  <a:pt x="11943" y="4994"/>
                  <a:pt x="11742" y="4894"/>
                </a:cubicBezTo>
                <a:cubicBezTo>
                  <a:pt x="12009" y="4894"/>
                  <a:pt x="12243" y="4928"/>
                  <a:pt x="12510" y="4961"/>
                </a:cubicBezTo>
                <a:cubicBezTo>
                  <a:pt x="12877" y="4294"/>
                  <a:pt x="13110" y="3593"/>
                  <a:pt x="13344" y="2859"/>
                </a:cubicBezTo>
                <a:cubicBezTo>
                  <a:pt x="13010" y="2726"/>
                  <a:pt x="12676" y="2593"/>
                  <a:pt x="12276" y="2492"/>
                </a:cubicBezTo>
                <a:cubicBezTo>
                  <a:pt x="12676" y="2426"/>
                  <a:pt x="13077" y="2392"/>
                  <a:pt x="13477" y="2326"/>
                </a:cubicBezTo>
                <a:cubicBezTo>
                  <a:pt x="13510" y="2059"/>
                  <a:pt x="13544" y="1759"/>
                  <a:pt x="13577" y="1492"/>
                </a:cubicBezTo>
                <a:cubicBezTo>
                  <a:pt x="12977" y="1258"/>
                  <a:pt x="12243" y="991"/>
                  <a:pt x="11542" y="825"/>
                </a:cubicBezTo>
                <a:cubicBezTo>
                  <a:pt x="11965" y="770"/>
                  <a:pt x="12367" y="745"/>
                  <a:pt x="12754" y="745"/>
                </a:cubicBezTo>
                <a:cubicBezTo>
                  <a:pt x="13071" y="745"/>
                  <a:pt x="13377" y="761"/>
                  <a:pt x="13677" y="791"/>
                </a:cubicBezTo>
                <a:lnTo>
                  <a:pt x="13677" y="224"/>
                </a:lnTo>
                <a:cubicBezTo>
                  <a:pt x="12893" y="73"/>
                  <a:pt x="12069" y="1"/>
                  <a:pt x="11218" y="1"/>
                </a:cubicBezTo>
                <a:close/>
              </a:path>
            </a:pathLst>
          </a:custGeom>
          <a:solidFill>
            <a:srgbClr val="F2B6B6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1" name="Google Shape;1181;p14">
            <a:extLst>
              <a:ext uri="{FF2B5EF4-FFF2-40B4-BE49-F238E27FC236}">
                <a16:creationId xmlns:a16="http://schemas.microsoft.com/office/drawing/2014/main" id="{6A3271A4-0257-4F47-8085-C27D6DDF7A9B}"/>
              </a:ext>
            </a:extLst>
          </p:cNvPr>
          <p:cNvSpPr>
            <a:spLocks noGrp="1"/>
          </p:cNvSpPr>
          <p:nvPr/>
        </p:nvSpPr>
        <p:spPr>
          <a:xfrm>
            <a:off x="800955" y="4143696"/>
            <a:ext cx="116771" cy="459485"/>
          </a:xfrm>
          <a:custGeom>
            <a:avLst/>
            <a:gdLst/>
            <a:ahLst/>
            <a:cxnLst/>
            <a:rect l="l" t="t" r="r" b="b"/>
            <a:pathLst>
              <a:path w="4671" h="18380">
                <a:moveTo>
                  <a:pt x="2970" y="0"/>
                </a:moveTo>
                <a:lnTo>
                  <a:pt x="2736" y="67"/>
                </a:lnTo>
                <a:cubicBezTo>
                  <a:pt x="4404" y="5137"/>
                  <a:pt x="3203" y="13143"/>
                  <a:pt x="1" y="18313"/>
                </a:cubicBezTo>
                <a:lnTo>
                  <a:pt x="201" y="18380"/>
                </a:lnTo>
                <a:cubicBezTo>
                  <a:pt x="3470" y="13176"/>
                  <a:pt x="4671" y="5104"/>
                  <a:pt x="2970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2" name="Google Shape;1182;p14">
            <a:extLst>
              <a:ext uri="{FF2B5EF4-FFF2-40B4-BE49-F238E27FC236}">
                <a16:creationId xmlns:a16="http://schemas.microsoft.com/office/drawing/2014/main" id="{05F8AF9E-E0B2-487E-A797-C2369E8478A7}"/>
              </a:ext>
            </a:extLst>
          </p:cNvPr>
          <p:cNvSpPr>
            <a:spLocks noGrp="1"/>
          </p:cNvSpPr>
          <p:nvPr/>
        </p:nvSpPr>
        <p:spPr>
          <a:xfrm>
            <a:off x="847653" y="4126897"/>
            <a:ext cx="44223" cy="25424"/>
          </a:xfrm>
          <a:custGeom>
            <a:avLst/>
            <a:gdLst/>
            <a:ahLst/>
            <a:cxnLst/>
            <a:rect l="l" t="t" r="r" b="b"/>
            <a:pathLst>
              <a:path w="1769" h="1017">
                <a:moveTo>
                  <a:pt x="1314" y="1"/>
                </a:moveTo>
                <a:cubicBezTo>
                  <a:pt x="1163" y="1"/>
                  <a:pt x="982" y="35"/>
                  <a:pt x="801" y="105"/>
                </a:cubicBezTo>
                <a:cubicBezTo>
                  <a:pt x="334" y="205"/>
                  <a:pt x="1" y="539"/>
                  <a:pt x="101" y="805"/>
                </a:cubicBezTo>
                <a:cubicBezTo>
                  <a:pt x="121" y="949"/>
                  <a:pt x="281" y="1017"/>
                  <a:pt x="509" y="1017"/>
                </a:cubicBezTo>
                <a:cubicBezTo>
                  <a:pt x="652" y="1017"/>
                  <a:pt x="822" y="990"/>
                  <a:pt x="1001" y="939"/>
                </a:cubicBezTo>
                <a:cubicBezTo>
                  <a:pt x="1468" y="772"/>
                  <a:pt x="1769" y="439"/>
                  <a:pt x="1702" y="205"/>
                </a:cubicBezTo>
                <a:cubicBezTo>
                  <a:pt x="1683" y="69"/>
                  <a:pt x="1527" y="1"/>
                  <a:pt x="1314" y="1"/>
                </a:cubicBezTo>
                <a:close/>
              </a:path>
            </a:pathLst>
          </a:custGeom>
          <a:solidFill>
            <a:srgbClr val="FFFBE6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3" name="Google Shape;1183;p14">
            <a:extLst>
              <a:ext uri="{FF2B5EF4-FFF2-40B4-BE49-F238E27FC236}">
                <a16:creationId xmlns:a16="http://schemas.microsoft.com/office/drawing/2014/main" id="{401F2994-9DEB-4563-A47A-14AD85B00278}"/>
              </a:ext>
            </a:extLst>
          </p:cNvPr>
          <p:cNvSpPr>
            <a:spLocks noGrp="1"/>
          </p:cNvSpPr>
          <p:nvPr/>
        </p:nvSpPr>
        <p:spPr>
          <a:xfrm>
            <a:off x="808454" y="4194544"/>
            <a:ext cx="139295" cy="416987"/>
          </a:xfrm>
          <a:custGeom>
            <a:avLst/>
            <a:gdLst/>
            <a:ahLst/>
            <a:cxnLst/>
            <a:rect l="l" t="t" r="r" b="b"/>
            <a:pathLst>
              <a:path w="5572" h="16680">
                <a:moveTo>
                  <a:pt x="5338" y="1"/>
                </a:moveTo>
                <a:cubicBezTo>
                  <a:pt x="5071" y="4838"/>
                  <a:pt x="3337" y="10275"/>
                  <a:pt x="1" y="16613"/>
                </a:cubicBezTo>
                <a:lnTo>
                  <a:pt x="234" y="16679"/>
                </a:lnTo>
                <a:cubicBezTo>
                  <a:pt x="3570" y="10342"/>
                  <a:pt x="5338" y="4904"/>
                  <a:pt x="5572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4" name="Google Shape;1184;p14">
            <a:extLst>
              <a:ext uri="{FF2B5EF4-FFF2-40B4-BE49-F238E27FC236}">
                <a16:creationId xmlns:a16="http://schemas.microsoft.com/office/drawing/2014/main" id="{B0A721A2-C0C4-4C22-A762-48D043742C5A}"/>
              </a:ext>
            </a:extLst>
          </p:cNvPr>
          <p:cNvSpPr>
            <a:spLocks noGrp="1"/>
          </p:cNvSpPr>
          <p:nvPr/>
        </p:nvSpPr>
        <p:spPr>
          <a:xfrm>
            <a:off x="923551" y="4176195"/>
            <a:ext cx="41723" cy="24224"/>
          </a:xfrm>
          <a:custGeom>
            <a:avLst/>
            <a:gdLst/>
            <a:ahLst/>
            <a:cxnLst/>
            <a:rect l="l" t="t" r="r" b="b"/>
            <a:pathLst>
              <a:path w="1669" h="969">
                <a:moveTo>
                  <a:pt x="901" y="1"/>
                </a:moveTo>
                <a:cubicBezTo>
                  <a:pt x="401" y="34"/>
                  <a:pt x="0" y="234"/>
                  <a:pt x="0" y="501"/>
                </a:cubicBezTo>
                <a:cubicBezTo>
                  <a:pt x="0" y="735"/>
                  <a:pt x="334" y="968"/>
                  <a:pt x="801" y="968"/>
                </a:cubicBezTo>
                <a:cubicBezTo>
                  <a:pt x="1268" y="968"/>
                  <a:pt x="1635" y="735"/>
                  <a:pt x="1668" y="468"/>
                </a:cubicBezTo>
                <a:cubicBezTo>
                  <a:pt x="1668" y="201"/>
                  <a:pt x="1335" y="1"/>
                  <a:pt x="901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5" name="Google Shape;1185;p14">
            <a:extLst>
              <a:ext uri="{FF2B5EF4-FFF2-40B4-BE49-F238E27FC236}">
                <a16:creationId xmlns:a16="http://schemas.microsoft.com/office/drawing/2014/main" id="{FA10C1C2-A045-4046-82AF-2E52B852EC3D}"/>
              </a:ext>
            </a:extLst>
          </p:cNvPr>
          <p:cNvSpPr>
            <a:spLocks noGrp="1"/>
          </p:cNvSpPr>
          <p:nvPr/>
        </p:nvSpPr>
        <p:spPr>
          <a:xfrm>
            <a:off x="773430" y="4197044"/>
            <a:ext cx="86772" cy="406137"/>
          </a:xfrm>
          <a:custGeom>
            <a:avLst/>
            <a:gdLst/>
            <a:ahLst/>
            <a:cxnLst/>
            <a:rect l="l" t="t" r="r" b="b"/>
            <a:pathLst>
              <a:path w="3471" h="16246">
                <a:moveTo>
                  <a:pt x="234" y="1"/>
                </a:moveTo>
                <a:lnTo>
                  <a:pt x="1" y="134"/>
                </a:lnTo>
                <a:cubicBezTo>
                  <a:pt x="2836" y="4904"/>
                  <a:pt x="3237" y="10742"/>
                  <a:pt x="1068" y="16179"/>
                </a:cubicBezTo>
                <a:lnTo>
                  <a:pt x="1302" y="16246"/>
                </a:lnTo>
                <a:cubicBezTo>
                  <a:pt x="3470" y="10809"/>
                  <a:pt x="3103" y="4871"/>
                  <a:pt x="234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6" name="Google Shape;1186;p14">
            <a:extLst>
              <a:ext uri="{FF2B5EF4-FFF2-40B4-BE49-F238E27FC236}">
                <a16:creationId xmlns:a16="http://schemas.microsoft.com/office/drawing/2014/main" id="{B41C7B65-EB8D-43D7-AF1B-000236DC9308}"/>
              </a:ext>
            </a:extLst>
          </p:cNvPr>
          <p:cNvSpPr>
            <a:spLocks noGrp="1"/>
          </p:cNvSpPr>
          <p:nvPr/>
        </p:nvSpPr>
        <p:spPr>
          <a:xfrm>
            <a:off x="751756" y="4179445"/>
            <a:ext cx="42548" cy="29624"/>
          </a:xfrm>
          <a:custGeom>
            <a:avLst/>
            <a:gdLst/>
            <a:ahLst/>
            <a:cxnLst/>
            <a:rect l="l" t="t" r="r" b="b"/>
            <a:pathLst>
              <a:path w="1702" h="1185">
                <a:moveTo>
                  <a:pt x="1236" y="0"/>
                </a:moveTo>
                <a:cubicBezTo>
                  <a:pt x="1057" y="0"/>
                  <a:pt x="841" y="67"/>
                  <a:pt x="634" y="205"/>
                </a:cubicBezTo>
                <a:cubicBezTo>
                  <a:pt x="201" y="438"/>
                  <a:pt x="1" y="838"/>
                  <a:pt x="101" y="1038"/>
                </a:cubicBezTo>
                <a:cubicBezTo>
                  <a:pt x="149" y="1135"/>
                  <a:pt x="274" y="1185"/>
                  <a:pt x="436" y="1185"/>
                </a:cubicBezTo>
                <a:cubicBezTo>
                  <a:pt x="610" y="1185"/>
                  <a:pt x="827" y="1126"/>
                  <a:pt x="1035" y="1005"/>
                </a:cubicBezTo>
                <a:cubicBezTo>
                  <a:pt x="1468" y="738"/>
                  <a:pt x="1702" y="371"/>
                  <a:pt x="1602" y="171"/>
                </a:cubicBezTo>
                <a:cubicBezTo>
                  <a:pt x="1537" y="58"/>
                  <a:pt x="1403" y="0"/>
                  <a:pt x="1236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7" name="Google Shape;1187;p14">
            <a:extLst>
              <a:ext uri="{FF2B5EF4-FFF2-40B4-BE49-F238E27FC236}">
                <a16:creationId xmlns:a16="http://schemas.microsoft.com/office/drawing/2014/main" id="{3BD83F7E-58BD-4E8D-837A-24D1EBFC1EE6}"/>
              </a:ext>
            </a:extLst>
          </p:cNvPr>
          <p:cNvSpPr>
            <a:spLocks noGrp="1"/>
          </p:cNvSpPr>
          <p:nvPr/>
        </p:nvSpPr>
        <p:spPr>
          <a:xfrm>
            <a:off x="858503" y="4317141"/>
            <a:ext cx="261041" cy="301890"/>
          </a:xfrm>
          <a:custGeom>
            <a:avLst/>
            <a:gdLst/>
            <a:ahLst/>
            <a:cxnLst/>
            <a:rect l="l" t="t" r="r" b="b"/>
            <a:pathLst>
              <a:path w="10442" h="12076">
                <a:moveTo>
                  <a:pt x="10374" y="0"/>
                </a:moveTo>
                <a:cubicBezTo>
                  <a:pt x="5071" y="2435"/>
                  <a:pt x="1668" y="6405"/>
                  <a:pt x="0" y="12009"/>
                </a:cubicBezTo>
                <a:lnTo>
                  <a:pt x="201" y="12076"/>
                </a:lnTo>
                <a:cubicBezTo>
                  <a:pt x="1868" y="6538"/>
                  <a:pt x="5237" y="2669"/>
                  <a:pt x="10441" y="200"/>
                </a:cubicBezTo>
                <a:lnTo>
                  <a:pt x="10374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8" name="Google Shape;1188;p14">
            <a:extLst>
              <a:ext uri="{FF2B5EF4-FFF2-40B4-BE49-F238E27FC236}">
                <a16:creationId xmlns:a16="http://schemas.microsoft.com/office/drawing/2014/main" id="{0F6F8433-6490-417F-BBDF-CCA11DFC096A}"/>
              </a:ext>
            </a:extLst>
          </p:cNvPr>
          <p:cNvSpPr>
            <a:spLocks noGrp="1"/>
          </p:cNvSpPr>
          <p:nvPr/>
        </p:nvSpPr>
        <p:spPr>
          <a:xfrm>
            <a:off x="1111170" y="4298216"/>
            <a:ext cx="28374" cy="40373"/>
          </a:xfrm>
          <a:custGeom>
            <a:avLst/>
            <a:gdLst/>
            <a:ahLst/>
            <a:cxnLst/>
            <a:rect l="l" t="t" r="r" b="b"/>
            <a:pathLst>
              <a:path w="1135" h="1615">
                <a:moveTo>
                  <a:pt x="369" y="1"/>
                </a:moveTo>
                <a:cubicBezTo>
                  <a:pt x="333" y="1"/>
                  <a:pt x="298" y="8"/>
                  <a:pt x="267" y="23"/>
                </a:cubicBezTo>
                <a:cubicBezTo>
                  <a:pt x="67" y="157"/>
                  <a:pt x="1" y="624"/>
                  <a:pt x="167" y="1024"/>
                </a:cubicBezTo>
                <a:cubicBezTo>
                  <a:pt x="308" y="1391"/>
                  <a:pt x="569" y="1614"/>
                  <a:pt x="787" y="1614"/>
                </a:cubicBezTo>
                <a:cubicBezTo>
                  <a:pt x="827" y="1614"/>
                  <a:pt x="865" y="1607"/>
                  <a:pt x="901" y="1591"/>
                </a:cubicBezTo>
                <a:cubicBezTo>
                  <a:pt x="1101" y="1458"/>
                  <a:pt x="1135" y="991"/>
                  <a:pt x="968" y="591"/>
                </a:cubicBezTo>
                <a:cubicBezTo>
                  <a:pt x="827" y="224"/>
                  <a:pt x="567" y="1"/>
                  <a:pt x="369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9" name="Google Shape;1189;p14">
            <a:extLst>
              <a:ext uri="{FF2B5EF4-FFF2-40B4-BE49-F238E27FC236}">
                <a16:creationId xmlns:a16="http://schemas.microsoft.com/office/drawing/2014/main" id="{8C54A830-856D-46D4-A829-425D34219A60}"/>
              </a:ext>
            </a:extLst>
          </p:cNvPr>
          <p:cNvSpPr>
            <a:spLocks noGrp="1"/>
          </p:cNvSpPr>
          <p:nvPr/>
        </p:nvSpPr>
        <p:spPr>
          <a:xfrm>
            <a:off x="800130" y="4251268"/>
            <a:ext cx="70897" cy="351914"/>
          </a:xfrm>
          <a:custGeom>
            <a:avLst/>
            <a:gdLst/>
            <a:ahLst/>
            <a:cxnLst/>
            <a:rect l="l" t="t" r="r" b="b"/>
            <a:pathLst>
              <a:path w="2836" h="14077">
                <a:moveTo>
                  <a:pt x="2069" y="0"/>
                </a:moveTo>
                <a:lnTo>
                  <a:pt x="1835" y="33"/>
                </a:lnTo>
                <a:cubicBezTo>
                  <a:pt x="2536" y="4403"/>
                  <a:pt x="2502" y="8306"/>
                  <a:pt x="0" y="14010"/>
                </a:cubicBezTo>
                <a:lnTo>
                  <a:pt x="234" y="14077"/>
                </a:lnTo>
                <a:cubicBezTo>
                  <a:pt x="2736" y="8339"/>
                  <a:pt x="2836" y="4403"/>
                  <a:pt x="2069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0" name="Google Shape;1190;p14">
            <a:extLst>
              <a:ext uri="{FF2B5EF4-FFF2-40B4-BE49-F238E27FC236}">
                <a16:creationId xmlns:a16="http://schemas.microsoft.com/office/drawing/2014/main" id="{4572A314-C72E-4C08-9858-9ACC04C99A3B}"/>
              </a:ext>
            </a:extLst>
          </p:cNvPr>
          <p:cNvSpPr>
            <a:spLocks noGrp="1"/>
          </p:cNvSpPr>
          <p:nvPr/>
        </p:nvSpPr>
        <p:spPr>
          <a:xfrm>
            <a:off x="825154" y="4232318"/>
            <a:ext cx="44223" cy="26249"/>
          </a:xfrm>
          <a:custGeom>
            <a:avLst/>
            <a:gdLst/>
            <a:ahLst/>
            <a:cxnLst/>
            <a:rect l="l" t="t" r="r" b="b"/>
            <a:pathLst>
              <a:path w="1769" h="1050">
                <a:moveTo>
                  <a:pt x="1250" y="0"/>
                </a:moveTo>
                <a:cubicBezTo>
                  <a:pt x="1105" y="0"/>
                  <a:pt x="939" y="30"/>
                  <a:pt x="767" y="91"/>
                </a:cubicBezTo>
                <a:cubicBezTo>
                  <a:pt x="334" y="258"/>
                  <a:pt x="0" y="558"/>
                  <a:pt x="67" y="791"/>
                </a:cubicBezTo>
                <a:cubicBezTo>
                  <a:pt x="88" y="960"/>
                  <a:pt x="270" y="1049"/>
                  <a:pt x="519" y="1049"/>
                </a:cubicBezTo>
                <a:cubicBezTo>
                  <a:pt x="663" y="1049"/>
                  <a:pt x="830" y="1019"/>
                  <a:pt x="1001" y="958"/>
                </a:cubicBezTo>
                <a:cubicBezTo>
                  <a:pt x="1434" y="825"/>
                  <a:pt x="1768" y="491"/>
                  <a:pt x="1701" y="258"/>
                </a:cubicBezTo>
                <a:cubicBezTo>
                  <a:pt x="1680" y="89"/>
                  <a:pt x="1499" y="0"/>
                  <a:pt x="1250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1" name="Google Shape;1191;p14">
            <a:extLst>
              <a:ext uri="{FF2B5EF4-FFF2-40B4-BE49-F238E27FC236}">
                <a16:creationId xmlns:a16="http://schemas.microsoft.com/office/drawing/2014/main" id="{490AC59F-6127-462D-9200-5C1C884A7CC9}"/>
              </a:ext>
            </a:extLst>
          </p:cNvPr>
          <p:cNvSpPr>
            <a:spLocks noGrp="1"/>
          </p:cNvSpPr>
          <p:nvPr/>
        </p:nvSpPr>
        <p:spPr>
          <a:xfrm>
            <a:off x="858503" y="4301291"/>
            <a:ext cx="189319" cy="317740"/>
          </a:xfrm>
          <a:custGeom>
            <a:avLst/>
            <a:gdLst/>
            <a:ahLst/>
            <a:cxnLst/>
            <a:rect l="l" t="t" r="r" b="b"/>
            <a:pathLst>
              <a:path w="7573" h="12710">
                <a:moveTo>
                  <a:pt x="7406" y="1"/>
                </a:moveTo>
                <a:cubicBezTo>
                  <a:pt x="2702" y="3870"/>
                  <a:pt x="267" y="6906"/>
                  <a:pt x="0" y="12710"/>
                </a:cubicBezTo>
                <a:lnTo>
                  <a:pt x="234" y="12710"/>
                </a:lnTo>
                <a:cubicBezTo>
                  <a:pt x="534" y="7039"/>
                  <a:pt x="2936" y="4037"/>
                  <a:pt x="7572" y="167"/>
                </a:cubicBezTo>
                <a:lnTo>
                  <a:pt x="7406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2" name="Google Shape;1192;p14">
            <a:extLst>
              <a:ext uri="{FF2B5EF4-FFF2-40B4-BE49-F238E27FC236}">
                <a16:creationId xmlns:a16="http://schemas.microsoft.com/office/drawing/2014/main" id="{6F563DD5-194A-4517-A925-232D73C5C143}"/>
              </a:ext>
            </a:extLst>
          </p:cNvPr>
          <p:cNvSpPr>
            <a:spLocks noGrp="1"/>
          </p:cNvSpPr>
          <p:nvPr/>
        </p:nvSpPr>
        <p:spPr>
          <a:xfrm>
            <a:off x="1034447" y="4282642"/>
            <a:ext cx="34223" cy="34823"/>
          </a:xfrm>
          <a:custGeom>
            <a:avLst/>
            <a:gdLst/>
            <a:ahLst/>
            <a:cxnLst/>
            <a:rect l="l" t="t" r="r" b="b"/>
            <a:pathLst>
              <a:path w="1369" h="1393">
                <a:moveTo>
                  <a:pt x="401" y="0"/>
                </a:moveTo>
                <a:cubicBezTo>
                  <a:pt x="312" y="0"/>
                  <a:pt x="231" y="26"/>
                  <a:pt x="168" y="79"/>
                </a:cubicBezTo>
                <a:cubicBezTo>
                  <a:pt x="1" y="280"/>
                  <a:pt x="34" y="680"/>
                  <a:pt x="334" y="1047"/>
                </a:cubicBezTo>
                <a:cubicBezTo>
                  <a:pt x="493" y="1274"/>
                  <a:pt x="730" y="1393"/>
                  <a:pt x="928" y="1393"/>
                </a:cubicBezTo>
                <a:cubicBezTo>
                  <a:pt x="1020" y="1393"/>
                  <a:pt x="1104" y="1367"/>
                  <a:pt x="1168" y="1314"/>
                </a:cubicBezTo>
                <a:cubicBezTo>
                  <a:pt x="1368" y="1147"/>
                  <a:pt x="1302" y="680"/>
                  <a:pt x="1001" y="346"/>
                </a:cubicBezTo>
                <a:cubicBezTo>
                  <a:pt x="820" y="119"/>
                  <a:pt x="592" y="0"/>
                  <a:pt x="401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3" name="Google Shape;1193;p14">
            <a:extLst>
              <a:ext uri="{FF2B5EF4-FFF2-40B4-BE49-F238E27FC236}">
                <a16:creationId xmlns:a16="http://schemas.microsoft.com/office/drawing/2014/main" id="{8E2B3291-3517-4204-B9D1-429648515BCC}"/>
              </a:ext>
            </a:extLst>
          </p:cNvPr>
          <p:cNvSpPr>
            <a:spLocks noGrp="1"/>
          </p:cNvSpPr>
          <p:nvPr/>
        </p:nvSpPr>
        <p:spPr>
          <a:xfrm>
            <a:off x="779280" y="4395613"/>
            <a:ext cx="185994" cy="308540"/>
          </a:xfrm>
          <a:custGeom>
            <a:avLst/>
            <a:gdLst/>
            <a:ahLst/>
            <a:cxnLst/>
            <a:rect l="l" t="t" r="r" b="b"/>
            <a:pathLst>
              <a:path w="7440" h="12342">
                <a:moveTo>
                  <a:pt x="3014" y="1"/>
                </a:moveTo>
                <a:cubicBezTo>
                  <a:pt x="2665" y="1"/>
                  <a:pt x="2213" y="30"/>
                  <a:pt x="2102" y="30"/>
                </a:cubicBezTo>
                <a:cubicBezTo>
                  <a:pt x="501" y="3933"/>
                  <a:pt x="0" y="8003"/>
                  <a:pt x="601" y="11972"/>
                </a:cubicBezTo>
                <a:cubicBezTo>
                  <a:pt x="655" y="12135"/>
                  <a:pt x="731" y="12342"/>
                  <a:pt x="848" y="12342"/>
                </a:cubicBezTo>
                <a:cubicBezTo>
                  <a:pt x="874" y="12342"/>
                  <a:pt x="903" y="12331"/>
                  <a:pt x="934" y="12306"/>
                </a:cubicBezTo>
                <a:cubicBezTo>
                  <a:pt x="1035" y="12272"/>
                  <a:pt x="1035" y="12239"/>
                  <a:pt x="1068" y="12139"/>
                </a:cubicBezTo>
                <a:cubicBezTo>
                  <a:pt x="1535" y="11038"/>
                  <a:pt x="5438" y="3866"/>
                  <a:pt x="7439" y="1732"/>
                </a:cubicBezTo>
                <a:cubicBezTo>
                  <a:pt x="7339" y="1631"/>
                  <a:pt x="7206" y="1565"/>
                  <a:pt x="7172" y="1465"/>
                </a:cubicBezTo>
                <a:lnTo>
                  <a:pt x="6538" y="1965"/>
                </a:lnTo>
                <a:cubicBezTo>
                  <a:pt x="6672" y="1765"/>
                  <a:pt x="6772" y="1531"/>
                  <a:pt x="6905" y="1298"/>
                </a:cubicBezTo>
                <a:cubicBezTo>
                  <a:pt x="6372" y="931"/>
                  <a:pt x="5838" y="631"/>
                  <a:pt x="5238" y="431"/>
                </a:cubicBezTo>
                <a:cubicBezTo>
                  <a:pt x="4937" y="731"/>
                  <a:pt x="4704" y="998"/>
                  <a:pt x="4504" y="1331"/>
                </a:cubicBezTo>
                <a:cubicBezTo>
                  <a:pt x="4570" y="998"/>
                  <a:pt x="4670" y="631"/>
                  <a:pt x="4771" y="297"/>
                </a:cubicBezTo>
                <a:cubicBezTo>
                  <a:pt x="4537" y="264"/>
                  <a:pt x="4337" y="197"/>
                  <a:pt x="4070" y="130"/>
                </a:cubicBezTo>
                <a:cubicBezTo>
                  <a:pt x="3570" y="697"/>
                  <a:pt x="3069" y="1298"/>
                  <a:pt x="2669" y="1932"/>
                </a:cubicBezTo>
                <a:cubicBezTo>
                  <a:pt x="2836" y="1265"/>
                  <a:pt x="3069" y="597"/>
                  <a:pt x="3403" y="30"/>
                </a:cubicBezTo>
                <a:cubicBezTo>
                  <a:pt x="3336" y="8"/>
                  <a:pt x="3188" y="1"/>
                  <a:pt x="3014" y="1"/>
                </a:cubicBezTo>
                <a:close/>
              </a:path>
            </a:pathLst>
          </a:custGeom>
          <a:solidFill>
            <a:srgbClr val="FFCFCA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4" name="Google Shape;1194;p14">
            <a:extLst>
              <a:ext uri="{FF2B5EF4-FFF2-40B4-BE49-F238E27FC236}">
                <a16:creationId xmlns:a16="http://schemas.microsoft.com/office/drawing/2014/main" id="{B8B5AB50-CDE7-4551-9219-A09752DFDBBE}"/>
              </a:ext>
            </a:extLst>
          </p:cNvPr>
          <p:cNvSpPr>
            <a:spLocks noGrp="1"/>
          </p:cNvSpPr>
          <p:nvPr/>
        </p:nvSpPr>
        <p:spPr>
          <a:xfrm>
            <a:off x="651684" y="4401363"/>
            <a:ext cx="175144" cy="302440"/>
          </a:xfrm>
          <a:custGeom>
            <a:avLst/>
            <a:gdLst/>
            <a:ahLst/>
            <a:cxnLst/>
            <a:rect l="l" t="t" r="r" b="b"/>
            <a:pathLst>
              <a:path w="7006" h="12098">
                <a:moveTo>
                  <a:pt x="4838" y="0"/>
                </a:moveTo>
                <a:cubicBezTo>
                  <a:pt x="4671" y="34"/>
                  <a:pt x="4471" y="34"/>
                  <a:pt x="4304" y="67"/>
                </a:cubicBezTo>
                <a:cubicBezTo>
                  <a:pt x="4571" y="634"/>
                  <a:pt x="4804" y="1235"/>
                  <a:pt x="4871" y="1902"/>
                </a:cubicBezTo>
                <a:cubicBezTo>
                  <a:pt x="4504" y="1335"/>
                  <a:pt x="4070" y="734"/>
                  <a:pt x="3570" y="234"/>
                </a:cubicBezTo>
                <a:lnTo>
                  <a:pt x="2836" y="501"/>
                </a:lnTo>
                <a:cubicBezTo>
                  <a:pt x="2903" y="834"/>
                  <a:pt x="3003" y="1168"/>
                  <a:pt x="3036" y="1502"/>
                </a:cubicBezTo>
                <a:cubicBezTo>
                  <a:pt x="2836" y="1201"/>
                  <a:pt x="2636" y="901"/>
                  <a:pt x="2369" y="668"/>
                </a:cubicBezTo>
                <a:cubicBezTo>
                  <a:pt x="1735" y="901"/>
                  <a:pt x="1168" y="1235"/>
                  <a:pt x="568" y="1668"/>
                </a:cubicBezTo>
                <a:cubicBezTo>
                  <a:pt x="701" y="1868"/>
                  <a:pt x="801" y="2069"/>
                  <a:pt x="868" y="2269"/>
                </a:cubicBezTo>
                <a:cubicBezTo>
                  <a:pt x="701" y="2102"/>
                  <a:pt x="501" y="2002"/>
                  <a:pt x="301" y="1868"/>
                </a:cubicBezTo>
                <a:cubicBezTo>
                  <a:pt x="268" y="1868"/>
                  <a:pt x="134" y="1969"/>
                  <a:pt x="1" y="2069"/>
                </a:cubicBezTo>
                <a:cubicBezTo>
                  <a:pt x="1368" y="3003"/>
                  <a:pt x="2636" y="4237"/>
                  <a:pt x="3503" y="5705"/>
                </a:cubicBezTo>
                <a:cubicBezTo>
                  <a:pt x="4037" y="6572"/>
                  <a:pt x="4471" y="7506"/>
                  <a:pt x="4771" y="8507"/>
                </a:cubicBezTo>
                <a:cubicBezTo>
                  <a:pt x="5104" y="9574"/>
                  <a:pt x="5171" y="10808"/>
                  <a:pt x="5538" y="11909"/>
                </a:cubicBezTo>
                <a:cubicBezTo>
                  <a:pt x="5538" y="11976"/>
                  <a:pt x="5605" y="12042"/>
                  <a:pt x="5638" y="12076"/>
                </a:cubicBezTo>
                <a:cubicBezTo>
                  <a:pt x="5663" y="12091"/>
                  <a:pt x="5688" y="12097"/>
                  <a:pt x="5713" y="12097"/>
                </a:cubicBezTo>
                <a:cubicBezTo>
                  <a:pt x="5852" y="12097"/>
                  <a:pt x="5977" y="11879"/>
                  <a:pt x="6005" y="11709"/>
                </a:cubicBezTo>
                <a:cubicBezTo>
                  <a:pt x="7006" y="7739"/>
                  <a:pt x="6706" y="3303"/>
                  <a:pt x="4838" y="0"/>
                </a:cubicBezTo>
                <a:close/>
              </a:path>
            </a:pathLst>
          </a:custGeom>
          <a:solidFill>
            <a:srgbClr val="FFCFCA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5" name="Google Shape;1195;p14">
            <a:extLst>
              <a:ext uri="{FF2B5EF4-FFF2-40B4-BE49-F238E27FC236}">
                <a16:creationId xmlns:a16="http://schemas.microsoft.com/office/drawing/2014/main" id="{23A67D0C-4654-44AF-9C78-910E0BBBDCB1}"/>
              </a:ext>
            </a:extLst>
          </p:cNvPr>
          <p:cNvSpPr>
            <a:spLocks noGrp="1"/>
          </p:cNvSpPr>
          <p:nvPr/>
        </p:nvSpPr>
        <p:spPr>
          <a:xfrm>
            <a:off x="593311" y="4473911"/>
            <a:ext cx="203493" cy="226843"/>
          </a:xfrm>
          <a:custGeom>
            <a:avLst/>
            <a:gdLst/>
            <a:ahLst/>
            <a:cxnLst/>
            <a:rect l="l" t="t" r="r" b="b"/>
            <a:pathLst>
              <a:path w="8140" h="9074">
                <a:moveTo>
                  <a:pt x="2536" y="1"/>
                </a:moveTo>
                <a:cubicBezTo>
                  <a:pt x="2436" y="101"/>
                  <a:pt x="2302" y="234"/>
                  <a:pt x="2202" y="301"/>
                </a:cubicBezTo>
                <a:cubicBezTo>
                  <a:pt x="2636" y="634"/>
                  <a:pt x="3036" y="1001"/>
                  <a:pt x="3370" y="1468"/>
                </a:cubicBezTo>
                <a:cubicBezTo>
                  <a:pt x="2870" y="1168"/>
                  <a:pt x="2336" y="935"/>
                  <a:pt x="1835" y="701"/>
                </a:cubicBezTo>
                <a:cubicBezTo>
                  <a:pt x="1669" y="868"/>
                  <a:pt x="1535" y="1068"/>
                  <a:pt x="1435" y="1201"/>
                </a:cubicBezTo>
                <a:cubicBezTo>
                  <a:pt x="1635" y="1435"/>
                  <a:pt x="1802" y="1668"/>
                  <a:pt x="1969" y="1935"/>
                </a:cubicBezTo>
                <a:cubicBezTo>
                  <a:pt x="1702" y="1768"/>
                  <a:pt x="1435" y="1668"/>
                  <a:pt x="1168" y="1535"/>
                </a:cubicBezTo>
                <a:cubicBezTo>
                  <a:pt x="835" y="2002"/>
                  <a:pt x="601" y="2536"/>
                  <a:pt x="334" y="3103"/>
                </a:cubicBezTo>
                <a:cubicBezTo>
                  <a:pt x="501" y="3203"/>
                  <a:pt x="668" y="3336"/>
                  <a:pt x="801" y="3470"/>
                </a:cubicBezTo>
                <a:cubicBezTo>
                  <a:pt x="601" y="3436"/>
                  <a:pt x="434" y="3370"/>
                  <a:pt x="201" y="3370"/>
                </a:cubicBezTo>
                <a:cubicBezTo>
                  <a:pt x="101" y="3503"/>
                  <a:pt x="34" y="3636"/>
                  <a:pt x="1" y="3770"/>
                </a:cubicBezTo>
                <a:cubicBezTo>
                  <a:pt x="1335" y="3837"/>
                  <a:pt x="2669" y="4304"/>
                  <a:pt x="3904" y="5071"/>
                </a:cubicBezTo>
                <a:cubicBezTo>
                  <a:pt x="4637" y="5504"/>
                  <a:pt x="5305" y="6072"/>
                  <a:pt x="5938" y="6672"/>
                </a:cubicBezTo>
                <a:cubicBezTo>
                  <a:pt x="6606" y="7406"/>
                  <a:pt x="7139" y="8306"/>
                  <a:pt x="7840" y="8974"/>
                </a:cubicBezTo>
                <a:cubicBezTo>
                  <a:pt x="7873" y="9007"/>
                  <a:pt x="7940" y="9074"/>
                  <a:pt x="7973" y="9074"/>
                </a:cubicBezTo>
                <a:cubicBezTo>
                  <a:pt x="8140" y="9074"/>
                  <a:pt x="8140" y="8807"/>
                  <a:pt x="8107" y="8607"/>
                </a:cubicBezTo>
                <a:cubicBezTo>
                  <a:pt x="7206" y="5104"/>
                  <a:pt x="5171" y="1735"/>
                  <a:pt x="2536" y="1"/>
                </a:cubicBezTo>
                <a:close/>
              </a:path>
            </a:pathLst>
          </a:custGeom>
          <a:solidFill>
            <a:srgbClr val="FFCFCA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6" name="Google Shape;1196;p14">
            <a:extLst>
              <a:ext uri="{FF2B5EF4-FFF2-40B4-BE49-F238E27FC236}">
                <a16:creationId xmlns:a16="http://schemas.microsoft.com/office/drawing/2014/main" id="{F435E857-8525-49B1-943F-F726FD50EA62}"/>
              </a:ext>
            </a:extLst>
          </p:cNvPr>
          <p:cNvSpPr>
            <a:spLocks noGrp="1"/>
          </p:cNvSpPr>
          <p:nvPr/>
        </p:nvSpPr>
        <p:spPr>
          <a:xfrm>
            <a:off x="792630" y="4459736"/>
            <a:ext cx="268541" cy="243517"/>
          </a:xfrm>
          <a:custGeom>
            <a:avLst/>
            <a:gdLst/>
            <a:ahLst/>
            <a:cxnLst/>
            <a:rect l="l" t="t" r="r" b="b"/>
            <a:pathLst>
              <a:path w="10742" h="9741">
                <a:moveTo>
                  <a:pt x="7906" y="0"/>
                </a:moveTo>
                <a:cubicBezTo>
                  <a:pt x="4403" y="1802"/>
                  <a:pt x="1535" y="5404"/>
                  <a:pt x="67" y="9240"/>
                </a:cubicBezTo>
                <a:cubicBezTo>
                  <a:pt x="34" y="9474"/>
                  <a:pt x="0" y="9741"/>
                  <a:pt x="200" y="9741"/>
                </a:cubicBezTo>
                <a:cubicBezTo>
                  <a:pt x="234" y="9741"/>
                  <a:pt x="334" y="9707"/>
                  <a:pt x="367" y="9674"/>
                </a:cubicBezTo>
                <a:cubicBezTo>
                  <a:pt x="1334" y="8907"/>
                  <a:pt x="2135" y="7973"/>
                  <a:pt x="3036" y="7206"/>
                </a:cubicBezTo>
                <a:cubicBezTo>
                  <a:pt x="3870" y="6505"/>
                  <a:pt x="4737" y="5971"/>
                  <a:pt x="5704" y="5504"/>
                </a:cubicBezTo>
                <a:cubicBezTo>
                  <a:pt x="7305" y="4737"/>
                  <a:pt x="9040" y="4304"/>
                  <a:pt x="10741" y="4237"/>
                </a:cubicBezTo>
                <a:cubicBezTo>
                  <a:pt x="10708" y="4070"/>
                  <a:pt x="10674" y="3970"/>
                  <a:pt x="10641" y="3837"/>
                </a:cubicBezTo>
                <a:cubicBezTo>
                  <a:pt x="10374" y="3837"/>
                  <a:pt x="10141" y="3837"/>
                  <a:pt x="9874" y="3870"/>
                </a:cubicBezTo>
                <a:lnTo>
                  <a:pt x="10508" y="3503"/>
                </a:lnTo>
                <a:cubicBezTo>
                  <a:pt x="10241" y="2903"/>
                  <a:pt x="9974" y="2335"/>
                  <a:pt x="9574" y="1802"/>
                </a:cubicBezTo>
                <a:cubicBezTo>
                  <a:pt x="9240" y="1868"/>
                  <a:pt x="8873" y="2002"/>
                  <a:pt x="8540" y="2169"/>
                </a:cubicBezTo>
                <a:lnTo>
                  <a:pt x="9307" y="1401"/>
                </a:lnTo>
                <a:cubicBezTo>
                  <a:pt x="9140" y="1201"/>
                  <a:pt x="8973" y="1001"/>
                  <a:pt x="8806" y="834"/>
                </a:cubicBezTo>
                <a:cubicBezTo>
                  <a:pt x="8073" y="1035"/>
                  <a:pt x="7405" y="1301"/>
                  <a:pt x="6738" y="1568"/>
                </a:cubicBezTo>
                <a:cubicBezTo>
                  <a:pt x="7239" y="1068"/>
                  <a:pt x="7739" y="668"/>
                  <a:pt x="8339" y="334"/>
                </a:cubicBezTo>
                <a:cubicBezTo>
                  <a:pt x="8206" y="201"/>
                  <a:pt x="8039" y="134"/>
                  <a:pt x="7906" y="0"/>
                </a:cubicBezTo>
                <a:close/>
              </a:path>
            </a:pathLst>
          </a:custGeom>
          <a:solidFill>
            <a:srgbClr val="FFCFCA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7" name="Google Shape;1197;p14">
            <a:extLst>
              <a:ext uri="{FF2B5EF4-FFF2-40B4-BE49-F238E27FC236}">
                <a16:creationId xmlns:a16="http://schemas.microsoft.com/office/drawing/2014/main" id="{A18AB784-D56D-4BDC-85BE-C50CA60B0081}"/>
              </a:ext>
            </a:extLst>
          </p:cNvPr>
          <p:cNvSpPr>
            <a:spLocks noGrp="1"/>
          </p:cNvSpPr>
          <p:nvPr/>
        </p:nvSpPr>
        <p:spPr>
          <a:xfrm>
            <a:off x="795955" y="4581483"/>
            <a:ext cx="256867" cy="121321"/>
          </a:xfrm>
          <a:custGeom>
            <a:avLst/>
            <a:gdLst/>
            <a:ahLst/>
            <a:cxnLst/>
            <a:rect l="l" t="t" r="r" b="b"/>
            <a:pathLst>
              <a:path w="10275" h="4853">
                <a:moveTo>
                  <a:pt x="10008" y="1"/>
                </a:moveTo>
                <a:cubicBezTo>
                  <a:pt x="6739" y="134"/>
                  <a:pt x="3069" y="1935"/>
                  <a:pt x="267" y="4437"/>
                </a:cubicBezTo>
                <a:cubicBezTo>
                  <a:pt x="167" y="4537"/>
                  <a:pt x="1" y="4771"/>
                  <a:pt x="101" y="4837"/>
                </a:cubicBezTo>
                <a:cubicBezTo>
                  <a:pt x="123" y="4849"/>
                  <a:pt x="145" y="4852"/>
                  <a:pt x="166" y="4852"/>
                </a:cubicBezTo>
                <a:cubicBezTo>
                  <a:pt x="208" y="4852"/>
                  <a:pt x="245" y="4837"/>
                  <a:pt x="267" y="4837"/>
                </a:cubicBezTo>
                <a:cubicBezTo>
                  <a:pt x="1268" y="4637"/>
                  <a:pt x="2236" y="4137"/>
                  <a:pt x="3236" y="3870"/>
                </a:cubicBezTo>
                <a:cubicBezTo>
                  <a:pt x="4104" y="3670"/>
                  <a:pt x="5038" y="3536"/>
                  <a:pt x="5871" y="3536"/>
                </a:cubicBezTo>
                <a:cubicBezTo>
                  <a:pt x="7339" y="3536"/>
                  <a:pt x="8740" y="3837"/>
                  <a:pt x="9908" y="4437"/>
                </a:cubicBezTo>
                <a:cubicBezTo>
                  <a:pt x="9941" y="4304"/>
                  <a:pt x="10008" y="4170"/>
                  <a:pt x="10041" y="4003"/>
                </a:cubicBezTo>
                <a:cubicBezTo>
                  <a:pt x="9874" y="3937"/>
                  <a:pt x="9674" y="3870"/>
                  <a:pt x="9507" y="3803"/>
                </a:cubicBezTo>
                <a:cubicBezTo>
                  <a:pt x="9674" y="3803"/>
                  <a:pt x="9874" y="3770"/>
                  <a:pt x="10074" y="3770"/>
                </a:cubicBezTo>
                <a:cubicBezTo>
                  <a:pt x="10208" y="3170"/>
                  <a:pt x="10275" y="2602"/>
                  <a:pt x="10275" y="2035"/>
                </a:cubicBezTo>
                <a:cubicBezTo>
                  <a:pt x="10008" y="1969"/>
                  <a:pt x="9708" y="1902"/>
                  <a:pt x="9407" y="1902"/>
                </a:cubicBezTo>
                <a:cubicBezTo>
                  <a:pt x="9708" y="1802"/>
                  <a:pt x="10008" y="1668"/>
                  <a:pt x="10275" y="1568"/>
                </a:cubicBezTo>
                <a:cubicBezTo>
                  <a:pt x="10275" y="1368"/>
                  <a:pt x="10275" y="1168"/>
                  <a:pt x="10241" y="968"/>
                </a:cubicBezTo>
                <a:cubicBezTo>
                  <a:pt x="9674" y="835"/>
                  <a:pt x="9074" y="801"/>
                  <a:pt x="8507" y="801"/>
                </a:cubicBezTo>
                <a:cubicBezTo>
                  <a:pt x="9040" y="568"/>
                  <a:pt x="9574" y="468"/>
                  <a:pt x="10108" y="434"/>
                </a:cubicBezTo>
                <a:cubicBezTo>
                  <a:pt x="10074" y="301"/>
                  <a:pt x="10041" y="134"/>
                  <a:pt x="10008" y="1"/>
                </a:cubicBezTo>
                <a:close/>
              </a:path>
            </a:pathLst>
          </a:custGeom>
          <a:solidFill>
            <a:srgbClr val="FFCFCA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8" name="Google Shape;1198;p14">
            <a:extLst>
              <a:ext uri="{FF2B5EF4-FFF2-40B4-BE49-F238E27FC236}">
                <a16:creationId xmlns:a16="http://schemas.microsoft.com/office/drawing/2014/main" id="{6F5540D6-1F85-4F5A-9AEB-A8C2D354E1A1}"/>
              </a:ext>
            </a:extLst>
          </p:cNvPr>
          <p:cNvSpPr>
            <a:spLocks noGrp="1"/>
          </p:cNvSpPr>
          <p:nvPr/>
        </p:nvSpPr>
        <p:spPr>
          <a:xfrm>
            <a:off x="873502" y="4644031"/>
            <a:ext cx="145120" cy="24199"/>
          </a:xfrm>
          <a:custGeom>
            <a:avLst/>
            <a:gdLst/>
            <a:ahLst/>
            <a:cxnLst/>
            <a:rect l="l" t="t" r="r" b="b"/>
            <a:pathLst>
              <a:path w="5805" h="968">
                <a:moveTo>
                  <a:pt x="1" y="968"/>
                </a:moveTo>
                <a:cubicBezTo>
                  <a:pt x="1835" y="201"/>
                  <a:pt x="3904" y="0"/>
                  <a:pt x="5805" y="301"/>
                </a:cubicBezTo>
              </a:path>
            </a:pathLst>
          </a:custGeom>
          <a:solidFill>
            <a:schemeClr val="accent6"/>
          </a:solidFill>
          <a:ln w="5000" cmpd="sng">
            <a:solidFill>
              <a:schemeClr val="accent6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9" name="Google Shape;1199;p14">
            <a:extLst>
              <a:ext uri="{FF2B5EF4-FFF2-40B4-BE49-F238E27FC236}">
                <a16:creationId xmlns:a16="http://schemas.microsoft.com/office/drawing/2014/main" id="{4515FF6A-ABFE-46DF-86A4-9FAC6B080067}"/>
              </a:ext>
            </a:extLst>
          </p:cNvPr>
          <p:cNvSpPr>
            <a:spLocks noGrp="1"/>
          </p:cNvSpPr>
          <p:nvPr/>
        </p:nvSpPr>
        <p:spPr>
          <a:xfrm>
            <a:off x="946050" y="4623181"/>
            <a:ext cx="48398" cy="8374"/>
          </a:xfrm>
          <a:custGeom>
            <a:avLst/>
            <a:gdLst/>
            <a:ahLst/>
            <a:cxnLst/>
            <a:rect l="l" t="t" r="r" b="b"/>
            <a:pathLst>
              <a:path w="1936" h="335">
                <a:moveTo>
                  <a:pt x="1" y="334"/>
                </a:moveTo>
                <a:cubicBezTo>
                  <a:pt x="601" y="101"/>
                  <a:pt x="1268" y="0"/>
                  <a:pt x="1936" y="34"/>
                </a:cubicBezTo>
              </a:path>
            </a:pathLst>
          </a:custGeom>
          <a:solidFill>
            <a:schemeClr val="accent6"/>
          </a:solidFill>
          <a:ln w="5000" cmpd="sng">
            <a:solidFill>
              <a:schemeClr val="accent6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0" name="Google Shape;1200;p14">
            <a:extLst>
              <a:ext uri="{FF2B5EF4-FFF2-40B4-BE49-F238E27FC236}">
                <a16:creationId xmlns:a16="http://schemas.microsoft.com/office/drawing/2014/main" id="{4E95FB82-6DE4-4C09-A1C1-32F277F704D4}"/>
              </a:ext>
            </a:extLst>
          </p:cNvPr>
          <p:cNvSpPr>
            <a:spLocks noGrp="1"/>
          </p:cNvSpPr>
          <p:nvPr/>
        </p:nvSpPr>
        <p:spPr>
          <a:xfrm>
            <a:off x="813479" y="4534784"/>
            <a:ext cx="149295" cy="145120"/>
          </a:xfrm>
          <a:custGeom>
            <a:avLst/>
            <a:gdLst/>
            <a:ahLst/>
            <a:cxnLst/>
            <a:rect l="l" t="t" r="r" b="b"/>
            <a:pathLst>
              <a:path w="5972" h="5805">
                <a:moveTo>
                  <a:pt x="0" y="5805"/>
                </a:moveTo>
                <a:cubicBezTo>
                  <a:pt x="1201" y="3236"/>
                  <a:pt x="3369" y="1135"/>
                  <a:pt x="5971" y="1"/>
                </a:cubicBezTo>
              </a:path>
            </a:pathLst>
          </a:custGeom>
          <a:solidFill>
            <a:schemeClr val="accent6"/>
          </a:solidFill>
          <a:ln w="5000" cmpd="sng">
            <a:solidFill>
              <a:schemeClr val="accent6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1" name="Google Shape;1201;p14">
            <a:extLst>
              <a:ext uri="{FF2B5EF4-FFF2-40B4-BE49-F238E27FC236}">
                <a16:creationId xmlns:a16="http://schemas.microsoft.com/office/drawing/2014/main" id="{C2D4D3F6-9163-4A89-BB71-CBB734AD0F6B}"/>
              </a:ext>
            </a:extLst>
          </p:cNvPr>
          <p:cNvSpPr>
            <a:spLocks noGrp="1"/>
          </p:cNvSpPr>
          <p:nvPr/>
        </p:nvSpPr>
        <p:spPr>
          <a:xfrm>
            <a:off x="805129" y="4446387"/>
            <a:ext cx="25049" cy="190994"/>
          </a:xfrm>
          <a:custGeom>
            <a:avLst/>
            <a:gdLst/>
            <a:ahLst/>
            <a:cxnLst/>
            <a:rect l="l" t="t" r="r" b="b"/>
            <a:pathLst>
              <a:path w="1002" h="7640">
                <a:moveTo>
                  <a:pt x="1001" y="1"/>
                </a:moveTo>
                <a:cubicBezTo>
                  <a:pt x="334" y="2503"/>
                  <a:pt x="1" y="5071"/>
                  <a:pt x="1" y="7640"/>
                </a:cubicBezTo>
              </a:path>
            </a:pathLst>
          </a:custGeom>
          <a:solidFill>
            <a:schemeClr val="accent6"/>
          </a:solidFill>
          <a:ln w="5000" cmpd="sng">
            <a:solidFill>
              <a:schemeClr val="accent6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2" name="Google Shape;1202;p14">
            <a:extLst>
              <a:ext uri="{FF2B5EF4-FFF2-40B4-BE49-F238E27FC236}">
                <a16:creationId xmlns:a16="http://schemas.microsoft.com/office/drawing/2014/main" id="{CFD24B4A-0B85-43A8-92F7-60F8176C3EF5}"/>
              </a:ext>
            </a:extLst>
          </p:cNvPr>
          <p:cNvSpPr>
            <a:spLocks noGrp="1"/>
          </p:cNvSpPr>
          <p:nvPr/>
        </p:nvSpPr>
        <p:spPr>
          <a:xfrm>
            <a:off x="835154" y="4488910"/>
            <a:ext cx="8349" cy="42573"/>
          </a:xfrm>
          <a:custGeom>
            <a:avLst/>
            <a:gdLst/>
            <a:ahLst/>
            <a:cxnLst/>
            <a:rect l="l" t="t" r="r" b="b"/>
            <a:pathLst>
              <a:path w="334" h="1703">
                <a:moveTo>
                  <a:pt x="334" y="1"/>
                </a:moveTo>
                <a:cubicBezTo>
                  <a:pt x="134" y="535"/>
                  <a:pt x="0" y="1135"/>
                  <a:pt x="34" y="1702"/>
                </a:cubicBezTo>
              </a:path>
            </a:pathLst>
          </a:custGeom>
          <a:solidFill>
            <a:schemeClr val="accent6"/>
          </a:solidFill>
          <a:ln w="5000" cmpd="sng">
            <a:solidFill>
              <a:schemeClr val="accent6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3" name="Google Shape;1203;p14">
            <a:extLst>
              <a:ext uri="{FF2B5EF4-FFF2-40B4-BE49-F238E27FC236}">
                <a16:creationId xmlns:a16="http://schemas.microsoft.com/office/drawing/2014/main" id="{20B078C6-A042-4FCC-9474-2D466994C274}"/>
              </a:ext>
            </a:extLst>
          </p:cNvPr>
          <p:cNvSpPr>
            <a:spLocks noGrp="1"/>
          </p:cNvSpPr>
          <p:nvPr/>
        </p:nvSpPr>
        <p:spPr>
          <a:xfrm>
            <a:off x="898527" y="4457236"/>
            <a:ext cx="23374" cy="49223"/>
          </a:xfrm>
          <a:custGeom>
            <a:avLst/>
            <a:gdLst/>
            <a:ahLst/>
            <a:cxnLst/>
            <a:rect l="l" t="t" r="r" b="b"/>
            <a:pathLst>
              <a:path w="935" h="1969">
                <a:moveTo>
                  <a:pt x="935" y="0"/>
                </a:moveTo>
                <a:cubicBezTo>
                  <a:pt x="501" y="601"/>
                  <a:pt x="234" y="1268"/>
                  <a:pt x="1" y="1968"/>
                </a:cubicBezTo>
              </a:path>
            </a:pathLst>
          </a:custGeom>
          <a:solidFill>
            <a:schemeClr val="accent6"/>
          </a:solidFill>
          <a:ln w="5000" cmpd="sng">
            <a:solidFill>
              <a:schemeClr val="accent6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4" name="Google Shape;1204;p14">
            <a:extLst>
              <a:ext uri="{FF2B5EF4-FFF2-40B4-BE49-F238E27FC236}">
                <a16:creationId xmlns:a16="http://schemas.microsoft.com/office/drawing/2014/main" id="{585A77A0-EEED-492F-B8F3-5B0532560B05}"/>
              </a:ext>
            </a:extLst>
          </p:cNvPr>
          <p:cNvSpPr>
            <a:spLocks noGrp="1"/>
          </p:cNvSpPr>
          <p:nvPr/>
        </p:nvSpPr>
        <p:spPr>
          <a:xfrm>
            <a:off x="722582" y="4467236"/>
            <a:ext cx="60898" cy="106771"/>
          </a:xfrm>
          <a:custGeom>
            <a:avLst/>
            <a:gdLst/>
            <a:ahLst/>
            <a:cxnLst/>
            <a:rect l="l" t="t" r="r" b="b"/>
            <a:pathLst>
              <a:path w="2436" h="4271">
                <a:moveTo>
                  <a:pt x="0" y="1"/>
                </a:moveTo>
                <a:cubicBezTo>
                  <a:pt x="1134" y="1202"/>
                  <a:pt x="1968" y="2703"/>
                  <a:pt x="2435" y="4270"/>
                </a:cubicBezTo>
              </a:path>
            </a:pathLst>
          </a:custGeom>
          <a:solidFill>
            <a:schemeClr val="accent6"/>
          </a:solidFill>
          <a:ln w="5000" cmpd="sng">
            <a:solidFill>
              <a:schemeClr val="accent6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5" name="Google Shape;1205;p14">
            <a:extLst>
              <a:ext uri="{FF2B5EF4-FFF2-40B4-BE49-F238E27FC236}">
                <a16:creationId xmlns:a16="http://schemas.microsoft.com/office/drawing/2014/main" id="{1EBFA3EC-4D84-4A58-8C6B-9ADA8115A972}"/>
              </a:ext>
            </a:extLst>
          </p:cNvPr>
          <p:cNvSpPr>
            <a:spLocks noGrp="1"/>
          </p:cNvSpPr>
          <p:nvPr/>
        </p:nvSpPr>
        <p:spPr>
          <a:xfrm>
            <a:off x="640010" y="4552308"/>
            <a:ext cx="77597" cy="46723"/>
          </a:xfrm>
          <a:custGeom>
            <a:avLst/>
            <a:gdLst/>
            <a:ahLst/>
            <a:cxnLst/>
            <a:rect l="l" t="t" r="r" b="b"/>
            <a:pathLst>
              <a:path w="3104" h="1869">
                <a:moveTo>
                  <a:pt x="1" y="0"/>
                </a:moveTo>
                <a:cubicBezTo>
                  <a:pt x="1135" y="434"/>
                  <a:pt x="2236" y="1034"/>
                  <a:pt x="3103" y="1868"/>
                </a:cubicBezTo>
              </a:path>
            </a:pathLst>
          </a:custGeom>
          <a:solidFill>
            <a:schemeClr val="accent6"/>
          </a:solidFill>
          <a:ln w="5000" cmpd="sng">
            <a:solidFill>
              <a:schemeClr val="accent6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6" name="Google Shape;1206;p14">
            <a:extLst>
              <a:ext uri="{FF2B5EF4-FFF2-40B4-BE49-F238E27FC236}">
                <a16:creationId xmlns:a16="http://schemas.microsoft.com/office/drawing/2014/main" id="{2C6A5212-B494-4CD6-8111-0A946630E836}"/>
              </a:ext>
            </a:extLst>
          </p:cNvPr>
          <p:cNvSpPr>
            <a:spLocks noGrp="1"/>
          </p:cNvSpPr>
          <p:nvPr/>
        </p:nvSpPr>
        <p:spPr>
          <a:xfrm>
            <a:off x="715057" y="4568133"/>
            <a:ext cx="66747" cy="108446"/>
          </a:xfrm>
          <a:custGeom>
            <a:avLst/>
            <a:gdLst/>
            <a:ahLst/>
            <a:cxnLst/>
            <a:rect l="l" t="t" r="r" b="b"/>
            <a:pathLst>
              <a:path w="2670" h="4338">
                <a:moveTo>
                  <a:pt x="1" y="1"/>
                </a:moveTo>
                <a:cubicBezTo>
                  <a:pt x="1168" y="1235"/>
                  <a:pt x="2102" y="2703"/>
                  <a:pt x="2670" y="4337"/>
                </a:cubicBezTo>
              </a:path>
            </a:pathLst>
          </a:custGeom>
          <a:solidFill>
            <a:schemeClr val="accent6"/>
          </a:solidFill>
          <a:ln w="5000" cmpd="sng">
            <a:solidFill>
              <a:schemeClr val="accent6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7" name="Google Shape;1207;p14">
            <a:extLst>
              <a:ext uri="{FF2B5EF4-FFF2-40B4-BE49-F238E27FC236}">
                <a16:creationId xmlns:a16="http://schemas.microsoft.com/office/drawing/2014/main" id="{BC33D56E-42EA-49DB-97A6-36357AA67107}"/>
              </a:ext>
            </a:extLst>
          </p:cNvPr>
          <p:cNvSpPr>
            <a:spLocks noGrp="1"/>
          </p:cNvSpPr>
          <p:nvPr/>
        </p:nvSpPr>
        <p:spPr>
          <a:xfrm>
            <a:off x="848503" y="4152846"/>
            <a:ext cx="251842" cy="1566951"/>
          </a:xfrm>
          <a:custGeom>
            <a:avLst/>
            <a:gdLst/>
            <a:ahLst/>
            <a:cxnLst/>
            <a:rect l="l" t="t" r="r" b="b"/>
            <a:pathLst>
              <a:path w="10074" h="62680">
                <a:moveTo>
                  <a:pt x="234" y="1"/>
                </a:moveTo>
                <a:cubicBezTo>
                  <a:pt x="10074" y="18114"/>
                  <a:pt x="10074" y="41030"/>
                  <a:pt x="0" y="62679"/>
                </a:cubicBezTo>
              </a:path>
            </a:pathLst>
          </a:custGeom>
          <a:noFill/>
          <a:ln w="5000" cmpd="sng">
            <a:solidFill>
              <a:schemeClr val="lt2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8" name="Google Shape;1208;p14">
            <a:extLst>
              <a:ext uri="{FF2B5EF4-FFF2-40B4-BE49-F238E27FC236}">
                <a16:creationId xmlns:a16="http://schemas.microsoft.com/office/drawing/2014/main" id="{ECE6D195-6A7A-4D3D-A362-384A3FE3E4E4}"/>
              </a:ext>
            </a:extLst>
          </p:cNvPr>
          <p:cNvSpPr>
            <a:spLocks noGrp="1"/>
          </p:cNvSpPr>
          <p:nvPr/>
        </p:nvSpPr>
        <p:spPr>
          <a:xfrm>
            <a:off x="381518" y="3559964"/>
            <a:ext cx="479410" cy="621980"/>
          </a:xfrm>
          <a:custGeom>
            <a:avLst/>
            <a:gdLst/>
            <a:ahLst/>
            <a:cxnLst/>
            <a:rect l="l" t="t" r="r" b="b"/>
            <a:pathLst>
              <a:path w="19177" h="24880">
                <a:moveTo>
                  <a:pt x="9640" y="0"/>
                </a:moveTo>
                <a:cubicBezTo>
                  <a:pt x="9307" y="67"/>
                  <a:pt x="7439" y="400"/>
                  <a:pt x="7105" y="534"/>
                </a:cubicBezTo>
                <a:cubicBezTo>
                  <a:pt x="8106" y="1635"/>
                  <a:pt x="8940" y="2835"/>
                  <a:pt x="9640" y="4136"/>
                </a:cubicBezTo>
                <a:cubicBezTo>
                  <a:pt x="8439" y="3002"/>
                  <a:pt x="7172" y="1968"/>
                  <a:pt x="5904" y="1001"/>
                </a:cubicBezTo>
                <a:cubicBezTo>
                  <a:pt x="5437" y="1201"/>
                  <a:pt x="5004" y="1401"/>
                  <a:pt x="4570" y="1668"/>
                </a:cubicBezTo>
                <a:cubicBezTo>
                  <a:pt x="4970" y="2335"/>
                  <a:pt x="5337" y="3002"/>
                  <a:pt x="5738" y="3703"/>
                </a:cubicBezTo>
                <a:cubicBezTo>
                  <a:pt x="5104" y="3136"/>
                  <a:pt x="4437" y="2635"/>
                  <a:pt x="3769" y="2168"/>
                </a:cubicBezTo>
                <a:cubicBezTo>
                  <a:pt x="2735" y="2869"/>
                  <a:pt x="1768" y="3703"/>
                  <a:pt x="934" y="4670"/>
                </a:cubicBezTo>
                <a:cubicBezTo>
                  <a:pt x="1301" y="5037"/>
                  <a:pt x="1635" y="5471"/>
                  <a:pt x="2002" y="5871"/>
                </a:cubicBezTo>
                <a:cubicBezTo>
                  <a:pt x="1501" y="5571"/>
                  <a:pt x="1001" y="5371"/>
                  <a:pt x="500" y="5170"/>
                </a:cubicBezTo>
                <a:cubicBezTo>
                  <a:pt x="334" y="5337"/>
                  <a:pt x="167" y="5604"/>
                  <a:pt x="0" y="5838"/>
                </a:cubicBezTo>
                <a:cubicBezTo>
                  <a:pt x="5170" y="9373"/>
                  <a:pt x="16812" y="22383"/>
                  <a:pt x="18347" y="24551"/>
                </a:cubicBezTo>
                <a:cubicBezTo>
                  <a:pt x="18447" y="24684"/>
                  <a:pt x="18513" y="24818"/>
                  <a:pt x="18647" y="24851"/>
                </a:cubicBezTo>
                <a:cubicBezTo>
                  <a:pt x="18690" y="24871"/>
                  <a:pt x="18730" y="24880"/>
                  <a:pt x="18768" y="24880"/>
                </a:cubicBezTo>
                <a:cubicBezTo>
                  <a:pt x="19050" y="24880"/>
                  <a:pt x="19177" y="24371"/>
                  <a:pt x="19147" y="24017"/>
                </a:cubicBezTo>
                <a:cubicBezTo>
                  <a:pt x="18280" y="15645"/>
                  <a:pt x="15011" y="7372"/>
                  <a:pt x="9640" y="0"/>
                </a:cubicBezTo>
                <a:close/>
              </a:path>
            </a:pathLst>
          </a:custGeom>
          <a:solidFill>
            <a:srgbClr val="F2B6B6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9" name="Google Shape;1209;p14">
            <a:extLst>
              <a:ext uri="{FF2B5EF4-FFF2-40B4-BE49-F238E27FC236}">
                <a16:creationId xmlns:a16="http://schemas.microsoft.com/office/drawing/2014/main" id="{E92FBB51-3D65-4D4A-8F46-4EECC6DD2B53}"/>
              </a:ext>
            </a:extLst>
          </p:cNvPr>
          <p:cNvSpPr>
            <a:spLocks noGrp="1"/>
          </p:cNvSpPr>
          <p:nvPr/>
        </p:nvSpPr>
        <p:spPr>
          <a:xfrm>
            <a:off x="275596" y="3642511"/>
            <a:ext cx="585431" cy="539683"/>
          </a:xfrm>
          <a:custGeom>
            <a:avLst/>
            <a:gdLst/>
            <a:ahLst/>
            <a:cxnLst/>
            <a:rect l="l" t="t" r="r" b="b"/>
            <a:pathLst>
              <a:path w="23418" h="21588">
                <a:moveTo>
                  <a:pt x="7740" y="0"/>
                </a:moveTo>
                <a:cubicBezTo>
                  <a:pt x="7406" y="167"/>
                  <a:pt x="5738" y="1001"/>
                  <a:pt x="5471" y="1168"/>
                </a:cubicBezTo>
                <a:cubicBezTo>
                  <a:pt x="6706" y="1968"/>
                  <a:pt x="7840" y="2869"/>
                  <a:pt x="8840" y="3970"/>
                </a:cubicBezTo>
                <a:cubicBezTo>
                  <a:pt x="7373" y="3203"/>
                  <a:pt x="5872" y="2536"/>
                  <a:pt x="4371" y="1968"/>
                </a:cubicBezTo>
                <a:cubicBezTo>
                  <a:pt x="4004" y="2302"/>
                  <a:pt x="3637" y="2636"/>
                  <a:pt x="3303" y="2936"/>
                </a:cubicBezTo>
                <a:cubicBezTo>
                  <a:pt x="3870" y="3503"/>
                  <a:pt x="4404" y="4037"/>
                  <a:pt x="4971" y="4604"/>
                </a:cubicBezTo>
                <a:cubicBezTo>
                  <a:pt x="4204" y="4237"/>
                  <a:pt x="3470" y="3903"/>
                  <a:pt x="2669" y="3670"/>
                </a:cubicBezTo>
                <a:cubicBezTo>
                  <a:pt x="1835" y="4604"/>
                  <a:pt x="1168" y="5671"/>
                  <a:pt x="635" y="6839"/>
                </a:cubicBezTo>
                <a:lnTo>
                  <a:pt x="2002" y="7706"/>
                </a:lnTo>
                <a:cubicBezTo>
                  <a:pt x="1468" y="7572"/>
                  <a:pt x="901" y="7472"/>
                  <a:pt x="368" y="7406"/>
                </a:cubicBezTo>
                <a:cubicBezTo>
                  <a:pt x="201" y="7673"/>
                  <a:pt x="134" y="7906"/>
                  <a:pt x="1" y="8206"/>
                </a:cubicBezTo>
                <a:cubicBezTo>
                  <a:pt x="5905" y="10241"/>
                  <a:pt x="20582" y="19714"/>
                  <a:pt x="22650" y="21382"/>
                </a:cubicBezTo>
                <a:cubicBezTo>
                  <a:pt x="22750" y="21482"/>
                  <a:pt x="22884" y="21549"/>
                  <a:pt x="23017" y="21582"/>
                </a:cubicBezTo>
                <a:cubicBezTo>
                  <a:pt x="23038" y="21586"/>
                  <a:pt x="23058" y="21588"/>
                  <a:pt x="23076" y="21588"/>
                </a:cubicBezTo>
                <a:cubicBezTo>
                  <a:pt x="23417" y="21588"/>
                  <a:pt x="23409" y="21028"/>
                  <a:pt x="23251" y="20648"/>
                </a:cubicBezTo>
                <a:cubicBezTo>
                  <a:pt x="20182" y="12743"/>
                  <a:pt x="14878" y="5671"/>
                  <a:pt x="774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0" name="Google Shape;1210;p14">
            <a:extLst>
              <a:ext uri="{FF2B5EF4-FFF2-40B4-BE49-F238E27FC236}">
                <a16:creationId xmlns:a16="http://schemas.microsoft.com/office/drawing/2014/main" id="{3E24F4F4-C9C8-45F2-A099-F16D21363A73}"/>
              </a:ext>
            </a:extLst>
          </p:cNvPr>
          <p:cNvSpPr>
            <a:spLocks noGrp="1"/>
          </p:cNvSpPr>
          <p:nvPr/>
        </p:nvSpPr>
        <p:spPr>
          <a:xfrm>
            <a:off x="693383" y="3537440"/>
            <a:ext cx="321915" cy="636905"/>
          </a:xfrm>
          <a:custGeom>
            <a:avLst/>
            <a:gdLst/>
            <a:ahLst/>
            <a:cxnLst/>
            <a:rect l="l" t="t" r="r" b="b"/>
            <a:pathLst>
              <a:path w="12877" h="25477">
                <a:moveTo>
                  <a:pt x="4637" y="0"/>
                </a:moveTo>
                <a:cubicBezTo>
                  <a:pt x="3970" y="1268"/>
                  <a:pt x="3403" y="2602"/>
                  <a:pt x="2969" y="4003"/>
                </a:cubicBezTo>
                <a:cubicBezTo>
                  <a:pt x="2836" y="2602"/>
                  <a:pt x="2903" y="1268"/>
                  <a:pt x="3203" y="0"/>
                </a:cubicBezTo>
                <a:lnTo>
                  <a:pt x="3203" y="0"/>
                </a:lnTo>
                <a:cubicBezTo>
                  <a:pt x="2803" y="34"/>
                  <a:pt x="2402" y="34"/>
                  <a:pt x="2035" y="67"/>
                </a:cubicBezTo>
                <a:cubicBezTo>
                  <a:pt x="1" y="7673"/>
                  <a:pt x="1735" y="17046"/>
                  <a:pt x="5838" y="24785"/>
                </a:cubicBezTo>
                <a:cubicBezTo>
                  <a:pt x="5996" y="25100"/>
                  <a:pt x="6339" y="25477"/>
                  <a:pt x="6608" y="25477"/>
                </a:cubicBezTo>
                <a:cubicBezTo>
                  <a:pt x="6681" y="25477"/>
                  <a:pt x="6749" y="25449"/>
                  <a:pt x="6806" y="25385"/>
                </a:cubicBezTo>
                <a:cubicBezTo>
                  <a:pt x="6872" y="25285"/>
                  <a:pt x="6939" y="25118"/>
                  <a:pt x="6939" y="25018"/>
                </a:cubicBezTo>
                <a:cubicBezTo>
                  <a:pt x="7072" y="22583"/>
                  <a:pt x="6572" y="20081"/>
                  <a:pt x="6705" y="17680"/>
                </a:cubicBezTo>
                <a:cubicBezTo>
                  <a:pt x="6839" y="15511"/>
                  <a:pt x="7206" y="13410"/>
                  <a:pt x="7806" y="11409"/>
                </a:cubicBezTo>
                <a:cubicBezTo>
                  <a:pt x="8840" y="8006"/>
                  <a:pt x="10608" y="4904"/>
                  <a:pt x="12877" y="2435"/>
                </a:cubicBezTo>
                <a:cubicBezTo>
                  <a:pt x="12610" y="2269"/>
                  <a:pt x="12309" y="2102"/>
                  <a:pt x="12009" y="1902"/>
                </a:cubicBezTo>
                <a:cubicBezTo>
                  <a:pt x="11642" y="2235"/>
                  <a:pt x="11342" y="2602"/>
                  <a:pt x="11042" y="3036"/>
                </a:cubicBezTo>
                <a:cubicBezTo>
                  <a:pt x="11142" y="2569"/>
                  <a:pt x="11209" y="2069"/>
                  <a:pt x="11342" y="1602"/>
                </a:cubicBezTo>
                <a:cubicBezTo>
                  <a:pt x="10008" y="1034"/>
                  <a:pt x="8674" y="601"/>
                  <a:pt x="7306" y="334"/>
                </a:cubicBezTo>
                <a:cubicBezTo>
                  <a:pt x="6906" y="934"/>
                  <a:pt x="6639" y="1602"/>
                  <a:pt x="6372" y="2335"/>
                </a:cubicBezTo>
                <a:cubicBezTo>
                  <a:pt x="6305" y="1602"/>
                  <a:pt x="6238" y="868"/>
                  <a:pt x="6238" y="167"/>
                </a:cubicBezTo>
                <a:cubicBezTo>
                  <a:pt x="5705" y="67"/>
                  <a:pt x="5171" y="34"/>
                  <a:pt x="4637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1" name="Google Shape;1211;p14">
            <a:extLst>
              <a:ext uri="{FF2B5EF4-FFF2-40B4-BE49-F238E27FC236}">
                <a16:creationId xmlns:a16="http://schemas.microsoft.com/office/drawing/2014/main" id="{0632C286-765C-4850-82BA-24D7FE7F8037}"/>
              </a:ext>
            </a:extLst>
          </p:cNvPr>
          <p:cNvSpPr>
            <a:spLocks noGrp="1"/>
          </p:cNvSpPr>
          <p:nvPr/>
        </p:nvSpPr>
        <p:spPr>
          <a:xfrm>
            <a:off x="861003" y="3695035"/>
            <a:ext cx="407812" cy="475360"/>
          </a:xfrm>
          <a:custGeom>
            <a:avLst/>
            <a:gdLst/>
            <a:ahLst/>
            <a:cxnLst/>
            <a:rect l="l" t="t" r="r" b="b"/>
            <a:pathLst>
              <a:path w="16313" h="19015">
                <a:moveTo>
                  <a:pt x="11142" y="1"/>
                </a:moveTo>
                <a:cubicBezTo>
                  <a:pt x="5805" y="3603"/>
                  <a:pt x="1802" y="10608"/>
                  <a:pt x="101" y="18080"/>
                </a:cubicBezTo>
                <a:cubicBezTo>
                  <a:pt x="0" y="18447"/>
                  <a:pt x="67" y="19014"/>
                  <a:pt x="334" y="19014"/>
                </a:cubicBezTo>
                <a:cubicBezTo>
                  <a:pt x="434" y="19014"/>
                  <a:pt x="501" y="18948"/>
                  <a:pt x="601" y="18848"/>
                </a:cubicBezTo>
                <a:cubicBezTo>
                  <a:pt x="2002" y="17447"/>
                  <a:pt x="3069" y="15512"/>
                  <a:pt x="4437" y="14078"/>
                </a:cubicBezTo>
                <a:cubicBezTo>
                  <a:pt x="5638" y="12743"/>
                  <a:pt x="7005" y="11643"/>
                  <a:pt x="8440" y="10742"/>
                </a:cubicBezTo>
                <a:cubicBezTo>
                  <a:pt x="10908" y="9174"/>
                  <a:pt x="13610" y="8307"/>
                  <a:pt x="16312" y="8140"/>
                </a:cubicBezTo>
                <a:cubicBezTo>
                  <a:pt x="16245" y="7873"/>
                  <a:pt x="16112" y="7606"/>
                  <a:pt x="16045" y="7339"/>
                </a:cubicBezTo>
                <a:cubicBezTo>
                  <a:pt x="15678" y="7339"/>
                  <a:pt x="15278" y="7406"/>
                  <a:pt x="14878" y="7473"/>
                </a:cubicBezTo>
                <a:cubicBezTo>
                  <a:pt x="15211" y="7173"/>
                  <a:pt x="15512" y="6973"/>
                  <a:pt x="15845" y="6739"/>
                </a:cubicBezTo>
                <a:cubicBezTo>
                  <a:pt x="15345" y="5572"/>
                  <a:pt x="14778" y="4437"/>
                  <a:pt x="14111" y="3437"/>
                </a:cubicBezTo>
                <a:cubicBezTo>
                  <a:pt x="13577" y="3603"/>
                  <a:pt x="13010" y="3837"/>
                  <a:pt x="12476" y="4137"/>
                </a:cubicBezTo>
                <a:cubicBezTo>
                  <a:pt x="12810" y="3637"/>
                  <a:pt x="13177" y="3136"/>
                  <a:pt x="13577" y="2669"/>
                </a:cubicBezTo>
                <a:cubicBezTo>
                  <a:pt x="13277" y="2303"/>
                  <a:pt x="12976" y="1936"/>
                  <a:pt x="12676" y="1602"/>
                </a:cubicBezTo>
                <a:cubicBezTo>
                  <a:pt x="11642" y="1969"/>
                  <a:pt x="10541" y="2503"/>
                  <a:pt x="9541" y="3103"/>
                </a:cubicBezTo>
                <a:cubicBezTo>
                  <a:pt x="10241" y="2136"/>
                  <a:pt x="10975" y="1302"/>
                  <a:pt x="11842" y="668"/>
                </a:cubicBezTo>
                <a:cubicBezTo>
                  <a:pt x="11642" y="435"/>
                  <a:pt x="11409" y="234"/>
                  <a:pt x="11142" y="1"/>
                </a:cubicBezTo>
                <a:close/>
              </a:path>
            </a:pathLst>
          </a:custGeom>
          <a:solidFill>
            <a:srgbClr val="F2B6B6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2" name="Google Shape;1212;p14">
            <a:extLst>
              <a:ext uri="{FF2B5EF4-FFF2-40B4-BE49-F238E27FC236}">
                <a16:creationId xmlns:a16="http://schemas.microsoft.com/office/drawing/2014/main" id="{314854B4-9F8B-4395-A8BD-04C112F9328F}"/>
              </a:ext>
            </a:extLst>
          </p:cNvPr>
          <p:cNvSpPr>
            <a:spLocks noGrp="1"/>
          </p:cNvSpPr>
          <p:nvPr/>
        </p:nvSpPr>
        <p:spPr>
          <a:xfrm>
            <a:off x="223072" y="3900179"/>
            <a:ext cx="647129" cy="270641"/>
          </a:xfrm>
          <a:custGeom>
            <a:avLst/>
            <a:gdLst/>
            <a:ahLst/>
            <a:cxnLst/>
            <a:rect l="l" t="t" r="r" b="b"/>
            <a:pathLst>
              <a:path w="25886" h="10826">
                <a:moveTo>
                  <a:pt x="1268" y="1"/>
                </a:moveTo>
                <a:cubicBezTo>
                  <a:pt x="1134" y="334"/>
                  <a:pt x="1001" y="668"/>
                  <a:pt x="868" y="1035"/>
                </a:cubicBezTo>
                <a:cubicBezTo>
                  <a:pt x="2269" y="1102"/>
                  <a:pt x="3636" y="1368"/>
                  <a:pt x="5004" y="1802"/>
                </a:cubicBezTo>
                <a:cubicBezTo>
                  <a:pt x="3469" y="1902"/>
                  <a:pt x="1968" y="2069"/>
                  <a:pt x="501" y="2302"/>
                </a:cubicBezTo>
                <a:cubicBezTo>
                  <a:pt x="367" y="2803"/>
                  <a:pt x="300" y="3303"/>
                  <a:pt x="200" y="3870"/>
                </a:cubicBezTo>
                <a:cubicBezTo>
                  <a:pt x="968" y="4070"/>
                  <a:pt x="1668" y="4270"/>
                  <a:pt x="2369" y="4537"/>
                </a:cubicBezTo>
                <a:cubicBezTo>
                  <a:pt x="1601" y="4571"/>
                  <a:pt x="834" y="4704"/>
                  <a:pt x="100" y="4871"/>
                </a:cubicBezTo>
                <a:cubicBezTo>
                  <a:pt x="0" y="6205"/>
                  <a:pt x="34" y="7539"/>
                  <a:pt x="267" y="8907"/>
                </a:cubicBezTo>
                <a:cubicBezTo>
                  <a:pt x="767" y="8907"/>
                  <a:pt x="1268" y="8940"/>
                  <a:pt x="1802" y="8974"/>
                </a:cubicBezTo>
                <a:cubicBezTo>
                  <a:pt x="1301" y="9141"/>
                  <a:pt x="834" y="9374"/>
                  <a:pt x="367" y="9574"/>
                </a:cubicBezTo>
                <a:cubicBezTo>
                  <a:pt x="467" y="9941"/>
                  <a:pt x="567" y="10241"/>
                  <a:pt x="634" y="10542"/>
                </a:cubicBezTo>
                <a:cubicBezTo>
                  <a:pt x="3770" y="9041"/>
                  <a:pt x="7406" y="8207"/>
                  <a:pt x="11142" y="8107"/>
                </a:cubicBezTo>
                <a:cubicBezTo>
                  <a:pt x="11296" y="8104"/>
                  <a:pt x="11450" y="8103"/>
                  <a:pt x="11605" y="8103"/>
                </a:cubicBezTo>
                <a:cubicBezTo>
                  <a:pt x="13632" y="8103"/>
                  <a:pt x="15735" y="8307"/>
                  <a:pt x="17780" y="8740"/>
                </a:cubicBezTo>
                <a:cubicBezTo>
                  <a:pt x="20281" y="9241"/>
                  <a:pt x="22650" y="10341"/>
                  <a:pt x="25152" y="10775"/>
                </a:cubicBezTo>
                <a:cubicBezTo>
                  <a:pt x="25218" y="10808"/>
                  <a:pt x="25293" y="10825"/>
                  <a:pt x="25364" y="10825"/>
                </a:cubicBezTo>
                <a:cubicBezTo>
                  <a:pt x="25435" y="10825"/>
                  <a:pt x="25502" y="10808"/>
                  <a:pt x="25552" y="10775"/>
                </a:cubicBezTo>
                <a:cubicBezTo>
                  <a:pt x="25885" y="10608"/>
                  <a:pt x="25552" y="10041"/>
                  <a:pt x="25218" y="9741"/>
                </a:cubicBezTo>
                <a:cubicBezTo>
                  <a:pt x="18513" y="4037"/>
                  <a:pt x="9540" y="34"/>
                  <a:pt x="1268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3" name="Google Shape;1213;p14">
            <a:extLst>
              <a:ext uri="{FF2B5EF4-FFF2-40B4-BE49-F238E27FC236}">
                <a16:creationId xmlns:a16="http://schemas.microsoft.com/office/drawing/2014/main" id="{34D97883-A1BB-4A7A-91BA-ECD7EED9CD4B}"/>
              </a:ext>
            </a:extLst>
          </p:cNvPr>
          <p:cNvSpPr>
            <a:spLocks noGrp="1"/>
          </p:cNvSpPr>
          <p:nvPr/>
        </p:nvSpPr>
        <p:spPr>
          <a:xfrm>
            <a:off x="280596" y="4125547"/>
            <a:ext cx="577107" cy="259991"/>
          </a:xfrm>
          <a:custGeom>
            <a:avLst/>
            <a:gdLst/>
            <a:ahLst/>
            <a:cxnLst/>
            <a:rect l="l" t="t" r="r" b="b"/>
            <a:pathLst>
              <a:path w="23085" h="10400">
                <a:moveTo>
                  <a:pt x="11714" y="0"/>
                </a:moveTo>
                <a:cubicBezTo>
                  <a:pt x="7419" y="0"/>
                  <a:pt x="3330" y="725"/>
                  <a:pt x="1" y="2260"/>
                </a:cubicBezTo>
                <a:cubicBezTo>
                  <a:pt x="101" y="2561"/>
                  <a:pt x="168" y="2894"/>
                  <a:pt x="268" y="3194"/>
                </a:cubicBezTo>
                <a:cubicBezTo>
                  <a:pt x="1302" y="2761"/>
                  <a:pt x="2436" y="2494"/>
                  <a:pt x="3637" y="2361"/>
                </a:cubicBezTo>
                <a:lnTo>
                  <a:pt x="3637" y="2361"/>
                </a:lnTo>
                <a:cubicBezTo>
                  <a:pt x="2536" y="2928"/>
                  <a:pt x="1535" y="3561"/>
                  <a:pt x="635" y="4262"/>
                </a:cubicBezTo>
                <a:cubicBezTo>
                  <a:pt x="801" y="4696"/>
                  <a:pt x="1002" y="5096"/>
                  <a:pt x="1202" y="5529"/>
                </a:cubicBezTo>
                <a:cubicBezTo>
                  <a:pt x="1836" y="5429"/>
                  <a:pt x="2469" y="5363"/>
                  <a:pt x="3136" y="5263"/>
                </a:cubicBezTo>
                <a:lnTo>
                  <a:pt x="3136" y="5263"/>
                </a:lnTo>
                <a:cubicBezTo>
                  <a:pt x="2603" y="5563"/>
                  <a:pt x="2102" y="5896"/>
                  <a:pt x="1635" y="6330"/>
                </a:cubicBezTo>
                <a:cubicBezTo>
                  <a:pt x="2202" y="7364"/>
                  <a:pt x="2970" y="8365"/>
                  <a:pt x="3804" y="9266"/>
                </a:cubicBezTo>
                <a:cubicBezTo>
                  <a:pt x="4171" y="9099"/>
                  <a:pt x="4537" y="8999"/>
                  <a:pt x="4971" y="8832"/>
                </a:cubicBezTo>
                <a:lnTo>
                  <a:pt x="4971" y="8832"/>
                </a:lnTo>
                <a:cubicBezTo>
                  <a:pt x="4704" y="9099"/>
                  <a:pt x="4471" y="9399"/>
                  <a:pt x="4271" y="9733"/>
                </a:cubicBezTo>
                <a:cubicBezTo>
                  <a:pt x="4437" y="9999"/>
                  <a:pt x="4638" y="10200"/>
                  <a:pt x="4838" y="10400"/>
                </a:cubicBezTo>
                <a:cubicBezTo>
                  <a:pt x="6339" y="8198"/>
                  <a:pt x="8540" y="6363"/>
                  <a:pt x="11209" y="4996"/>
                </a:cubicBezTo>
                <a:cubicBezTo>
                  <a:pt x="12777" y="4195"/>
                  <a:pt x="14478" y="3561"/>
                  <a:pt x="16313" y="3161"/>
                </a:cubicBezTo>
                <a:cubicBezTo>
                  <a:pt x="18347" y="2694"/>
                  <a:pt x="20649" y="2661"/>
                  <a:pt x="22650" y="2160"/>
                </a:cubicBezTo>
                <a:cubicBezTo>
                  <a:pt x="22784" y="2094"/>
                  <a:pt x="22884" y="2094"/>
                  <a:pt x="22951" y="2027"/>
                </a:cubicBezTo>
                <a:cubicBezTo>
                  <a:pt x="23084" y="1760"/>
                  <a:pt x="22550" y="1493"/>
                  <a:pt x="22183" y="1360"/>
                </a:cubicBezTo>
                <a:cubicBezTo>
                  <a:pt x="18751" y="468"/>
                  <a:pt x="15166" y="0"/>
                  <a:pt x="1171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4" name="Google Shape;1214;p14">
            <a:extLst>
              <a:ext uri="{FF2B5EF4-FFF2-40B4-BE49-F238E27FC236}">
                <a16:creationId xmlns:a16="http://schemas.microsoft.com/office/drawing/2014/main" id="{8007CB40-84F1-4C9A-901A-65AA6058F7C0}"/>
              </a:ext>
            </a:extLst>
          </p:cNvPr>
          <p:cNvSpPr>
            <a:spLocks noGrp="1"/>
          </p:cNvSpPr>
          <p:nvPr/>
        </p:nvSpPr>
        <p:spPr>
          <a:xfrm>
            <a:off x="497414" y="3327296"/>
            <a:ext cx="321090" cy="700503"/>
          </a:xfrm>
          <a:custGeom>
            <a:avLst/>
            <a:gdLst/>
            <a:ahLst/>
            <a:cxnLst/>
            <a:rect l="l" t="t" r="r" b="b"/>
            <a:pathLst>
              <a:path w="12844" h="28021">
                <a:moveTo>
                  <a:pt x="534" y="0"/>
                </a:moveTo>
                <a:lnTo>
                  <a:pt x="534" y="0"/>
                </a:lnTo>
                <a:cubicBezTo>
                  <a:pt x="1" y="8807"/>
                  <a:pt x="5305" y="21115"/>
                  <a:pt x="12610" y="28020"/>
                </a:cubicBezTo>
                <a:lnTo>
                  <a:pt x="12843" y="27787"/>
                </a:lnTo>
                <a:cubicBezTo>
                  <a:pt x="5605" y="20949"/>
                  <a:pt x="368" y="8773"/>
                  <a:pt x="935" y="67"/>
                </a:cubicBezTo>
                <a:lnTo>
                  <a:pt x="534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5" name="Google Shape;1215;p14">
            <a:extLst>
              <a:ext uri="{FF2B5EF4-FFF2-40B4-BE49-F238E27FC236}">
                <a16:creationId xmlns:a16="http://schemas.microsoft.com/office/drawing/2014/main" id="{D12C8249-A405-4C24-94A3-95AC66670D08}"/>
              </a:ext>
            </a:extLst>
          </p:cNvPr>
          <p:cNvSpPr>
            <a:spLocks noGrp="1"/>
          </p:cNvSpPr>
          <p:nvPr/>
        </p:nvSpPr>
        <p:spPr>
          <a:xfrm>
            <a:off x="484089" y="3299247"/>
            <a:ext cx="70072" cy="36948"/>
          </a:xfrm>
          <a:custGeom>
            <a:avLst/>
            <a:gdLst/>
            <a:ahLst/>
            <a:cxnLst/>
            <a:rect l="l" t="t" r="r" b="b"/>
            <a:pathLst>
              <a:path w="2803" h="1478">
                <a:moveTo>
                  <a:pt x="1061" y="0"/>
                </a:moveTo>
                <a:cubicBezTo>
                  <a:pt x="466" y="0"/>
                  <a:pt x="0" y="246"/>
                  <a:pt x="0" y="589"/>
                </a:cubicBezTo>
                <a:cubicBezTo>
                  <a:pt x="0" y="1022"/>
                  <a:pt x="634" y="1389"/>
                  <a:pt x="1401" y="1456"/>
                </a:cubicBezTo>
                <a:cubicBezTo>
                  <a:pt x="1511" y="1470"/>
                  <a:pt x="1618" y="1477"/>
                  <a:pt x="1720" y="1477"/>
                </a:cubicBezTo>
                <a:cubicBezTo>
                  <a:pt x="2336" y="1477"/>
                  <a:pt x="2802" y="1232"/>
                  <a:pt x="2802" y="889"/>
                </a:cubicBezTo>
                <a:cubicBezTo>
                  <a:pt x="2802" y="522"/>
                  <a:pt x="2168" y="88"/>
                  <a:pt x="1368" y="22"/>
                </a:cubicBezTo>
                <a:cubicBezTo>
                  <a:pt x="1263" y="7"/>
                  <a:pt x="1160" y="0"/>
                  <a:pt x="1061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6" name="Google Shape;1216;p14">
            <a:extLst>
              <a:ext uri="{FF2B5EF4-FFF2-40B4-BE49-F238E27FC236}">
                <a16:creationId xmlns:a16="http://schemas.microsoft.com/office/drawing/2014/main" id="{58A14A66-73E2-4956-8648-3A1FBD88C12D}"/>
              </a:ext>
            </a:extLst>
          </p:cNvPr>
          <p:cNvSpPr>
            <a:spLocks noGrp="1"/>
          </p:cNvSpPr>
          <p:nvPr/>
        </p:nvSpPr>
        <p:spPr>
          <a:xfrm>
            <a:off x="418191" y="3434868"/>
            <a:ext cx="391962" cy="608781"/>
          </a:xfrm>
          <a:custGeom>
            <a:avLst/>
            <a:gdLst/>
            <a:ahLst/>
            <a:cxnLst/>
            <a:rect l="l" t="t" r="r" b="b"/>
            <a:pathLst>
              <a:path w="15679" h="24352">
                <a:moveTo>
                  <a:pt x="368" y="0"/>
                </a:moveTo>
                <a:lnTo>
                  <a:pt x="1" y="134"/>
                </a:lnTo>
                <a:cubicBezTo>
                  <a:pt x="2469" y="7773"/>
                  <a:pt x="7473" y="15678"/>
                  <a:pt x="15378" y="24351"/>
                </a:cubicBezTo>
                <a:lnTo>
                  <a:pt x="15679" y="24051"/>
                </a:lnTo>
                <a:cubicBezTo>
                  <a:pt x="7840" y="15411"/>
                  <a:pt x="2803" y="7539"/>
                  <a:pt x="368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7" name="Google Shape;1217;p14">
            <a:extLst>
              <a:ext uri="{FF2B5EF4-FFF2-40B4-BE49-F238E27FC236}">
                <a16:creationId xmlns:a16="http://schemas.microsoft.com/office/drawing/2014/main" id="{9DFFE277-BC08-4F05-A09D-0C1D607836A3}"/>
              </a:ext>
            </a:extLst>
          </p:cNvPr>
          <p:cNvSpPr>
            <a:spLocks noGrp="1"/>
          </p:cNvSpPr>
          <p:nvPr/>
        </p:nvSpPr>
        <p:spPr>
          <a:xfrm>
            <a:off x="384842" y="3407419"/>
            <a:ext cx="73397" cy="39898"/>
          </a:xfrm>
          <a:custGeom>
            <a:avLst/>
            <a:gdLst/>
            <a:ahLst/>
            <a:cxnLst/>
            <a:rect l="l" t="t" r="r" b="b"/>
            <a:pathLst>
              <a:path w="2936" h="1596">
                <a:moveTo>
                  <a:pt x="1773" y="0"/>
                </a:moveTo>
                <a:cubicBezTo>
                  <a:pt x="1594" y="0"/>
                  <a:pt x="1401" y="21"/>
                  <a:pt x="1201" y="64"/>
                </a:cubicBezTo>
                <a:cubicBezTo>
                  <a:pt x="468" y="231"/>
                  <a:pt x="1" y="698"/>
                  <a:pt x="134" y="1098"/>
                </a:cubicBezTo>
                <a:cubicBezTo>
                  <a:pt x="258" y="1421"/>
                  <a:pt x="677" y="1596"/>
                  <a:pt x="1172" y="1596"/>
                </a:cubicBezTo>
                <a:cubicBezTo>
                  <a:pt x="1342" y="1596"/>
                  <a:pt x="1522" y="1575"/>
                  <a:pt x="1702" y="1532"/>
                </a:cubicBezTo>
                <a:cubicBezTo>
                  <a:pt x="2469" y="1365"/>
                  <a:pt x="2936" y="898"/>
                  <a:pt x="2803" y="465"/>
                </a:cubicBezTo>
                <a:cubicBezTo>
                  <a:pt x="2679" y="168"/>
                  <a:pt x="2282" y="0"/>
                  <a:pt x="1773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8" name="Google Shape;1218;p14">
            <a:extLst>
              <a:ext uri="{FF2B5EF4-FFF2-40B4-BE49-F238E27FC236}">
                <a16:creationId xmlns:a16="http://schemas.microsoft.com/office/drawing/2014/main" id="{72CB9AF4-2082-4C6D-BB65-9DEDE5F9B282}"/>
              </a:ext>
            </a:extLst>
          </p:cNvPr>
          <p:cNvSpPr>
            <a:spLocks noGrp="1"/>
          </p:cNvSpPr>
          <p:nvPr/>
        </p:nvSpPr>
        <p:spPr>
          <a:xfrm>
            <a:off x="623335" y="3372320"/>
            <a:ext cx="195993" cy="654654"/>
          </a:xfrm>
          <a:custGeom>
            <a:avLst/>
            <a:gdLst/>
            <a:ahLst/>
            <a:cxnLst/>
            <a:rect l="l" t="t" r="r" b="b"/>
            <a:pathLst>
              <a:path w="7840" h="26187">
                <a:moveTo>
                  <a:pt x="2502" y="1"/>
                </a:moveTo>
                <a:lnTo>
                  <a:pt x="2502" y="1"/>
                </a:lnTo>
                <a:cubicBezTo>
                  <a:pt x="1" y="8874"/>
                  <a:pt x="1835" y="18414"/>
                  <a:pt x="7573" y="26186"/>
                </a:cubicBezTo>
                <a:lnTo>
                  <a:pt x="7840" y="25986"/>
                </a:lnTo>
                <a:cubicBezTo>
                  <a:pt x="2202" y="18314"/>
                  <a:pt x="434" y="8874"/>
                  <a:pt x="2869" y="134"/>
                </a:cubicBezTo>
                <a:lnTo>
                  <a:pt x="2502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9" name="Google Shape;1219;p14">
            <a:extLst>
              <a:ext uri="{FF2B5EF4-FFF2-40B4-BE49-F238E27FC236}">
                <a16:creationId xmlns:a16="http://schemas.microsoft.com/office/drawing/2014/main" id="{A5E73555-FC7B-44E0-B97E-1DE90DE9B8A0}"/>
              </a:ext>
            </a:extLst>
          </p:cNvPr>
          <p:cNvSpPr>
            <a:spLocks noGrp="1"/>
          </p:cNvSpPr>
          <p:nvPr/>
        </p:nvSpPr>
        <p:spPr>
          <a:xfrm>
            <a:off x="660034" y="3345446"/>
            <a:ext cx="71747" cy="40173"/>
          </a:xfrm>
          <a:custGeom>
            <a:avLst/>
            <a:gdLst/>
            <a:ahLst/>
            <a:cxnLst/>
            <a:rect l="l" t="t" r="r" b="b"/>
            <a:pathLst>
              <a:path w="2870" h="1607">
                <a:moveTo>
                  <a:pt x="873" y="1"/>
                </a:moveTo>
                <a:cubicBezTo>
                  <a:pt x="435" y="1"/>
                  <a:pt x="102" y="158"/>
                  <a:pt x="34" y="408"/>
                </a:cubicBezTo>
                <a:cubicBezTo>
                  <a:pt x="0" y="775"/>
                  <a:pt x="534" y="1276"/>
                  <a:pt x="1301" y="1476"/>
                </a:cubicBezTo>
                <a:cubicBezTo>
                  <a:pt x="1550" y="1566"/>
                  <a:pt x="1791" y="1607"/>
                  <a:pt x="2004" y="1607"/>
                </a:cubicBezTo>
                <a:cubicBezTo>
                  <a:pt x="2422" y="1607"/>
                  <a:pt x="2736" y="1452"/>
                  <a:pt x="2802" y="1209"/>
                </a:cubicBezTo>
                <a:cubicBezTo>
                  <a:pt x="2869" y="775"/>
                  <a:pt x="2302" y="275"/>
                  <a:pt x="1535" y="108"/>
                </a:cubicBezTo>
                <a:cubicBezTo>
                  <a:pt x="1302" y="34"/>
                  <a:pt x="1077" y="1"/>
                  <a:pt x="873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0" name="Google Shape;1220;p14">
            <a:extLst>
              <a:ext uri="{FF2B5EF4-FFF2-40B4-BE49-F238E27FC236}">
                <a16:creationId xmlns:a16="http://schemas.microsoft.com/office/drawing/2014/main" id="{62EFAAE3-EFEE-40FD-B529-F166338EB37F}"/>
              </a:ext>
            </a:extLst>
          </p:cNvPr>
          <p:cNvSpPr>
            <a:spLocks noGrp="1"/>
          </p:cNvSpPr>
          <p:nvPr/>
        </p:nvSpPr>
        <p:spPr>
          <a:xfrm>
            <a:off x="197223" y="3704210"/>
            <a:ext cx="538708" cy="372788"/>
          </a:xfrm>
          <a:custGeom>
            <a:avLst/>
            <a:gdLst/>
            <a:ahLst/>
            <a:cxnLst/>
            <a:rect l="l" t="t" r="r" b="b"/>
            <a:pathLst>
              <a:path w="21549" h="14912">
                <a:moveTo>
                  <a:pt x="100" y="1"/>
                </a:moveTo>
                <a:lnTo>
                  <a:pt x="0" y="368"/>
                </a:lnTo>
                <a:cubicBezTo>
                  <a:pt x="9307" y="2036"/>
                  <a:pt x="16278" y="6839"/>
                  <a:pt x="21215" y="14911"/>
                </a:cubicBezTo>
                <a:lnTo>
                  <a:pt x="21549" y="14745"/>
                </a:lnTo>
                <a:cubicBezTo>
                  <a:pt x="16512" y="6539"/>
                  <a:pt x="9507" y="1702"/>
                  <a:pt x="100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1" name="Google Shape;1221;p14">
            <a:extLst>
              <a:ext uri="{FF2B5EF4-FFF2-40B4-BE49-F238E27FC236}">
                <a16:creationId xmlns:a16="http://schemas.microsoft.com/office/drawing/2014/main" id="{ACAB59C3-8CF1-4AA7-ADA5-CDADF046B3ED}"/>
              </a:ext>
            </a:extLst>
          </p:cNvPr>
          <p:cNvSpPr>
            <a:spLocks noGrp="1"/>
          </p:cNvSpPr>
          <p:nvPr/>
        </p:nvSpPr>
        <p:spPr>
          <a:xfrm>
            <a:off x="167199" y="3673211"/>
            <a:ext cx="41723" cy="68697"/>
          </a:xfrm>
          <a:custGeom>
            <a:avLst/>
            <a:gdLst/>
            <a:ahLst/>
            <a:cxnLst/>
            <a:rect l="l" t="t" r="r" b="b"/>
            <a:pathLst>
              <a:path w="1669" h="2748">
                <a:moveTo>
                  <a:pt x="962" y="1"/>
                </a:moveTo>
                <a:cubicBezTo>
                  <a:pt x="584" y="1"/>
                  <a:pt x="196" y="484"/>
                  <a:pt x="134" y="1174"/>
                </a:cubicBezTo>
                <a:cubicBezTo>
                  <a:pt x="0" y="1941"/>
                  <a:pt x="234" y="2608"/>
                  <a:pt x="667" y="2742"/>
                </a:cubicBezTo>
                <a:cubicBezTo>
                  <a:pt x="691" y="2746"/>
                  <a:pt x="716" y="2748"/>
                  <a:pt x="740" y="2748"/>
                </a:cubicBezTo>
                <a:cubicBezTo>
                  <a:pt x="1118" y="2748"/>
                  <a:pt x="1505" y="2264"/>
                  <a:pt x="1568" y="1574"/>
                </a:cubicBezTo>
                <a:cubicBezTo>
                  <a:pt x="1668" y="807"/>
                  <a:pt x="1468" y="140"/>
                  <a:pt x="1034" y="7"/>
                </a:cubicBezTo>
                <a:cubicBezTo>
                  <a:pt x="1010" y="3"/>
                  <a:pt x="986" y="1"/>
                  <a:pt x="962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2" name="Google Shape;1222;p14">
            <a:extLst>
              <a:ext uri="{FF2B5EF4-FFF2-40B4-BE49-F238E27FC236}">
                <a16:creationId xmlns:a16="http://schemas.microsoft.com/office/drawing/2014/main" id="{9F50A564-431E-4461-8A37-B7FF3A02EAAE}"/>
              </a:ext>
            </a:extLst>
          </p:cNvPr>
          <p:cNvSpPr>
            <a:spLocks noGrp="1"/>
          </p:cNvSpPr>
          <p:nvPr/>
        </p:nvSpPr>
        <p:spPr>
          <a:xfrm>
            <a:off x="593311" y="3485741"/>
            <a:ext cx="226018" cy="541233"/>
          </a:xfrm>
          <a:custGeom>
            <a:avLst/>
            <a:gdLst/>
            <a:ahLst/>
            <a:cxnLst/>
            <a:rect l="l" t="t" r="r" b="b"/>
            <a:pathLst>
              <a:path w="9041" h="21650">
                <a:moveTo>
                  <a:pt x="368" y="0"/>
                </a:moveTo>
                <a:lnTo>
                  <a:pt x="1" y="34"/>
                </a:lnTo>
                <a:cubicBezTo>
                  <a:pt x="668" y="7406"/>
                  <a:pt x="2369" y="13577"/>
                  <a:pt x="8774" y="21649"/>
                </a:cubicBezTo>
                <a:lnTo>
                  <a:pt x="9041" y="21382"/>
                </a:lnTo>
                <a:cubicBezTo>
                  <a:pt x="2736" y="13376"/>
                  <a:pt x="1068" y="7272"/>
                  <a:pt x="368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3" name="Google Shape;1223;p14">
            <a:extLst>
              <a:ext uri="{FF2B5EF4-FFF2-40B4-BE49-F238E27FC236}">
                <a16:creationId xmlns:a16="http://schemas.microsoft.com/office/drawing/2014/main" id="{EEAAB48D-F332-4365-A73C-BB120F27EFB2}"/>
              </a:ext>
            </a:extLst>
          </p:cNvPr>
          <p:cNvSpPr>
            <a:spLocks noGrp="1"/>
          </p:cNvSpPr>
          <p:nvPr/>
        </p:nvSpPr>
        <p:spPr>
          <a:xfrm>
            <a:off x="564187" y="3459817"/>
            <a:ext cx="71647" cy="36848"/>
          </a:xfrm>
          <a:custGeom>
            <a:avLst/>
            <a:gdLst/>
            <a:ahLst/>
            <a:cxnLst/>
            <a:rect l="l" t="t" r="r" b="b"/>
            <a:pathLst>
              <a:path w="2866" h="1474">
                <a:moveTo>
                  <a:pt x="1243" y="0"/>
                </a:moveTo>
                <a:cubicBezTo>
                  <a:pt x="563" y="0"/>
                  <a:pt x="0" y="261"/>
                  <a:pt x="32" y="670"/>
                </a:cubicBezTo>
                <a:cubicBezTo>
                  <a:pt x="98" y="1071"/>
                  <a:pt x="699" y="1437"/>
                  <a:pt x="1499" y="1471"/>
                </a:cubicBezTo>
                <a:cubicBezTo>
                  <a:pt x="1538" y="1473"/>
                  <a:pt x="1577" y="1473"/>
                  <a:pt x="1615" y="1473"/>
                </a:cubicBezTo>
                <a:cubicBezTo>
                  <a:pt x="2326" y="1473"/>
                  <a:pt x="2865" y="1184"/>
                  <a:pt x="2834" y="804"/>
                </a:cubicBezTo>
                <a:cubicBezTo>
                  <a:pt x="2800" y="370"/>
                  <a:pt x="2167" y="3"/>
                  <a:pt x="1366" y="3"/>
                </a:cubicBezTo>
                <a:cubicBezTo>
                  <a:pt x="1325" y="1"/>
                  <a:pt x="1284" y="0"/>
                  <a:pt x="1243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4" name="Google Shape;1224;p14">
            <a:extLst>
              <a:ext uri="{FF2B5EF4-FFF2-40B4-BE49-F238E27FC236}">
                <a16:creationId xmlns:a16="http://schemas.microsoft.com/office/drawing/2014/main" id="{328E41E6-EE89-4500-A527-0EDE640BD262}"/>
              </a:ext>
            </a:extLst>
          </p:cNvPr>
          <p:cNvSpPr>
            <a:spLocks noGrp="1"/>
          </p:cNvSpPr>
          <p:nvPr/>
        </p:nvSpPr>
        <p:spPr>
          <a:xfrm>
            <a:off x="305620" y="3647511"/>
            <a:ext cx="430311" cy="428661"/>
          </a:xfrm>
          <a:custGeom>
            <a:avLst/>
            <a:gdLst/>
            <a:ahLst/>
            <a:cxnLst/>
            <a:rect l="l" t="t" r="r" b="b"/>
            <a:pathLst>
              <a:path w="17213" h="17147">
                <a:moveTo>
                  <a:pt x="167" y="1"/>
                </a:moveTo>
                <a:lnTo>
                  <a:pt x="1" y="334"/>
                </a:lnTo>
                <a:cubicBezTo>
                  <a:pt x="8974" y="4504"/>
                  <a:pt x="14044" y="8240"/>
                  <a:pt x="16846" y="17146"/>
                </a:cubicBezTo>
                <a:lnTo>
                  <a:pt x="17213" y="17046"/>
                </a:lnTo>
                <a:cubicBezTo>
                  <a:pt x="14344" y="8006"/>
                  <a:pt x="9207" y="4204"/>
                  <a:pt x="167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5" name="Google Shape;1225;p14">
            <a:extLst>
              <a:ext uri="{FF2B5EF4-FFF2-40B4-BE49-F238E27FC236}">
                <a16:creationId xmlns:a16="http://schemas.microsoft.com/office/drawing/2014/main" id="{75657EC8-4F99-4863-851F-58DE5DE257CA}"/>
              </a:ext>
            </a:extLst>
          </p:cNvPr>
          <p:cNvSpPr>
            <a:spLocks noGrp="1"/>
          </p:cNvSpPr>
          <p:nvPr/>
        </p:nvSpPr>
        <p:spPr>
          <a:xfrm>
            <a:off x="274771" y="3615812"/>
            <a:ext cx="47548" cy="63423"/>
          </a:xfrm>
          <a:custGeom>
            <a:avLst/>
            <a:gdLst/>
            <a:ahLst/>
            <a:cxnLst/>
            <a:rect l="l" t="t" r="r" b="b"/>
            <a:pathLst>
              <a:path w="1902" h="2537">
                <a:moveTo>
                  <a:pt x="1254" y="1"/>
                </a:moveTo>
                <a:cubicBezTo>
                  <a:pt x="902" y="1"/>
                  <a:pt x="509" y="365"/>
                  <a:pt x="267" y="902"/>
                </a:cubicBezTo>
                <a:cubicBezTo>
                  <a:pt x="0" y="1569"/>
                  <a:pt x="34" y="2269"/>
                  <a:pt x="401" y="2469"/>
                </a:cubicBezTo>
                <a:cubicBezTo>
                  <a:pt x="472" y="2515"/>
                  <a:pt x="552" y="2536"/>
                  <a:pt x="635" y="2536"/>
                </a:cubicBezTo>
                <a:cubicBezTo>
                  <a:pt x="978" y="2536"/>
                  <a:pt x="1387" y="2172"/>
                  <a:pt x="1602" y="1635"/>
                </a:cubicBezTo>
                <a:cubicBezTo>
                  <a:pt x="1902" y="968"/>
                  <a:pt x="1868" y="268"/>
                  <a:pt x="1501" y="68"/>
                </a:cubicBezTo>
                <a:cubicBezTo>
                  <a:pt x="1423" y="22"/>
                  <a:pt x="1340" y="1"/>
                  <a:pt x="1254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6" name="Google Shape;1226;p14">
            <a:extLst>
              <a:ext uri="{FF2B5EF4-FFF2-40B4-BE49-F238E27FC236}">
                <a16:creationId xmlns:a16="http://schemas.microsoft.com/office/drawing/2014/main" id="{CB059128-00CE-4F14-8EA5-513E0448C3C4}"/>
              </a:ext>
            </a:extLst>
          </p:cNvPr>
          <p:cNvSpPr>
            <a:spLocks noGrp="1"/>
          </p:cNvSpPr>
          <p:nvPr/>
        </p:nvSpPr>
        <p:spPr>
          <a:xfrm>
            <a:off x="492414" y="3710059"/>
            <a:ext cx="376963" cy="475935"/>
          </a:xfrm>
          <a:custGeom>
            <a:avLst/>
            <a:gdLst/>
            <a:ahLst/>
            <a:cxnLst/>
            <a:rect l="l" t="t" r="r" b="b"/>
            <a:pathLst>
              <a:path w="15079" h="19038">
                <a:moveTo>
                  <a:pt x="7706" y="0"/>
                </a:moveTo>
                <a:cubicBezTo>
                  <a:pt x="7406" y="100"/>
                  <a:pt x="5972" y="434"/>
                  <a:pt x="5671" y="501"/>
                </a:cubicBezTo>
                <a:cubicBezTo>
                  <a:pt x="6472" y="1301"/>
                  <a:pt x="7139" y="2202"/>
                  <a:pt x="7673" y="3203"/>
                </a:cubicBezTo>
                <a:cubicBezTo>
                  <a:pt x="6705" y="2369"/>
                  <a:pt x="5705" y="1635"/>
                  <a:pt x="4704" y="934"/>
                </a:cubicBezTo>
                <a:cubicBezTo>
                  <a:pt x="4337" y="1068"/>
                  <a:pt x="4003" y="1301"/>
                  <a:pt x="3670" y="1501"/>
                </a:cubicBezTo>
                <a:cubicBezTo>
                  <a:pt x="4003" y="2002"/>
                  <a:pt x="4304" y="2502"/>
                  <a:pt x="4571" y="3036"/>
                </a:cubicBezTo>
                <a:cubicBezTo>
                  <a:pt x="4070" y="2636"/>
                  <a:pt x="3570" y="2269"/>
                  <a:pt x="3036" y="1902"/>
                </a:cubicBezTo>
                <a:cubicBezTo>
                  <a:pt x="2202" y="2502"/>
                  <a:pt x="1468" y="3169"/>
                  <a:pt x="801" y="3970"/>
                </a:cubicBezTo>
                <a:cubicBezTo>
                  <a:pt x="1068" y="4237"/>
                  <a:pt x="1368" y="4537"/>
                  <a:pt x="1635" y="4870"/>
                </a:cubicBezTo>
                <a:cubicBezTo>
                  <a:pt x="1235" y="4670"/>
                  <a:pt x="835" y="4504"/>
                  <a:pt x="468" y="4370"/>
                </a:cubicBezTo>
                <a:cubicBezTo>
                  <a:pt x="301" y="4537"/>
                  <a:pt x="134" y="4704"/>
                  <a:pt x="1" y="4937"/>
                </a:cubicBezTo>
                <a:cubicBezTo>
                  <a:pt x="4070" y="7506"/>
                  <a:pt x="13210" y="17179"/>
                  <a:pt x="14411" y="18814"/>
                </a:cubicBezTo>
                <a:cubicBezTo>
                  <a:pt x="14511" y="18880"/>
                  <a:pt x="14544" y="18981"/>
                  <a:pt x="14678" y="19014"/>
                </a:cubicBezTo>
                <a:cubicBezTo>
                  <a:pt x="14714" y="19030"/>
                  <a:pt x="14747" y="19037"/>
                  <a:pt x="14777" y="19037"/>
                </a:cubicBezTo>
                <a:cubicBezTo>
                  <a:pt x="15001" y="19037"/>
                  <a:pt x="15078" y="18640"/>
                  <a:pt x="15078" y="18347"/>
                </a:cubicBezTo>
                <a:cubicBezTo>
                  <a:pt x="14478" y="11842"/>
                  <a:pt x="11976" y="5538"/>
                  <a:pt x="7706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7" name="Google Shape;1227;p14">
            <a:extLst>
              <a:ext uri="{FF2B5EF4-FFF2-40B4-BE49-F238E27FC236}">
                <a16:creationId xmlns:a16="http://schemas.microsoft.com/office/drawing/2014/main" id="{B6866D54-D4E7-4687-A6DD-3AA22A3526D7}"/>
              </a:ext>
            </a:extLst>
          </p:cNvPr>
          <p:cNvSpPr>
            <a:spLocks noGrp="1"/>
          </p:cNvSpPr>
          <p:nvPr/>
        </p:nvSpPr>
        <p:spPr>
          <a:xfrm>
            <a:off x="738407" y="3686710"/>
            <a:ext cx="255217" cy="493059"/>
          </a:xfrm>
          <a:custGeom>
            <a:avLst/>
            <a:gdLst/>
            <a:ahLst/>
            <a:cxnLst/>
            <a:rect l="l" t="t" r="r" b="b"/>
            <a:pathLst>
              <a:path w="10209" h="19723">
                <a:moveTo>
                  <a:pt x="3704" y="0"/>
                </a:moveTo>
                <a:cubicBezTo>
                  <a:pt x="3170" y="1034"/>
                  <a:pt x="2736" y="2102"/>
                  <a:pt x="2369" y="3203"/>
                </a:cubicBezTo>
                <a:cubicBezTo>
                  <a:pt x="2236" y="2135"/>
                  <a:pt x="2336" y="1068"/>
                  <a:pt x="2536" y="67"/>
                </a:cubicBezTo>
                <a:cubicBezTo>
                  <a:pt x="2236" y="67"/>
                  <a:pt x="1902" y="100"/>
                  <a:pt x="1635" y="134"/>
                </a:cubicBezTo>
                <a:cubicBezTo>
                  <a:pt x="1" y="6138"/>
                  <a:pt x="1369" y="13343"/>
                  <a:pt x="4638" y="19247"/>
                </a:cubicBezTo>
                <a:cubicBezTo>
                  <a:pt x="4767" y="19455"/>
                  <a:pt x="5017" y="19722"/>
                  <a:pt x="5216" y="19722"/>
                </a:cubicBezTo>
                <a:cubicBezTo>
                  <a:pt x="5274" y="19722"/>
                  <a:pt x="5327" y="19700"/>
                  <a:pt x="5371" y="19648"/>
                </a:cubicBezTo>
                <a:cubicBezTo>
                  <a:pt x="5472" y="19581"/>
                  <a:pt x="5472" y="19481"/>
                  <a:pt x="5472" y="19381"/>
                </a:cubicBezTo>
                <a:cubicBezTo>
                  <a:pt x="5572" y="17479"/>
                  <a:pt x="5205" y="15545"/>
                  <a:pt x="5305" y="13643"/>
                </a:cubicBezTo>
                <a:cubicBezTo>
                  <a:pt x="5371" y="11976"/>
                  <a:pt x="5672" y="10308"/>
                  <a:pt x="6172" y="8740"/>
                </a:cubicBezTo>
                <a:cubicBezTo>
                  <a:pt x="6973" y="6038"/>
                  <a:pt x="8374" y="3536"/>
                  <a:pt x="10208" y="1535"/>
                </a:cubicBezTo>
                <a:cubicBezTo>
                  <a:pt x="10008" y="1401"/>
                  <a:pt x="9741" y="1301"/>
                  <a:pt x="9508" y="1268"/>
                </a:cubicBezTo>
                <a:cubicBezTo>
                  <a:pt x="9241" y="1568"/>
                  <a:pt x="9007" y="1835"/>
                  <a:pt x="8741" y="2169"/>
                </a:cubicBezTo>
                <a:lnTo>
                  <a:pt x="9007" y="1068"/>
                </a:lnTo>
                <a:cubicBezTo>
                  <a:pt x="7973" y="701"/>
                  <a:pt x="6873" y="401"/>
                  <a:pt x="5805" y="234"/>
                </a:cubicBezTo>
                <a:cubicBezTo>
                  <a:pt x="5505" y="734"/>
                  <a:pt x="5305" y="1268"/>
                  <a:pt x="5071" y="1802"/>
                </a:cubicBezTo>
                <a:cubicBezTo>
                  <a:pt x="5038" y="1235"/>
                  <a:pt x="5005" y="667"/>
                  <a:pt x="5005" y="100"/>
                </a:cubicBezTo>
                <a:cubicBezTo>
                  <a:pt x="4538" y="67"/>
                  <a:pt x="4137" y="0"/>
                  <a:pt x="3704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8" name="Google Shape;1228;p14">
            <a:extLst>
              <a:ext uri="{FF2B5EF4-FFF2-40B4-BE49-F238E27FC236}">
                <a16:creationId xmlns:a16="http://schemas.microsoft.com/office/drawing/2014/main" id="{771A46FE-CF12-4D54-B71A-A98D011DB119}"/>
              </a:ext>
            </a:extLst>
          </p:cNvPr>
          <p:cNvSpPr>
            <a:spLocks noGrp="1"/>
          </p:cNvSpPr>
          <p:nvPr/>
        </p:nvSpPr>
        <p:spPr>
          <a:xfrm>
            <a:off x="865178" y="3760083"/>
            <a:ext cx="270191" cy="416312"/>
          </a:xfrm>
          <a:custGeom>
            <a:avLst/>
            <a:gdLst/>
            <a:ahLst/>
            <a:cxnLst/>
            <a:rect l="l" t="t" r="r" b="b"/>
            <a:pathLst>
              <a:path w="10808" h="16653">
                <a:moveTo>
                  <a:pt x="5304" y="1"/>
                </a:moveTo>
                <a:cubicBezTo>
                  <a:pt x="1802" y="3870"/>
                  <a:pt x="0" y="10008"/>
                  <a:pt x="67" y="15979"/>
                </a:cubicBezTo>
                <a:cubicBezTo>
                  <a:pt x="67" y="16228"/>
                  <a:pt x="154" y="16652"/>
                  <a:pt x="384" y="16652"/>
                </a:cubicBezTo>
                <a:cubicBezTo>
                  <a:pt x="400" y="16652"/>
                  <a:pt x="416" y="16650"/>
                  <a:pt x="434" y="16646"/>
                </a:cubicBezTo>
                <a:cubicBezTo>
                  <a:pt x="501" y="16646"/>
                  <a:pt x="534" y="16546"/>
                  <a:pt x="601" y="16479"/>
                </a:cubicBezTo>
                <a:cubicBezTo>
                  <a:pt x="1435" y="15045"/>
                  <a:pt x="1902" y="13410"/>
                  <a:pt x="2669" y="12009"/>
                </a:cubicBezTo>
                <a:cubicBezTo>
                  <a:pt x="3403" y="10742"/>
                  <a:pt x="4237" y="9641"/>
                  <a:pt x="5171" y="8640"/>
                </a:cubicBezTo>
                <a:cubicBezTo>
                  <a:pt x="6805" y="6939"/>
                  <a:pt x="8740" y="5638"/>
                  <a:pt x="10808" y="4904"/>
                </a:cubicBezTo>
                <a:cubicBezTo>
                  <a:pt x="10675" y="4771"/>
                  <a:pt x="10574" y="4604"/>
                  <a:pt x="10474" y="4337"/>
                </a:cubicBezTo>
                <a:lnTo>
                  <a:pt x="9607" y="4704"/>
                </a:lnTo>
                <a:cubicBezTo>
                  <a:pt x="9774" y="4471"/>
                  <a:pt x="9974" y="4204"/>
                  <a:pt x="10174" y="3970"/>
                </a:cubicBezTo>
                <a:cubicBezTo>
                  <a:pt x="9607" y="3170"/>
                  <a:pt x="8940" y="2503"/>
                  <a:pt x="8239" y="1869"/>
                </a:cubicBezTo>
                <a:cubicBezTo>
                  <a:pt x="7806" y="2169"/>
                  <a:pt x="7439" y="2469"/>
                  <a:pt x="7105" y="2803"/>
                </a:cubicBezTo>
                <a:cubicBezTo>
                  <a:pt x="7272" y="2336"/>
                  <a:pt x="7472" y="1935"/>
                  <a:pt x="7672" y="1468"/>
                </a:cubicBezTo>
                <a:lnTo>
                  <a:pt x="6805" y="835"/>
                </a:lnTo>
                <a:cubicBezTo>
                  <a:pt x="6071" y="1368"/>
                  <a:pt x="5304" y="2002"/>
                  <a:pt x="4637" y="2669"/>
                </a:cubicBezTo>
                <a:cubicBezTo>
                  <a:pt x="4970" y="1802"/>
                  <a:pt x="5437" y="1001"/>
                  <a:pt x="5971" y="334"/>
                </a:cubicBezTo>
                <a:cubicBezTo>
                  <a:pt x="5771" y="201"/>
                  <a:pt x="5504" y="67"/>
                  <a:pt x="5304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9" name="Google Shape;1229;p14">
            <a:extLst>
              <a:ext uri="{FF2B5EF4-FFF2-40B4-BE49-F238E27FC236}">
                <a16:creationId xmlns:a16="http://schemas.microsoft.com/office/drawing/2014/main" id="{11ED3151-0D42-410E-A43F-C4A1634962F0}"/>
              </a:ext>
            </a:extLst>
          </p:cNvPr>
          <p:cNvSpPr>
            <a:spLocks noGrp="1"/>
          </p:cNvSpPr>
          <p:nvPr/>
        </p:nvSpPr>
        <p:spPr>
          <a:xfrm>
            <a:off x="391517" y="3876004"/>
            <a:ext cx="482010" cy="305565"/>
          </a:xfrm>
          <a:custGeom>
            <a:avLst/>
            <a:gdLst/>
            <a:ahLst/>
            <a:cxnLst/>
            <a:rect l="l" t="t" r="r" b="b"/>
            <a:pathLst>
              <a:path w="19281" h="12223">
                <a:moveTo>
                  <a:pt x="2636" y="0"/>
                </a:moveTo>
                <a:cubicBezTo>
                  <a:pt x="2469" y="234"/>
                  <a:pt x="2302" y="467"/>
                  <a:pt x="2135" y="701"/>
                </a:cubicBezTo>
                <a:cubicBezTo>
                  <a:pt x="3203" y="1001"/>
                  <a:pt x="4203" y="1401"/>
                  <a:pt x="5137" y="2002"/>
                </a:cubicBezTo>
                <a:cubicBezTo>
                  <a:pt x="3970" y="1802"/>
                  <a:pt x="2769" y="1668"/>
                  <a:pt x="1602" y="1668"/>
                </a:cubicBezTo>
                <a:cubicBezTo>
                  <a:pt x="1401" y="2035"/>
                  <a:pt x="1235" y="2402"/>
                  <a:pt x="1068" y="2802"/>
                </a:cubicBezTo>
                <a:cubicBezTo>
                  <a:pt x="1568" y="3069"/>
                  <a:pt x="2102" y="3369"/>
                  <a:pt x="2602" y="3670"/>
                </a:cubicBezTo>
                <a:cubicBezTo>
                  <a:pt x="1968" y="3570"/>
                  <a:pt x="1401" y="3536"/>
                  <a:pt x="801" y="3536"/>
                </a:cubicBezTo>
                <a:cubicBezTo>
                  <a:pt x="434" y="4537"/>
                  <a:pt x="234" y="5571"/>
                  <a:pt x="100" y="6672"/>
                </a:cubicBezTo>
                <a:cubicBezTo>
                  <a:pt x="467" y="6739"/>
                  <a:pt x="868" y="6872"/>
                  <a:pt x="1268" y="7005"/>
                </a:cubicBezTo>
                <a:cubicBezTo>
                  <a:pt x="868" y="7039"/>
                  <a:pt x="467" y="7139"/>
                  <a:pt x="67" y="7206"/>
                </a:cubicBezTo>
                <a:cubicBezTo>
                  <a:pt x="34" y="7406"/>
                  <a:pt x="0" y="7673"/>
                  <a:pt x="0" y="7873"/>
                </a:cubicBezTo>
                <a:cubicBezTo>
                  <a:pt x="1406" y="7543"/>
                  <a:pt x="2884" y="7376"/>
                  <a:pt x="4383" y="7376"/>
                </a:cubicBezTo>
                <a:cubicBezTo>
                  <a:pt x="5764" y="7376"/>
                  <a:pt x="7164" y="7518"/>
                  <a:pt x="8540" y="7806"/>
                </a:cubicBezTo>
                <a:cubicBezTo>
                  <a:pt x="10208" y="8140"/>
                  <a:pt x="11876" y="8640"/>
                  <a:pt x="13510" y="9374"/>
                </a:cubicBezTo>
                <a:cubicBezTo>
                  <a:pt x="15278" y="10174"/>
                  <a:pt x="16912" y="11409"/>
                  <a:pt x="18714" y="12176"/>
                </a:cubicBezTo>
                <a:cubicBezTo>
                  <a:pt x="18761" y="12199"/>
                  <a:pt x="18841" y="12223"/>
                  <a:pt x="18920" y="12223"/>
                </a:cubicBezTo>
                <a:cubicBezTo>
                  <a:pt x="18953" y="12223"/>
                  <a:pt x="18985" y="12219"/>
                  <a:pt x="19014" y="12209"/>
                </a:cubicBezTo>
                <a:cubicBezTo>
                  <a:pt x="19281" y="12142"/>
                  <a:pt x="19147" y="11675"/>
                  <a:pt x="18947" y="11375"/>
                </a:cubicBezTo>
                <a:cubicBezTo>
                  <a:pt x="15044" y="5905"/>
                  <a:pt x="9007" y="1368"/>
                  <a:pt x="2636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0" name="Google Shape;1230;p14">
            <a:extLst>
              <a:ext uri="{FF2B5EF4-FFF2-40B4-BE49-F238E27FC236}">
                <a16:creationId xmlns:a16="http://schemas.microsoft.com/office/drawing/2014/main" id="{6F0CC34F-7E39-4F6B-B27A-7A5DB3D1D9A1}"/>
              </a:ext>
            </a:extLst>
          </p:cNvPr>
          <p:cNvSpPr>
            <a:spLocks noGrp="1"/>
          </p:cNvSpPr>
          <p:nvPr/>
        </p:nvSpPr>
        <p:spPr>
          <a:xfrm>
            <a:off x="423191" y="4083073"/>
            <a:ext cx="446186" cy="184044"/>
          </a:xfrm>
          <a:custGeom>
            <a:avLst/>
            <a:gdLst/>
            <a:ahLst/>
            <a:cxnLst/>
            <a:rect l="l" t="t" r="r" b="b"/>
            <a:pathLst>
              <a:path w="17848" h="7362">
                <a:moveTo>
                  <a:pt x="4059" y="1"/>
                </a:moveTo>
                <a:cubicBezTo>
                  <a:pt x="2652" y="1"/>
                  <a:pt x="1288" y="137"/>
                  <a:pt x="1" y="424"/>
                </a:cubicBezTo>
                <a:lnTo>
                  <a:pt x="1" y="1157"/>
                </a:lnTo>
                <a:cubicBezTo>
                  <a:pt x="476" y="1069"/>
                  <a:pt x="952" y="1028"/>
                  <a:pt x="1437" y="1028"/>
                </a:cubicBezTo>
                <a:cubicBezTo>
                  <a:pt x="1871" y="1028"/>
                  <a:pt x="2313" y="1061"/>
                  <a:pt x="2770" y="1124"/>
                </a:cubicBezTo>
                <a:cubicBezTo>
                  <a:pt x="1802" y="1391"/>
                  <a:pt x="935" y="1725"/>
                  <a:pt x="68" y="2091"/>
                </a:cubicBezTo>
                <a:cubicBezTo>
                  <a:pt x="101" y="2425"/>
                  <a:pt x="134" y="2792"/>
                  <a:pt x="234" y="3126"/>
                </a:cubicBezTo>
                <a:lnTo>
                  <a:pt x="1736" y="3259"/>
                </a:lnTo>
                <a:cubicBezTo>
                  <a:pt x="1235" y="3392"/>
                  <a:pt x="802" y="3593"/>
                  <a:pt x="335" y="3793"/>
                </a:cubicBezTo>
                <a:cubicBezTo>
                  <a:pt x="601" y="4660"/>
                  <a:pt x="935" y="5561"/>
                  <a:pt x="1402" y="6428"/>
                </a:cubicBezTo>
                <a:cubicBezTo>
                  <a:pt x="1736" y="6395"/>
                  <a:pt x="2069" y="6294"/>
                  <a:pt x="2336" y="6261"/>
                </a:cubicBezTo>
                <a:lnTo>
                  <a:pt x="2336" y="6261"/>
                </a:lnTo>
                <a:cubicBezTo>
                  <a:pt x="2102" y="6428"/>
                  <a:pt x="1836" y="6628"/>
                  <a:pt x="1602" y="6828"/>
                </a:cubicBezTo>
                <a:cubicBezTo>
                  <a:pt x="1769" y="6962"/>
                  <a:pt x="1902" y="7128"/>
                  <a:pt x="2002" y="7362"/>
                </a:cubicBezTo>
                <a:cubicBezTo>
                  <a:pt x="3637" y="5928"/>
                  <a:pt x="5705" y="4893"/>
                  <a:pt x="8073" y="4293"/>
                </a:cubicBezTo>
                <a:cubicBezTo>
                  <a:pt x="9441" y="3959"/>
                  <a:pt x="10842" y="3759"/>
                  <a:pt x="12343" y="3759"/>
                </a:cubicBezTo>
                <a:cubicBezTo>
                  <a:pt x="13932" y="3759"/>
                  <a:pt x="15611" y="4062"/>
                  <a:pt x="17208" y="4062"/>
                </a:cubicBezTo>
                <a:cubicBezTo>
                  <a:pt x="17288" y="4062"/>
                  <a:pt x="17367" y="4061"/>
                  <a:pt x="17447" y="4060"/>
                </a:cubicBezTo>
                <a:cubicBezTo>
                  <a:pt x="17513" y="4060"/>
                  <a:pt x="17647" y="4060"/>
                  <a:pt x="17680" y="3993"/>
                </a:cubicBezTo>
                <a:cubicBezTo>
                  <a:pt x="17847" y="3826"/>
                  <a:pt x="17513" y="3559"/>
                  <a:pt x="17247" y="3392"/>
                </a:cubicBezTo>
                <a:cubicBezTo>
                  <a:pt x="13096" y="1279"/>
                  <a:pt x="8376" y="1"/>
                  <a:pt x="4059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1" name="Google Shape;1231;p14">
            <a:extLst>
              <a:ext uri="{FF2B5EF4-FFF2-40B4-BE49-F238E27FC236}">
                <a16:creationId xmlns:a16="http://schemas.microsoft.com/office/drawing/2014/main" id="{E58EDC02-C91A-4C59-8A59-923AED199E7D}"/>
              </a:ext>
            </a:extLst>
          </p:cNvPr>
          <p:cNvSpPr>
            <a:spLocks noGrp="1"/>
          </p:cNvSpPr>
          <p:nvPr/>
        </p:nvSpPr>
        <p:spPr>
          <a:xfrm>
            <a:off x="570812" y="3956902"/>
            <a:ext cx="227667" cy="149270"/>
          </a:xfrm>
          <a:custGeom>
            <a:avLst/>
            <a:gdLst/>
            <a:ahLst/>
            <a:cxnLst/>
            <a:rect l="l" t="t" r="r" b="b"/>
            <a:pathLst>
              <a:path w="9107" h="5971">
                <a:moveTo>
                  <a:pt x="0" y="0"/>
                </a:moveTo>
                <a:cubicBezTo>
                  <a:pt x="3603" y="901"/>
                  <a:pt x="6872" y="3002"/>
                  <a:pt x="9107" y="5971"/>
                </a:cubicBezTo>
              </a:path>
            </a:pathLst>
          </a:custGeom>
          <a:solidFill>
            <a:schemeClr val="accent6"/>
          </a:solidFill>
          <a:ln w="5000" cmpd="sng">
            <a:solidFill>
              <a:schemeClr val="accent6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2" name="Google Shape;1232;p14">
            <a:extLst>
              <a:ext uri="{FF2B5EF4-FFF2-40B4-BE49-F238E27FC236}">
                <a16:creationId xmlns:a16="http://schemas.microsoft.com/office/drawing/2014/main" id="{7C435A90-4112-4798-84B2-06ADDA3D0C5A}"/>
              </a:ext>
            </a:extLst>
          </p:cNvPr>
          <p:cNvSpPr>
            <a:spLocks noGrp="1"/>
          </p:cNvSpPr>
          <p:nvPr/>
        </p:nvSpPr>
        <p:spPr>
          <a:xfrm>
            <a:off x="597486" y="4006925"/>
            <a:ext cx="65897" cy="27549"/>
          </a:xfrm>
          <a:custGeom>
            <a:avLst/>
            <a:gdLst/>
            <a:ahLst/>
            <a:cxnLst/>
            <a:rect l="l" t="t" r="r" b="b"/>
            <a:pathLst>
              <a:path w="2636" h="1102">
                <a:moveTo>
                  <a:pt x="1" y="0"/>
                </a:moveTo>
                <a:cubicBezTo>
                  <a:pt x="968" y="134"/>
                  <a:pt x="1869" y="568"/>
                  <a:pt x="2636" y="1101"/>
                </a:cubicBezTo>
              </a:path>
            </a:pathLst>
          </a:custGeom>
          <a:solidFill>
            <a:schemeClr val="accent6"/>
          </a:solidFill>
          <a:ln w="5000" cmpd="sng">
            <a:solidFill>
              <a:schemeClr val="accent6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3" name="Google Shape;1233;p14">
            <a:extLst>
              <a:ext uri="{FF2B5EF4-FFF2-40B4-BE49-F238E27FC236}">
                <a16:creationId xmlns:a16="http://schemas.microsoft.com/office/drawing/2014/main" id="{97FFBC58-9558-4E0F-B64E-608392210368}"/>
              </a:ext>
            </a:extLst>
          </p:cNvPr>
          <p:cNvSpPr>
            <a:spLocks noGrp="1"/>
          </p:cNvSpPr>
          <p:nvPr/>
        </p:nvSpPr>
        <p:spPr>
          <a:xfrm>
            <a:off x="856003" y="3783432"/>
            <a:ext cx="27549" cy="108446"/>
          </a:xfrm>
          <a:custGeom>
            <a:avLst/>
            <a:gdLst/>
            <a:ahLst/>
            <a:cxnLst/>
            <a:rect l="l" t="t" r="r" b="b"/>
            <a:pathLst>
              <a:path w="1102" h="4338">
                <a:moveTo>
                  <a:pt x="1101" y="1"/>
                </a:moveTo>
                <a:cubicBezTo>
                  <a:pt x="434" y="1335"/>
                  <a:pt x="34" y="2836"/>
                  <a:pt x="0" y="4337"/>
                </a:cubicBezTo>
              </a:path>
            </a:pathLst>
          </a:custGeom>
          <a:solidFill>
            <a:schemeClr val="accent6"/>
          </a:solidFill>
          <a:ln w="5000" cmpd="sng">
            <a:solidFill>
              <a:schemeClr val="accent6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4" name="Google Shape;1234;p14">
            <a:extLst>
              <a:ext uri="{FF2B5EF4-FFF2-40B4-BE49-F238E27FC236}">
                <a16:creationId xmlns:a16="http://schemas.microsoft.com/office/drawing/2014/main" id="{FEA93E94-470A-4AC0-91CF-A9299635C751}"/>
              </a:ext>
            </a:extLst>
          </p:cNvPr>
          <p:cNvSpPr>
            <a:spLocks noGrp="1"/>
          </p:cNvSpPr>
          <p:nvPr/>
        </p:nvSpPr>
        <p:spPr>
          <a:xfrm>
            <a:off x="848503" y="3762583"/>
            <a:ext cx="10024" cy="43398"/>
          </a:xfrm>
          <a:custGeom>
            <a:avLst/>
            <a:gdLst/>
            <a:ahLst/>
            <a:cxnLst/>
            <a:rect l="l" t="t" r="r" b="b"/>
            <a:pathLst>
              <a:path w="401" h="1736">
                <a:moveTo>
                  <a:pt x="400" y="1"/>
                </a:moveTo>
                <a:cubicBezTo>
                  <a:pt x="134" y="535"/>
                  <a:pt x="0" y="1102"/>
                  <a:pt x="0" y="1735"/>
                </a:cubicBezTo>
              </a:path>
            </a:pathLst>
          </a:custGeom>
          <a:solidFill>
            <a:schemeClr val="accent6"/>
          </a:solidFill>
          <a:ln w="5000" cmpd="sng">
            <a:solidFill>
              <a:schemeClr val="accent6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5" name="Google Shape;1235;p14">
            <a:extLst>
              <a:ext uri="{FF2B5EF4-FFF2-40B4-BE49-F238E27FC236}">
                <a16:creationId xmlns:a16="http://schemas.microsoft.com/office/drawing/2014/main" id="{05397D76-0F4B-4259-9029-3F2FC87766EA}"/>
              </a:ext>
            </a:extLst>
          </p:cNvPr>
          <p:cNvSpPr>
            <a:spLocks noGrp="1"/>
          </p:cNvSpPr>
          <p:nvPr/>
        </p:nvSpPr>
        <p:spPr>
          <a:xfrm>
            <a:off x="794280" y="3879329"/>
            <a:ext cx="20874" cy="102596"/>
          </a:xfrm>
          <a:custGeom>
            <a:avLst/>
            <a:gdLst/>
            <a:ahLst/>
            <a:cxnLst/>
            <a:rect l="l" t="t" r="r" b="b"/>
            <a:pathLst>
              <a:path w="835" h="4104">
                <a:moveTo>
                  <a:pt x="1" y="1"/>
                </a:moveTo>
                <a:cubicBezTo>
                  <a:pt x="68" y="1402"/>
                  <a:pt x="334" y="2836"/>
                  <a:pt x="835" y="4104"/>
                </a:cubicBezTo>
              </a:path>
            </a:pathLst>
          </a:custGeom>
          <a:solidFill>
            <a:schemeClr val="accent6"/>
          </a:solidFill>
          <a:ln w="5000" cmpd="sng">
            <a:solidFill>
              <a:schemeClr val="accent6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6" name="Google Shape;1236;p14">
            <a:extLst>
              <a:ext uri="{FF2B5EF4-FFF2-40B4-BE49-F238E27FC236}">
                <a16:creationId xmlns:a16="http://schemas.microsoft.com/office/drawing/2014/main" id="{74C23577-6D29-47D2-86FA-2AF436BFBADC}"/>
              </a:ext>
            </a:extLst>
          </p:cNvPr>
          <p:cNvSpPr>
            <a:spLocks noGrp="1"/>
          </p:cNvSpPr>
          <p:nvPr/>
        </p:nvSpPr>
        <p:spPr>
          <a:xfrm>
            <a:off x="588311" y="3823456"/>
            <a:ext cx="209343" cy="216843"/>
          </a:xfrm>
          <a:custGeom>
            <a:avLst/>
            <a:gdLst/>
            <a:ahLst/>
            <a:cxnLst/>
            <a:rect l="l" t="t" r="r" b="b"/>
            <a:pathLst>
              <a:path w="8374" h="8674">
                <a:moveTo>
                  <a:pt x="1" y="1"/>
                </a:moveTo>
                <a:cubicBezTo>
                  <a:pt x="3270" y="2336"/>
                  <a:pt x="6138" y="5305"/>
                  <a:pt x="8373" y="8674"/>
                </a:cubicBezTo>
              </a:path>
            </a:pathLst>
          </a:custGeom>
          <a:solidFill>
            <a:schemeClr val="accent6"/>
          </a:solidFill>
          <a:ln w="5000" cmpd="sng">
            <a:solidFill>
              <a:schemeClr val="accent6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7" name="Google Shape;1237;p14">
            <a:extLst>
              <a:ext uri="{FF2B5EF4-FFF2-40B4-BE49-F238E27FC236}">
                <a16:creationId xmlns:a16="http://schemas.microsoft.com/office/drawing/2014/main" id="{62A5D373-E23A-42F3-8A13-CA059F7C8E7A}"/>
              </a:ext>
            </a:extLst>
          </p:cNvPr>
          <p:cNvSpPr>
            <a:spLocks noGrp="1"/>
          </p:cNvSpPr>
          <p:nvPr/>
        </p:nvSpPr>
        <p:spPr>
          <a:xfrm>
            <a:off x="879352" y="3877679"/>
            <a:ext cx="180144" cy="258517"/>
          </a:xfrm>
          <a:custGeom>
            <a:avLst/>
            <a:gdLst/>
            <a:ahLst/>
            <a:cxnLst/>
            <a:rect l="l" t="t" r="r" b="b"/>
            <a:pathLst>
              <a:path w="7206" h="10341">
                <a:moveTo>
                  <a:pt x="0" y="10341"/>
                </a:moveTo>
                <a:cubicBezTo>
                  <a:pt x="1001" y="6171"/>
                  <a:pt x="3603" y="2368"/>
                  <a:pt x="7205" y="0"/>
                </a:cubicBezTo>
              </a:path>
            </a:pathLst>
          </a:custGeom>
          <a:solidFill>
            <a:schemeClr val="accent6"/>
          </a:solidFill>
          <a:ln w="5000" cmpd="sng">
            <a:solidFill>
              <a:schemeClr val="accent6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8" name="Google Shape;1238;p14">
            <a:extLst>
              <a:ext uri="{FF2B5EF4-FFF2-40B4-BE49-F238E27FC236}">
                <a16:creationId xmlns:a16="http://schemas.microsoft.com/office/drawing/2014/main" id="{1E18705B-C2FD-43A0-90E9-EF9AD2C7B3DB}"/>
              </a:ext>
            </a:extLst>
          </p:cNvPr>
          <p:cNvSpPr>
            <a:spLocks noGrp="1"/>
          </p:cNvSpPr>
          <p:nvPr/>
        </p:nvSpPr>
        <p:spPr>
          <a:xfrm>
            <a:off x="967749" y="3869329"/>
            <a:ext cx="43373" cy="39223"/>
          </a:xfrm>
          <a:custGeom>
            <a:avLst/>
            <a:gdLst/>
            <a:ahLst/>
            <a:cxnLst/>
            <a:rect l="l" t="t" r="r" b="b"/>
            <a:pathLst>
              <a:path w="1735" h="1569">
                <a:moveTo>
                  <a:pt x="0" y="1568"/>
                </a:moveTo>
                <a:cubicBezTo>
                  <a:pt x="501" y="968"/>
                  <a:pt x="1068" y="434"/>
                  <a:pt x="1735" y="1"/>
                </a:cubicBezTo>
              </a:path>
            </a:pathLst>
          </a:custGeom>
          <a:noFill/>
          <a:ln w="5000" cmpd="sng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9" name="Google Shape;1239;p14">
            <a:extLst>
              <a:ext uri="{FF2B5EF4-FFF2-40B4-BE49-F238E27FC236}">
                <a16:creationId xmlns:a16="http://schemas.microsoft.com/office/drawing/2014/main" id="{4D71BE84-3ABD-4D94-AFA9-F38D52CBAB7D}"/>
              </a:ext>
            </a:extLst>
          </p:cNvPr>
          <p:cNvSpPr>
            <a:spLocks noGrp="1"/>
          </p:cNvSpPr>
          <p:nvPr/>
        </p:nvSpPr>
        <p:spPr>
          <a:xfrm>
            <a:off x="529113" y="4147021"/>
            <a:ext cx="229342" cy="22549"/>
          </a:xfrm>
          <a:custGeom>
            <a:avLst/>
            <a:gdLst/>
            <a:ahLst/>
            <a:cxnLst/>
            <a:rect l="l" t="t" r="r" b="b"/>
            <a:pathLst>
              <a:path w="9174" h="902">
                <a:moveTo>
                  <a:pt x="0" y="901"/>
                </a:moveTo>
                <a:cubicBezTo>
                  <a:pt x="3002" y="167"/>
                  <a:pt x="6105" y="0"/>
                  <a:pt x="9174" y="367"/>
                </a:cubicBezTo>
              </a:path>
            </a:pathLst>
          </a:custGeom>
          <a:solidFill>
            <a:schemeClr val="accent6"/>
          </a:solidFill>
          <a:ln w="5000" cmpd="sng">
            <a:solidFill>
              <a:schemeClr val="accent6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0" name="Google Shape;1240;p14">
            <a:extLst>
              <a:ext uri="{FF2B5EF4-FFF2-40B4-BE49-F238E27FC236}">
                <a16:creationId xmlns:a16="http://schemas.microsoft.com/office/drawing/2014/main" id="{F75C8072-1D7E-4CD6-BD7C-5F076FB17088}"/>
              </a:ext>
            </a:extLst>
          </p:cNvPr>
          <p:cNvSpPr>
            <a:spLocks noGrp="1"/>
          </p:cNvSpPr>
          <p:nvPr/>
        </p:nvSpPr>
        <p:spPr>
          <a:xfrm>
            <a:off x="143000" y="4582307"/>
            <a:ext cx="714402" cy="1148939"/>
          </a:xfrm>
          <a:custGeom>
            <a:avLst/>
            <a:gdLst/>
            <a:ahLst/>
            <a:cxnLst/>
            <a:rect l="l" t="t" r="r" b="b"/>
            <a:pathLst>
              <a:path w="28577" h="45959">
                <a:moveTo>
                  <a:pt x="1" y="1"/>
                </a:moveTo>
                <a:lnTo>
                  <a:pt x="1" y="1"/>
                </a:lnTo>
                <a:cubicBezTo>
                  <a:pt x="5939" y="5305"/>
                  <a:pt x="11342" y="13577"/>
                  <a:pt x="16179" y="22317"/>
                </a:cubicBezTo>
                <a:cubicBezTo>
                  <a:pt x="20282" y="29789"/>
                  <a:pt x="23885" y="37428"/>
                  <a:pt x="27487" y="45433"/>
                </a:cubicBezTo>
                <a:cubicBezTo>
                  <a:pt x="27643" y="45798"/>
                  <a:pt x="27855" y="45959"/>
                  <a:pt x="28044" y="45959"/>
                </a:cubicBezTo>
                <a:cubicBezTo>
                  <a:pt x="28339" y="45959"/>
                  <a:pt x="28577" y="45564"/>
                  <a:pt x="28455" y="44933"/>
                </a:cubicBezTo>
                <a:cubicBezTo>
                  <a:pt x="27521" y="40096"/>
                  <a:pt x="26487" y="35193"/>
                  <a:pt x="25019" y="30356"/>
                </a:cubicBezTo>
                <a:cubicBezTo>
                  <a:pt x="23117" y="24018"/>
                  <a:pt x="20315" y="17647"/>
                  <a:pt x="16780" y="13177"/>
                </a:cubicBezTo>
                <a:cubicBezTo>
                  <a:pt x="14812" y="10742"/>
                  <a:pt x="12710" y="8907"/>
                  <a:pt x="10642" y="7239"/>
                </a:cubicBezTo>
                <a:cubicBezTo>
                  <a:pt x="7106" y="4404"/>
                  <a:pt x="3537" y="1969"/>
                  <a:pt x="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1" name="Google Shape;1241;p14">
            <a:extLst>
              <a:ext uri="{FF2B5EF4-FFF2-40B4-BE49-F238E27FC236}">
                <a16:creationId xmlns:a16="http://schemas.microsoft.com/office/drawing/2014/main" id="{8068AC43-F473-4E1E-9AFB-09E2A718B6D2}"/>
              </a:ext>
            </a:extLst>
          </p:cNvPr>
          <p:cNvSpPr>
            <a:spLocks noGrp="1"/>
          </p:cNvSpPr>
          <p:nvPr/>
        </p:nvSpPr>
        <p:spPr>
          <a:xfrm>
            <a:off x="830479" y="4990095"/>
            <a:ext cx="558407" cy="740652"/>
          </a:xfrm>
          <a:custGeom>
            <a:avLst/>
            <a:gdLst/>
            <a:ahLst/>
            <a:cxnLst/>
            <a:rect l="l" t="t" r="r" b="b"/>
            <a:pathLst>
              <a:path w="22337" h="29627">
                <a:moveTo>
                  <a:pt x="22337" y="1"/>
                </a:moveTo>
                <a:lnTo>
                  <a:pt x="22337" y="1"/>
                </a:lnTo>
                <a:cubicBezTo>
                  <a:pt x="8327" y="5471"/>
                  <a:pt x="1155" y="8440"/>
                  <a:pt x="21" y="28788"/>
                </a:cubicBezTo>
                <a:cubicBezTo>
                  <a:pt x="0" y="29303"/>
                  <a:pt x="259" y="29627"/>
                  <a:pt x="539" y="29627"/>
                </a:cubicBezTo>
                <a:cubicBezTo>
                  <a:pt x="712" y="29627"/>
                  <a:pt x="894" y="29502"/>
                  <a:pt x="1021" y="29222"/>
                </a:cubicBezTo>
                <a:cubicBezTo>
                  <a:pt x="6392" y="16546"/>
                  <a:pt x="12863" y="7373"/>
                  <a:pt x="2233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3" name="Google Shape;1243;p14">
            <a:extLst>
              <a:ext uri="{FF2B5EF4-FFF2-40B4-BE49-F238E27FC236}">
                <a16:creationId xmlns:a16="http://schemas.microsoft.com/office/drawing/2014/main" id="{5B57D94D-388C-4491-BD27-D4BC5FB0A9D7}"/>
              </a:ext>
            </a:extLst>
          </p:cNvPr>
          <p:cNvSpPr>
            <a:spLocks noGrp="1"/>
          </p:cNvSpPr>
          <p:nvPr/>
        </p:nvSpPr>
        <p:spPr>
          <a:xfrm>
            <a:off x="7689642" y="226931"/>
            <a:ext cx="1413668" cy="501396"/>
          </a:xfrm>
          <a:custGeom>
            <a:avLst/>
            <a:gdLst/>
            <a:ahLst/>
            <a:cxnLst/>
            <a:rect l="l" t="t" r="r" b="b"/>
            <a:pathLst>
              <a:path w="73619" h="26111">
                <a:moveTo>
                  <a:pt x="73619" y="1"/>
                </a:moveTo>
                <a:cubicBezTo>
                  <a:pt x="62099" y="487"/>
                  <a:pt x="47266" y="2524"/>
                  <a:pt x="32858" y="8481"/>
                </a:cubicBezTo>
                <a:cubicBezTo>
                  <a:pt x="2827" y="20913"/>
                  <a:pt x="912" y="24591"/>
                  <a:pt x="912" y="24591"/>
                </a:cubicBezTo>
                <a:cubicBezTo>
                  <a:pt x="912" y="24591"/>
                  <a:pt x="0" y="26110"/>
                  <a:pt x="3526" y="23648"/>
                </a:cubicBezTo>
                <a:cubicBezTo>
                  <a:pt x="7083" y="21217"/>
                  <a:pt x="19545" y="15442"/>
                  <a:pt x="35411" y="9119"/>
                </a:cubicBezTo>
                <a:cubicBezTo>
                  <a:pt x="49606" y="3466"/>
                  <a:pt x="64378" y="1460"/>
                  <a:pt x="73619" y="1004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4" name="Google Shape;1244;p14">
            <a:extLst>
              <a:ext uri="{FF2B5EF4-FFF2-40B4-BE49-F238E27FC236}">
                <a16:creationId xmlns:a16="http://schemas.microsoft.com/office/drawing/2014/main" id="{3DAF0291-FDDC-43E9-B861-AB22B71E266D}"/>
              </a:ext>
            </a:extLst>
          </p:cNvPr>
          <p:cNvSpPr>
            <a:spLocks noGrp="1"/>
          </p:cNvSpPr>
          <p:nvPr/>
        </p:nvSpPr>
        <p:spPr>
          <a:xfrm>
            <a:off x="7469006" y="240948"/>
            <a:ext cx="602382" cy="291263"/>
          </a:xfrm>
          <a:custGeom>
            <a:avLst/>
            <a:gdLst/>
            <a:ahLst/>
            <a:cxnLst/>
            <a:rect l="l" t="t" r="r" b="b"/>
            <a:pathLst>
              <a:path w="31370" h="15168">
                <a:moveTo>
                  <a:pt x="31369" y="14256"/>
                </a:moveTo>
                <a:cubicBezTo>
                  <a:pt x="31369" y="14256"/>
                  <a:pt x="23253" y="8511"/>
                  <a:pt x="14986" y="4803"/>
                </a:cubicBezTo>
                <a:cubicBezTo>
                  <a:pt x="10183" y="2614"/>
                  <a:pt x="5168" y="1003"/>
                  <a:pt x="1" y="0"/>
                </a:cubicBezTo>
                <a:cubicBezTo>
                  <a:pt x="1" y="0"/>
                  <a:pt x="10822" y="5593"/>
                  <a:pt x="16232" y="9362"/>
                </a:cubicBezTo>
                <a:cubicBezTo>
                  <a:pt x="21673" y="13131"/>
                  <a:pt x="26810" y="15168"/>
                  <a:pt x="31369" y="14256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5" name="Google Shape;1245;p14">
            <a:extLst>
              <a:ext uri="{FF2B5EF4-FFF2-40B4-BE49-F238E27FC236}">
                <a16:creationId xmlns:a16="http://schemas.microsoft.com/office/drawing/2014/main" id="{B9FB000D-F767-42E3-8F8F-73C337D09895}"/>
              </a:ext>
            </a:extLst>
          </p:cNvPr>
          <p:cNvSpPr>
            <a:spLocks noGrp="1"/>
          </p:cNvSpPr>
          <p:nvPr/>
        </p:nvSpPr>
        <p:spPr>
          <a:xfrm>
            <a:off x="7619015" y="113693"/>
            <a:ext cx="609948" cy="358395"/>
          </a:xfrm>
          <a:custGeom>
            <a:avLst/>
            <a:gdLst/>
            <a:ahLst/>
            <a:cxnLst/>
            <a:rect l="l" t="t" r="r" b="b"/>
            <a:pathLst>
              <a:path w="31764" h="18664">
                <a:moveTo>
                  <a:pt x="31764" y="17144"/>
                </a:moveTo>
                <a:cubicBezTo>
                  <a:pt x="31764" y="17144"/>
                  <a:pt x="23588" y="8299"/>
                  <a:pt x="16080" y="4196"/>
                </a:cubicBezTo>
                <a:cubicBezTo>
                  <a:pt x="8542" y="62"/>
                  <a:pt x="0" y="1"/>
                  <a:pt x="0" y="1"/>
                </a:cubicBezTo>
                <a:cubicBezTo>
                  <a:pt x="0" y="1"/>
                  <a:pt x="11672" y="2980"/>
                  <a:pt x="16597" y="7600"/>
                </a:cubicBezTo>
                <a:cubicBezTo>
                  <a:pt x="21490" y="12220"/>
                  <a:pt x="27600" y="18664"/>
                  <a:pt x="31764" y="17144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6" name="Google Shape;1246;p14">
            <a:extLst>
              <a:ext uri="{FF2B5EF4-FFF2-40B4-BE49-F238E27FC236}">
                <a16:creationId xmlns:a16="http://schemas.microsoft.com/office/drawing/2014/main" id="{08F29D7B-3F7C-46D3-971C-194617979571}"/>
              </a:ext>
            </a:extLst>
          </p:cNvPr>
          <p:cNvSpPr>
            <a:spLocks noGrp="1"/>
          </p:cNvSpPr>
          <p:nvPr/>
        </p:nvSpPr>
        <p:spPr>
          <a:xfrm>
            <a:off x="7195850" y="488411"/>
            <a:ext cx="604705" cy="167541"/>
          </a:xfrm>
          <a:custGeom>
            <a:avLst/>
            <a:gdLst/>
            <a:ahLst/>
            <a:cxnLst/>
            <a:rect l="l" t="t" r="r" b="b"/>
            <a:pathLst>
              <a:path w="31491" h="8725">
                <a:moveTo>
                  <a:pt x="31491" y="7813"/>
                </a:moveTo>
                <a:cubicBezTo>
                  <a:pt x="31491" y="7813"/>
                  <a:pt x="24864" y="2645"/>
                  <a:pt x="14712" y="1338"/>
                </a:cubicBezTo>
                <a:cubicBezTo>
                  <a:pt x="4560" y="1"/>
                  <a:pt x="1" y="1278"/>
                  <a:pt x="1" y="1278"/>
                </a:cubicBezTo>
                <a:cubicBezTo>
                  <a:pt x="1" y="1278"/>
                  <a:pt x="8967" y="1825"/>
                  <a:pt x="16901" y="4499"/>
                </a:cubicBezTo>
                <a:cubicBezTo>
                  <a:pt x="24803" y="7205"/>
                  <a:pt x="29484" y="8724"/>
                  <a:pt x="31491" y="7813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7" name="Google Shape;1247;p14">
            <a:extLst>
              <a:ext uri="{FF2B5EF4-FFF2-40B4-BE49-F238E27FC236}">
                <a16:creationId xmlns:a16="http://schemas.microsoft.com/office/drawing/2014/main" id="{03598E61-1FC0-4852-A9B0-8167E0EDC13E}"/>
              </a:ext>
            </a:extLst>
          </p:cNvPr>
          <p:cNvSpPr>
            <a:spLocks noGrp="1"/>
          </p:cNvSpPr>
          <p:nvPr/>
        </p:nvSpPr>
        <p:spPr>
          <a:xfrm>
            <a:off x="7614349" y="640763"/>
            <a:ext cx="272598" cy="475703"/>
          </a:xfrm>
          <a:custGeom>
            <a:avLst/>
            <a:gdLst/>
            <a:ahLst/>
            <a:cxnLst/>
            <a:rect l="l" t="t" r="r" b="b"/>
            <a:pathLst>
              <a:path w="14196" h="24773">
                <a:moveTo>
                  <a:pt x="9757" y="0"/>
                </a:moveTo>
                <a:cubicBezTo>
                  <a:pt x="9757" y="0"/>
                  <a:pt x="7356" y="3252"/>
                  <a:pt x="5076" y="9423"/>
                </a:cubicBezTo>
                <a:cubicBezTo>
                  <a:pt x="2797" y="15563"/>
                  <a:pt x="0" y="24773"/>
                  <a:pt x="0" y="24773"/>
                </a:cubicBezTo>
                <a:cubicBezTo>
                  <a:pt x="0" y="24773"/>
                  <a:pt x="14195" y="8724"/>
                  <a:pt x="9757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8" name="Google Shape;1248;p14">
            <a:extLst>
              <a:ext uri="{FF2B5EF4-FFF2-40B4-BE49-F238E27FC236}">
                <a16:creationId xmlns:a16="http://schemas.microsoft.com/office/drawing/2014/main" id="{041131AD-CD8B-4562-B0EA-3A9F15E3C239}"/>
              </a:ext>
            </a:extLst>
          </p:cNvPr>
          <p:cNvSpPr>
            <a:spLocks noGrp="1"/>
          </p:cNvSpPr>
          <p:nvPr/>
        </p:nvSpPr>
        <p:spPr>
          <a:xfrm>
            <a:off x="6971142" y="676941"/>
            <a:ext cx="763453" cy="465794"/>
          </a:xfrm>
          <a:custGeom>
            <a:avLst/>
            <a:gdLst/>
            <a:ahLst/>
            <a:cxnLst/>
            <a:rect l="l" t="t" r="r" b="b"/>
            <a:pathLst>
              <a:path w="39758" h="24257">
                <a:moveTo>
                  <a:pt x="39758" y="244"/>
                </a:moveTo>
                <a:cubicBezTo>
                  <a:pt x="39758" y="244"/>
                  <a:pt x="33284" y="1"/>
                  <a:pt x="23466" y="6566"/>
                </a:cubicBezTo>
                <a:cubicBezTo>
                  <a:pt x="13648" y="13132"/>
                  <a:pt x="0" y="24256"/>
                  <a:pt x="0" y="24256"/>
                </a:cubicBezTo>
                <a:cubicBezTo>
                  <a:pt x="0" y="24256"/>
                  <a:pt x="32250" y="10062"/>
                  <a:pt x="39758" y="244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9" name="Google Shape;1249;p14">
            <a:extLst>
              <a:ext uri="{FF2B5EF4-FFF2-40B4-BE49-F238E27FC236}">
                <a16:creationId xmlns:a16="http://schemas.microsoft.com/office/drawing/2014/main" id="{C992D5FC-CCBE-47E1-AAD4-A577B046BDCC}"/>
              </a:ext>
            </a:extLst>
          </p:cNvPr>
          <p:cNvSpPr>
            <a:spLocks noGrp="1"/>
          </p:cNvSpPr>
          <p:nvPr/>
        </p:nvSpPr>
        <p:spPr>
          <a:xfrm>
            <a:off x="8645120" y="1647"/>
            <a:ext cx="103904" cy="288920"/>
          </a:xfrm>
          <a:custGeom>
            <a:avLst/>
            <a:gdLst/>
            <a:ahLst/>
            <a:cxnLst/>
            <a:rect l="l" t="t" r="r" b="b"/>
            <a:pathLst>
              <a:path w="5411" h="15046">
                <a:moveTo>
                  <a:pt x="1945" y="14924"/>
                </a:moveTo>
                <a:cubicBezTo>
                  <a:pt x="1945" y="14924"/>
                  <a:pt x="5411" y="9210"/>
                  <a:pt x="5411" y="3465"/>
                </a:cubicBezTo>
                <a:cubicBezTo>
                  <a:pt x="5411" y="2280"/>
                  <a:pt x="5350" y="1125"/>
                  <a:pt x="5259" y="0"/>
                </a:cubicBezTo>
                <a:lnTo>
                  <a:pt x="2979" y="0"/>
                </a:lnTo>
                <a:cubicBezTo>
                  <a:pt x="2584" y="2432"/>
                  <a:pt x="2067" y="4833"/>
                  <a:pt x="1459" y="6231"/>
                </a:cubicBezTo>
                <a:cubicBezTo>
                  <a:pt x="0" y="9970"/>
                  <a:pt x="1824" y="15046"/>
                  <a:pt x="1945" y="14924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0" name="Google Shape;1250;p14">
            <a:extLst>
              <a:ext uri="{FF2B5EF4-FFF2-40B4-BE49-F238E27FC236}">
                <a16:creationId xmlns:a16="http://schemas.microsoft.com/office/drawing/2014/main" id="{B1D48358-DFEB-4D69-BF38-33A5D05814AB}"/>
              </a:ext>
            </a:extLst>
          </p:cNvPr>
          <p:cNvSpPr>
            <a:spLocks noGrp="1"/>
          </p:cNvSpPr>
          <p:nvPr/>
        </p:nvSpPr>
        <p:spPr>
          <a:xfrm>
            <a:off x="8745511" y="4546"/>
            <a:ext cx="165775" cy="281354"/>
          </a:xfrm>
          <a:custGeom>
            <a:avLst/>
            <a:gdLst/>
            <a:ahLst/>
            <a:cxnLst/>
            <a:rect l="l" t="t" r="r" b="b"/>
            <a:pathLst>
              <a:path w="8633" h="14652">
                <a:moveTo>
                  <a:pt x="1550" y="14135"/>
                </a:moveTo>
                <a:cubicBezTo>
                  <a:pt x="1642" y="14652"/>
                  <a:pt x="4620" y="10822"/>
                  <a:pt x="6626" y="6658"/>
                </a:cubicBezTo>
                <a:cubicBezTo>
                  <a:pt x="8633" y="2493"/>
                  <a:pt x="7660" y="1"/>
                  <a:pt x="7660" y="1"/>
                </a:cubicBezTo>
                <a:cubicBezTo>
                  <a:pt x="7660" y="1"/>
                  <a:pt x="1368" y="7357"/>
                  <a:pt x="699" y="9880"/>
                </a:cubicBezTo>
                <a:cubicBezTo>
                  <a:pt x="0" y="12402"/>
                  <a:pt x="1490" y="14196"/>
                  <a:pt x="1550" y="14135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1" name="Google Shape;1251;p14">
            <a:extLst>
              <a:ext uri="{FF2B5EF4-FFF2-40B4-BE49-F238E27FC236}">
                <a16:creationId xmlns:a16="http://schemas.microsoft.com/office/drawing/2014/main" id="{2D0AD24A-0455-46CA-9A0E-1D09A5070A29}"/>
              </a:ext>
            </a:extLst>
          </p:cNvPr>
          <p:cNvSpPr>
            <a:spLocks noGrp="1"/>
          </p:cNvSpPr>
          <p:nvPr/>
        </p:nvSpPr>
        <p:spPr>
          <a:xfrm>
            <a:off x="8517865" y="1647"/>
            <a:ext cx="141272" cy="300595"/>
          </a:xfrm>
          <a:custGeom>
            <a:avLst/>
            <a:gdLst/>
            <a:ahLst/>
            <a:cxnLst/>
            <a:rect l="l" t="t" r="r" b="b"/>
            <a:pathLst>
              <a:path w="7357" h="15654">
                <a:moveTo>
                  <a:pt x="4682" y="2310"/>
                </a:moveTo>
                <a:cubicBezTo>
                  <a:pt x="4408" y="1550"/>
                  <a:pt x="4135" y="790"/>
                  <a:pt x="3800" y="0"/>
                </a:cubicBezTo>
                <a:lnTo>
                  <a:pt x="1" y="0"/>
                </a:lnTo>
                <a:cubicBezTo>
                  <a:pt x="1794" y="6535"/>
                  <a:pt x="4013" y="13344"/>
                  <a:pt x="6019" y="15654"/>
                </a:cubicBezTo>
                <a:cubicBezTo>
                  <a:pt x="5989" y="15654"/>
                  <a:pt x="7357" y="9970"/>
                  <a:pt x="4682" y="231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2" name="Google Shape;1252;p14">
            <a:extLst>
              <a:ext uri="{FF2B5EF4-FFF2-40B4-BE49-F238E27FC236}">
                <a16:creationId xmlns:a16="http://schemas.microsoft.com/office/drawing/2014/main" id="{DB9B2B96-1893-4507-88B3-FF39D75B7279}"/>
              </a:ext>
            </a:extLst>
          </p:cNvPr>
          <p:cNvSpPr>
            <a:spLocks noGrp="1"/>
          </p:cNvSpPr>
          <p:nvPr/>
        </p:nvSpPr>
        <p:spPr>
          <a:xfrm>
            <a:off x="7794123" y="20907"/>
            <a:ext cx="546330" cy="371222"/>
          </a:xfrm>
          <a:custGeom>
            <a:avLst/>
            <a:gdLst/>
            <a:ahLst/>
            <a:cxnLst/>
            <a:rect l="l" t="t" r="r" b="b"/>
            <a:pathLst>
              <a:path w="28451" h="19332">
                <a:moveTo>
                  <a:pt x="9879" y="8450"/>
                </a:moveTo>
                <a:cubicBezTo>
                  <a:pt x="16414" y="11763"/>
                  <a:pt x="18815" y="14712"/>
                  <a:pt x="22067" y="17174"/>
                </a:cubicBezTo>
                <a:cubicBezTo>
                  <a:pt x="23891" y="18602"/>
                  <a:pt x="26140" y="19332"/>
                  <a:pt x="28451" y="19301"/>
                </a:cubicBezTo>
                <a:cubicBezTo>
                  <a:pt x="25837" y="14833"/>
                  <a:pt x="22007" y="11186"/>
                  <a:pt x="17447" y="8724"/>
                </a:cubicBezTo>
                <a:cubicBezTo>
                  <a:pt x="9909" y="4803"/>
                  <a:pt x="6991" y="4286"/>
                  <a:pt x="4438" y="2857"/>
                </a:cubicBezTo>
                <a:cubicBezTo>
                  <a:pt x="2888" y="2006"/>
                  <a:pt x="1398" y="1034"/>
                  <a:pt x="0" y="0"/>
                </a:cubicBezTo>
                <a:cubicBezTo>
                  <a:pt x="2553" y="3587"/>
                  <a:pt x="5927" y="6474"/>
                  <a:pt x="9879" y="845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3" name="Google Shape;1253;p14">
            <a:extLst>
              <a:ext uri="{FF2B5EF4-FFF2-40B4-BE49-F238E27FC236}">
                <a16:creationId xmlns:a16="http://schemas.microsoft.com/office/drawing/2014/main" id="{05FBEC92-CC58-4E7A-A928-A7F6112A1751}"/>
              </a:ext>
            </a:extLst>
          </p:cNvPr>
          <p:cNvSpPr>
            <a:spLocks noGrp="1"/>
          </p:cNvSpPr>
          <p:nvPr/>
        </p:nvSpPr>
        <p:spPr>
          <a:xfrm>
            <a:off x="8135563" y="1647"/>
            <a:ext cx="311118" cy="354305"/>
          </a:xfrm>
          <a:custGeom>
            <a:avLst/>
            <a:gdLst/>
            <a:ahLst/>
            <a:cxnLst/>
            <a:rect l="l" t="t" r="r" b="b"/>
            <a:pathLst>
              <a:path w="16202" h="18451">
                <a:moveTo>
                  <a:pt x="16202" y="18055"/>
                </a:moveTo>
                <a:cubicBezTo>
                  <a:pt x="16202" y="18055"/>
                  <a:pt x="9241" y="8176"/>
                  <a:pt x="4864" y="3040"/>
                </a:cubicBezTo>
                <a:cubicBezTo>
                  <a:pt x="3861" y="1885"/>
                  <a:pt x="2919" y="881"/>
                  <a:pt x="2068" y="0"/>
                </a:cubicBezTo>
                <a:lnTo>
                  <a:pt x="1" y="0"/>
                </a:lnTo>
                <a:cubicBezTo>
                  <a:pt x="2220" y="3374"/>
                  <a:pt x="5289" y="7903"/>
                  <a:pt x="7417" y="10942"/>
                </a:cubicBezTo>
                <a:cubicBezTo>
                  <a:pt x="11186" y="16231"/>
                  <a:pt x="13861" y="18450"/>
                  <a:pt x="16202" y="18055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4" name="Google Shape;1254;p14">
            <a:extLst>
              <a:ext uri="{FF2B5EF4-FFF2-40B4-BE49-F238E27FC236}">
                <a16:creationId xmlns:a16="http://schemas.microsoft.com/office/drawing/2014/main" id="{16CA61FC-F1D5-4D62-9F51-29AB5E7A1F13}"/>
              </a:ext>
            </a:extLst>
          </p:cNvPr>
          <p:cNvSpPr>
            <a:spLocks noGrp="1"/>
          </p:cNvSpPr>
          <p:nvPr/>
        </p:nvSpPr>
        <p:spPr>
          <a:xfrm>
            <a:off x="7286908" y="357085"/>
            <a:ext cx="638559" cy="237573"/>
          </a:xfrm>
          <a:custGeom>
            <a:avLst/>
            <a:gdLst/>
            <a:ahLst/>
            <a:cxnLst/>
            <a:rect l="l" t="t" r="r" b="b"/>
            <a:pathLst>
              <a:path w="33254" h="12372">
                <a:moveTo>
                  <a:pt x="33253" y="11521"/>
                </a:moveTo>
                <a:cubicBezTo>
                  <a:pt x="33253" y="11521"/>
                  <a:pt x="24134" y="4682"/>
                  <a:pt x="15897" y="2585"/>
                </a:cubicBezTo>
                <a:cubicBezTo>
                  <a:pt x="10669" y="1278"/>
                  <a:pt x="5350" y="396"/>
                  <a:pt x="0" y="1"/>
                </a:cubicBezTo>
                <a:cubicBezTo>
                  <a:pt x="0" y="1"/>
                  <a:pt x="11915" y="3496"/>
                  <a:pt x="18299" y="6961"/>
                </a:cubicBezTo>
                <a:cubicBezTo>
                  <a:pt x="24682" y="10427"/>
                  <a:pt x="31095" y="12372"/>
                  <a:pt x="33253" y="1152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5" name="Google Shape;1255;p14">
            <a:extLst>
              <a:ext uri="{FF2B5EF4-FFF2-40B4-BE49-F238E27FC236}">
                <a16:creationId xmlns:a16="http://schemas.microsoft.com/office/drawing/2014/main" id="{3A77D85D-9F7F-4F55-BB7A-7C89EF16E10D}"/>
              </a:ext>
            </a:extLst>
          </p:cNvPr>
          <p:cNvSpPr>
            <a:spLocks noGrp="1"/>
          </p:cNvSpPr>
          <p:nvPr/>
        </p:nvSpPr>
        <p:spPr>
          <a:xfrm>
            <a:off x="8314165" y="1647"/>
            <a:ext cx="233483" cy="318108"/>
          </a:xfrm>
          <a:custGeom>
            <a:avLst/>
            <a:gdLst/>
            <a:ahLst/>
            <a:cxnLst/>
            <a:rect l="l" t="t" r="r" b="b"/>
            <a:pathLst>
              <a:path w="12159" h="16566">
                <a:moveTo>
                  <a:pt x="1" y="0"/>
                </a:moveTo>
                <a:cubicBezTo>
                  <a:pt x="3375" y="7356"/>
                  <a:pt x="7964" y="15441"/>
                  <a:pt x="12159" y="16566"/>
                </a:cubicBezTo>
                <a:cubicBezTo>
                  <a:pt x="12159" y="16566"/>
                  <a:pt x="7691" y="7204"/>
                  <a:pt x="3435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6" name="Google Shape;1256;p14">
            <a:extLst>
              <a:ext uri="{FF2B5EF4-FFF2-40B4-BE49-F238E27FC236}">
                <a16:creationId xmlns:a16="http://schemas.microsoft.com/office/drawing/2014/main" id="{263FD56B-1F77-4611-8BB3-AD4B15740DCE}"/>
              </a:ext>
            </a:extLst>
          </p:cNvPr>
          <p:cNvSpPr>
            <a:spLocks noGrp="1"/>
          </p:cNvSpPr>
          <p:nvPr/>
        </p:nvSpPr>
        <p:spPr>
          <a:xfrm>
            <a:off x="8620023" y="301052"/>
            <a:ext cx="122588" cy="508405"/>
          </a:xfrm>
          <a:custGeom>
            <a:avLst/>
            <a:gdLst/>
            <a:ahLst/>
            <a:cxnLst/>
            <a:rect l="l" t="t" r="r" b="b"/>
            <a:pathLst>
              <a:path w="6384" h="26476">
                <a:moveTo>
                  <a:pt x="2280" y="11095"/>
                </a:moveTo>
                <a:cubicBezTo>
                  <a:pt x="4559" y="18603"/>
                  <a:pt x="6262" y="26475"/>
                  <a:pt x="6262" y="26475"/>
                </a:cubicBezTo>
                <a:cubicBezTo>
                  <a:pt x="6262" y="26475"/>
                  <a:pt x="6383" y="5837"/>
                  <a:pt x="1368" y="1"/>
                </a:cubicBezTo>
                <a:cubicBezTo>
                  <a:pt x="1368" y="1"/>
                  <a:pt x="0" y="3557"/>
                  <a:pt x="2280" y="11095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7" name="Google Shape;1257;p14">
            <a:extLst>
              <a:ext uri="{FF2B5EF4-FFF2-40B4-BE49-F238E27FC236}">
                <a16:creationId xmlns:a16="http://schemas.microsoft.com/office/drawing/2014/main" id="{D4F76781-2684-4E97-888B-9D148EED9B7B}"/>
              </a:ext>
            </a:extLst>
          </p:cNvPr>
          <p:cNvSpPr>
            <a:spLocks noGrp="1"/>
          </p:cNvSpPr>
          <p:nvPr/>
        </p:nvSpPr>
        <p:spPr>
          <a:xfrm>
            <a:off x="8532459" y="316817"/>
            <a:ext cx="124336" cy="622218"/>
          </a:xfrm>
          <a:custGeom>
            <a:avLst/>
            <a:gdLst/>
            <a:ahLst/>
            <a:cxnLst/>
            <a:rect l="l" t="t" r="r" b="b"/>
            <a:pathLst>
              <a:path w="6475" h="32403">
                <a:moveTo>
                  <a:pt x="2037" y="16293"/>
                </a:moveTo>
                <a:cubicBezTo>
                  <a:pt x="4104" y="26445"/>
                  <a:pt x="5928" y="32402"/>
                  <a:pt x="5928" y="32402"/>
                </a:cubicBezTo>
                <a:cubicBezTo>
                  <a:pt x="5928" y="32402"/>
                  <a:pt x="6475" y="4560"/>
                  <a:pt x="1824" y="1"/>
                </a:cubicBezTo>
                <a:cubicBezTo>
                  <a:pt x="1824" y="1"/>
                  <a:pt x="1" y="6141"/>
                  <a:pt x="2037" y="16293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8" name="Google Shape;1258;p14">
            <a:extLst>
              <a:ext uri="{FF2B5EF4-FFF2-40B4-BE49-F238E27FC236}">
                <a16:creationId xmlns:a16="http://schemas.microsoft.com/office/drawing/2014/main" id="{F9FF8F8C-7776-4C3F-8622-661E9B96B89C}"/>
              </a:ext>
            </a:extLst>
          </p:cNvPr>
          <p:cNvSpPr>
            <a:spLocks noGrp="1"/>
          </p:cNvSpPr>
          <p:nvPr/>
        </p:nvSpPr>
        <p:spPr>
          <a:xfrm>
            <a:off x="8676632" y="294639"/>
            <a:ext cx="218313" cy="424931"/>
          </a:xfrm>
          <a:custGeom>
            <a:avLst/>
            <a:gdLst/>
            <a:ahLst/>
            <a:cxnLst/>
            <a:rect l="l" t="t" r="r" b="b"/>
            <a:pathLst>
              <a:path w="11369" h="22129">
                <a:moveTo>
                  <a:pt x="0" y="1"/>
                </a:moveTo>
                <a:cubicBezTo>
                  <a:pt x="0" y="1"/>
                  <a:pt x="1247" y="6049"/>
                  <a:pt x="5350" y="9818"/>
                </a:cubicBezTo>
                <a:cubicBezTo>
                  <a:pt x="9484" y="13587"/>
                  <a:pt x="10943" y="22129"/>
                  <a:pt x="10943" y="22129"/>
                </a:cubicBezTo>
                <a:cubicBezTo>
                  <a:pt x="10943" y="22129"/>
                  <a:pt x="11368" y="5928"/>
                  <a:pt x="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9" name="Google Shape;1259;p14">
            <a:extLst>
              <a:ext uri="{FF2B5EF4-FFF2-40B4-BE49-F238E27FC236}">
                <a16:creationId xmlns:a16="http://schemas.microsoft.com/office/drawing/2014/main" id="{23B82954-B5F2-4BB9-99BA-DA8A5D1B0361}"/>
              </a:ext>
            </a:extLst>
          </p:cNvPr>
          <p:cNvSpPr>
            <a:spLocks noGrp="1"/>
          </p:cNvSpPr>
          <p:nvPr/>
        </p:nvSpPr>
        <p:spPr>
          <a:xfrm>
            <a:off x="8755420" y="278297"/>
            <a:ext cx="259176" cy="302362"/>
          </a:xfrm>
          <a:custGeom>
            <a:avLst/>
            <a:gdLst/>
            <a:ahLst/>
            <a:cxnLst/>
            <a:rect l="l" t="t" r="r" b="b"/>
            <a:pathLst>
              <a:path w="13497" h="15746">
                <a:moveTo>
                  <a:pt x="1" y="1"/>
                </a:moveTo>
                <a:cubicBezTo>
                  <a:pt x="1" y="1"/>
                  <a:pt x="1034" y="3526"/>
                  <a:pt x="4743" y="6748"/>
                </a:cubicBezTo>
                <a:cubicBezTo>
                  <a:pt x="8451" y="9940"/>
                  <a:pt x="13497" y="15745"/>
                  <a:pt x="13497" y="15745"/>
                </a:cubicBezTo>
                <a:cubicBezTo>
                  <a:pt x="13497" y="15745"/>
                  <a:pt x="6506" y="1"/>
                  <a:pt x="1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0" name="Google Shape;1260;p14">
            <a:extLst>
              <a:ext uri="{FF2B5EF4-FFF2-40B4-BE49-F238E27FC236}">
                <a16:creationId xmlns:a16="http://schemas.microsoft.com/office/drawing/2014/main" id="{1D15383E-7D66-47C1-9408-43FF458875DA}"/>
              </a:ext>
            </a:extLst>
          </p:cNvPr>
          <p:cNvSpPr>
            <a:spLocks noGrp="1"/>
          </p:cNvSpPr>
          <p:nvPr/>
        </p:nvSpPr>
        <p:spPr>
          <a:xfrm>
            <a:off x="8009498" y="505924"/>
            <a:ext cx="138334" cy="638559"/>
          </a:xfrm>
          <a:custGeom>
            <a:avLst/>
            <a:gdLst/>
            <a:ahLst/>
            <a:cxnLst/>
            <a:rect l="l" t="t" r="r" b="b"/>
            <a:pathLst>
              <a:path w="7204" h="33254">
                <a:moveTo>
                  <a:pt x="578" y="12554"/>
                </a:moveTo>
                <a:cubicBezTo>
                  <a:pt x="0" y="20883"/>
                  <a:pt x="1490" y="33254"/>
                  <a:pt x="1490" y="33254"/>
                </a:cubicBezTo>
                <a:cubicBezTo>
                  <a:pt x="1490" y="33254"/>
                  <a:pt x="7204" y="7326"/>
                  <a:pt x="3891" y="1"/>
                </a:cubicBezTo>
                <a:cubicBezTo>
                  <a:pt x="3891" y="1"/>
                  <a:pt x="1155" y="4226"/>
                  <a:pt x="578" y="12554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1" name="Google Shape;1261;p14">
            <a:extLst>
              <a:ext uri="{FF2B5EF4-FFF2-40B4-BE49-F238E27FC236}">
                <a16:creationId xmlns:a16="http://schemas.microsoft.com/office/drawing/2014/main" id="{25A8BA92-181A-4656-B46E-8A20352390C4}"/>
              </a:ext>
            </a:extLst>
          </p:cNvPr>
          <p:cNvSpPr>
            <a:spLocks noGrp="1"/>
          </p:cNvSpPr>
          <p:nvPr/>
        </p:nvSpPr>
        <p:spPr>
          <a:xfrm>
            <a:off x="8407566" y="347177"/>
            <a:ext cx="133668" cy="685817"/>
          </a:xfrm>
          <a:custGeom>
            <a:avLst/>
            <a:gdLst/>
            <a:ahLst/>
            <a:cxnLst/>
            <a:rect l="l" t="t" r="r" b="b"/>
            <a:pathLst>
              <a:path w="6961" h="35715">
                <a:moveTo>
                  <a:pt x="2948" y="0"/>
                </a:moveTo>
                <a:cubicBezTo>
                  <a:pt x="2948" y="0"/>
                  <a:pt x="3648" y="7660"/>
                  <a:pt x="1824" y="14712"/>
                </a:cubicBezTo>
                <a:cubicBezTo>
                  <a:pt x="0" y="21794"/>
                  <a:pt x="1702" y="35715"/>
                  <a:pt x="1702" y="35715"/>
                </a:cubicBezTo>
                <a:cubicBezTo>
                  <a:pt x="1702" y="35715"/>
                  <a:pt x="2158" y="23405"/>
                  <a:pt x="4559" y="16201"/>
                </a:cubicBezTo>
                <a:cubicBezTo>
                  <a:pt x="6961" y="9028"/>
                  <a:pt x="5350" y="1398"/>
                  <a:pt x="2948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2" name="Google Shape;1262;p14">
            <a:extLst>
              <a:ext uri="{FF2B5EF4-FFF2-40B4-BE49-F238E27FC236}">
                <a16:creationId xmlns:a16="http://schemas.microsoft.com/office/drawing/2014/main" id="{798D8D95-9B1F-44C9-82F6-E5BC63097830}"/>
              </a:ext>
            </a:extLst>
          </p:cNvPr>
          <p:cNvSpPr>
            <a:spLocks noGrp="1"/>
          </p:cNvSpPr>
          <p:nvPr/>
        </p:nvSpPr>
        <p:spPr>
          <a:xfrm>
            <a:off x="8158913" y="439387"/>
            <a:ext cx="119093" cy="643802"/>
          </a:xfrm>
          <a:custGeom>
            <a:avLst/>
            <a:gdLst/>
            <a:ahLst/>
            <a:cxnLst/>
            <a:rect l="l" t="t" r="r" b="b"/>
            <a:pathLst>
              <a:path w="6202" h="33527">
                <a:moveTo>
                  <a:pt x="4104" y="1"/>
                </a:moveTo>
                <a:cubicBezTo>
                  <a:pt x="4104" y="1"/>
                  <a:pt x="2615" y="3314"/>
                  <a:pt x="1307" y="11642"/>
                </a:cubicBezTo>
                <a:cubicBezTo>
                  <a:pt x="0" y="19971"/>
                  <a:pt x="1429" y="33527"/>
                  <a:pt x="1429" y="33527"/>
                </a:cubicBezTo>
                <a:cubicBezTo>
                  <a:pt x="1429" y="33527"/>
                  <a:pt x="2341" y="21460"/>
                  <a:pt x="4256" y="13344"/>
                </a:cubicBezTo>
                <a:cubicBezTo>
                  <a:pt x="6201" y="5259"/>
                  <a:pt x="5988" y="1368"/>
                  <a:pt x="4104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3" name="Google Shape;1263;p14">
            <a:extLst>
              <a:ext uri="{FF2B5EF4-FFF2-40B4-BE49-F238E27FC236}">
                <a16:creationId xmlns:a16="http://schemas.microsoft.com/office/drawing/2014/main" id="{B38F2F3B-3139-4B3E-AE99-8BF159B64708}"/>
              </a:ext>
            </a:extLst>
          </p:cNvPr>
          <p:cNvSpPr>
            <a:spLocks noGrp="1"/>
          </p:cNvSpPr>
          <p:nvPr/>
        </p:nvSpPr>
        <p:spPr>
          <a:xfrm>
            <a:off x="7809293" y="570713"/>
            <a:ext cx="211304" cy="613462"/>
          </a:xfrm>
          <a:custGeom>
            <a:avLst/>
            <a:gdLst/>
            <a:ahLst/>
            <a:cxnLst/>
            <a:rect l="l" t="t" r="r" b="b"/>
            <a:pathLst>
              <a:path w="11004" h="31947">
                <a:moveTo>
                  <a:pt x="3587" y="9119"/>
                </a:moveTo>
                <a:cubicBezTo>
                  <a:pt x="1642" y="16141"/>
                  <a:pt x="0" y="31946"/>
                  <a:pt x="0" y="31946"/>
                </a:cubicBezTo>
                <a:cubicBezTo>
                  <a:pt x="0" y="31946"/>
                  <a:pt x="11004" y="5290"/>
                  <a:pt x="7356" y="1"/>
                </a:cubicBezTo>
                <a:cubicBezTo>
                  <a:pt x="7356" y="1"/>
                  <a:pt x="5532" y="2128"/>
                  <a:pt x="3587" y="9119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4" name="Google Shape;1264;p14">
            <a:extLst>
              <a:ext uri="{FF2B5EF4-FFF2-40B4-BE49-F238E27FC236}">
                <a16:creationId xmlns:a16="http://schemas.microsoft.com/office/drawing/2014/main" id="{57AF4A43-9FBF-4189-9510-A56BD2344FFC}"/>
              </a:ext>
            </a:extLst>
          </p:cNvPr>
          <p:cNvSpPr>
            <a:spLocks noGrp="1"/>
          </p:cNvSpPr>
          <p:nvPr/>
        </p:nvSpPr>
        <p:spPr>
          <a:xfrm>
            <a:off x="8288492" y="384525"/>
            <a:ext cx="103904" cy="720861"/>
          </a:xfrm>
          <a:custGeom>
            <a:avLst/>
            <a:gdLst/>
            <a:ahLst/>
            <a:cxnLst/>
            <a:rect l="l" t="t" r="r" b="b"/>
            <a:pathLst>
              <a:path w="5411" h="37540">
                <a:moveTo>
                  <a:pt x="3435" y="0"/>
                </a:moveTo>
                <a:cubicBezTo>
                  <a:pt x="3435" y="0"/>
                  <a:pt x="152" y="13466"/>
                  <a:pt x="31" y="21916"/>
                </a:cubicBezTo>
                <a:cubicBezTo>
                  <a:pt x="0" y="27174"/>
                  <a:pt x="547" y="32402"/>
                  <a:pt x="1733" y="37539"/>
                </a:cubicBezTo>
                <a:cubicBezTo>
                  <a:pt x="1733" y="37539"/>
                  <a:pt x="1155" y="24986"/>
                  <a:pt x="3222" y="17113"/>
                </a:cubicBezTo>
                <a:cubicBezTo>
                  <a:pt x="5289" y="9241"/>
                  <a:pt x="5411" y="1034"/>
                  <a:pt x="3435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6" name="Google Shape;1266;p14">
            <a:extLst>
              <a:ext uri="{FF2B5EF4-FFF2-40B4-BE49-F238E27FC236}">
                <a16:creationId xmlns:a16="http://schemas.microsoft.com/office/drawing/2014/main" id="{347DD9EA-55A9-484C-937A-F3714689CB47}"/>
              </a:ext>
            </a:extLst>
          </p:cNvPr>
          <p:cNvSpPr>
            <a:spLocks noGrp="1"/>
          </p:cNvSpPr>
          <p:nvPr/>
        </p:nvSpPr>
        <p:spPr>
          <a:xfrm flipH="1">
            <a:off x="1228994" y="1095009"/>
            <a:ext cx="579806" cy="970218"/>
          </a:xfrm>
          <a:custGeom>
            <a:avLst/>
            <a:gdLst/>
            <a:ahLst/>
            <a:cxnLst/>
            <a:rect l="l" t="t" r="r" b="b"/>
            <a:pathLst>
              <a:path w="19455" h="32555">
                <a:moveTo>
                  <a:pt x="18390" y="32554"/>
                </a:moveTo>
                <a:cubicBezTo>
                  <a:pt x="15229" y="29059"/>
                  <a:pt x="12463" y="25259"/>
                  <a:pt x="10092" y="21186"/>
                </a:cubicBezTo>
                <a:cubicBezTo>
                  <a:pt x="1" y="3648"/>
                  <a:pt x="457" y="1095"/>
                  <a:pt x="457" y="1095"/>
                </a:cubicBezTo>
                <a:cubicBezTo>
                  <a:pt x="457" y="1095"/>
                  <a:pt x="578" y="1"/>
                  <a:pt x="1399" y="2554"/>
                </a:cubicBezTo>
                <a:cubicBezTo>
                  <a:pt x="2189" y="5107"/>
                  <a:pt x="6141" y="12706"/>
                  <a:pt x="11582" y="21855"/>
                </a:cubicBezTo>
                <a:cubicBezTo>
                  <a:pt x="13861" y="25655"/>
                  <a:pt x="16506" y="29241"/>
                  <a:pt x="19454" y="32554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7" name="Google Shape;1267;p14">
            <a:extLst>
              <a:ext uri="{FF2B5EF4-FFF2-40B4-BE49-F238E27FC236}">
                <a16:creationId xmlns:a16="http://schemas.microsoft.com/office/drawing/2014/main" id="{ABD215A2-CF4B-4B53-B93F-F9099CBBA9FC}"/>
              </a:ext>
            </a:extLst>
          </p:cNvPr>
          <p:cNvSpPr>
            <a:spLocks noGrp="1"/>
          </p:cNvSpPr>
          <p:nvPr/>
        </p:nvSpPr>
        <p:spPr>
          <a:xfrm flipH="1">
            <a:off x="1517064" y="354031"/>
            <a:ext cx="312568" cy="803503"/>
          </a:xfrm>
          <a:custGeom>
            <a:avLst/>
            <a:gdLst/>
            <a:ahLst/>
            <a:cxnLst/>
            <a:rect l="l" t="t" r="r" b="b"/>
            <a:pathLst>
              <a:path w="10488" h="26961">
                <a:moveTo>
                  <a:pt x="10488" y="26961"/>
                </a:moveTo>
                <a:cubicBezTo>
                  <a:pt x="10488" y="19271"/>
                  <a:pt x="1" y="0"/>
                  <a:pt x="1" y="0"/>
                </a:cubicBezTo>
                <a:cubicBezTo>
                  <a:pt x="1" y="0"/>
                  <a:pt x="2524" y="10699"/>
                  <a:pt x="4834" y="17630"/>
                </a:cubicBezTo>
                <a:cubicBezTo>
                  <a:pt x="7174" y="24590"/>
                  <a:pt x="10488" y="26961"/>
                  <a:pt x="10488" y="2696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8" name="Google Shape;1268;p14">
            <a:extLst>
              <a:ext uri="{FF2B5EF4-FFF2-40B4-BE49-F238E27FC236}">
                <a16:creationId xmlns:a16="http://schemas.microsoft.com/office/drawing/2014/main" id="{ABF9F456-1E53-4E80-AE15-FF2014566D6C}"/>
              </a:ext>
            </a:extLst>
          </p:cNvPr>
          <p:cNvSpPr>
            <a:spLocks noGrp="1"/>
          </p:cNvSpPr>
          <p:nvPr/>
        </p:nvSpPr>
        <p:spPr>
          <a:xfrm flipH="1">
            <a:off x="1177346" y="753503"/>
            <a:ext cx="163973" cy="474693"/>
          </a:xfrm>
          <a:custGeom>
            <a:avLst/>
            <a:gdLst/>
            <a:ahLst/>
            <a:cxnLst/>
            <a:rect l="l" t="t" r="r" b="b"/>
            <a:pathLst>
              <a:path w="5502" h="15928">
                <a:moveTo>
                  <a:pt x="4590" y="1"/>
                </a:moveTo>
                <a:cubicBezTo>
                  <a:pt x="4590" y="1"/>
                  <a:pt x="2493" y="5593"/>
                  <a:pt x="1277" y="9514"/>
                </a:cubicBezTo>
                <a:cubicBezTo>
                  <a:pt x="61" y="13405"/>
                  <a:pt x="0" y="15928"/>
                  <a:pt x="0" y="15928"/>
                </a:cubicBezTo>
                <a:cubicBezTo>
                  <a:pt x="5502" y="13314"/>
                  <a:pt x="4590" y="1"/>
                  <a:pt x="459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9" name="Google Shape;1269;p14">
            <a:extLst>
              <a:ext uri="{FF2B5EF4-FFF2-40B4-BE49-F238E27FC236}">
                <a16:creationId xmlns:a16="http://schemas.microsoft.com/office/drawing/2014/main" id="{0558D159-FB5D-4B72-AE0C-F2E3C84EEDEB}"/>
              </a:ext>
            </a:extLst>
          </p:cNvPr>
          <p:cNvSpPr>
            <a:spLocks noGrp="1"/>
          </p:cNvSpPr>
          <p:nvPr/>
        </p:nvSpPr>
        <p:spPr>
          <a:xfrm flipH="1">
            <a:off x="1040553" y="981790"/>
            <a:ext cx="341536" cy="516357"/>
          </a:xfrm>
          <a:custGeom>
            <a:avLst/>
            <a:gdLst/>
            <a:ahLst/>
            <a:cxnLst/>
            <a:rect l="l" t="t" r="r" b="b"/>
            <a:pathLst>
              <a:path w="11460" h="17326">
                <a:moveTo>
                  <a:pt x="0" y="17326"/>
                </a:moveTo>
                <a:cubicBezTo>
                  <a:pt x="4408" y="14985"/>
                  <a:pt x="11459" y="0"/>
                  <a:pt x="11459" y="0"/>
                </a:cubicBezTo>
                <a:cubicBezTo>
                  <a:pt x="11459" y="0"/>
                  <a:pt x="6018" y="5563"/>
                  <a:pt x="3131" y="9879"/>
                </a:cubicBezTo>
                <a:cubicBezTo>
                  <a:pt x="243" y="14225"/>
                  <a:pt x="0" y="17326"/>
                  <a:pt x="0" y="17326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0" name="Google Shape;1270;p14">
            <a:extLst>
              <a:ext uri="{FF2B5EF4-FFF2-40B4-BE49-F238E27FC236}">
                <a16:creationId xmlns:a16="http://schemas.microsoft.com/office/drawing/2014/main" id="{703DBFF0-3496-42D2-AE21-1BD0F451922C}"/>
              </a:ext>
            </a:extLst>
          </p:cNvPr>
          <p:cNvSpPr>
            <a:spLocks noGrp="1"/>
          </p:cNvSpPr>
          <p:nvPr/>
        </p:nvSpPr>
        <p:spPr>
          <a:xfrm flipH="1">
            <a:off x="1108503" y="816922"/>
            <a:ext cx="257284" cy="552597"/>
          </a:xfrm>
          <a:custGeom>
            <a:avLst/>
            <a:gdLst/>
            <a:ahLst/>
            <a:cxnLst/>
            <a:rect l="l" t="t" r="r" b="b"/>
            <a:pathLst>
              <a:path w="8633" h="18542">
                <a:moveTo>
                  <a:pt x="122" y="18542"/>
                </a:moveTo>
                <a:cubicBezTo>
                  <a:pt x="3952" y="17326"/>
                  <a:pt x="8633" y="0"/>
                  <a:pt x="8633" y="0"/>
                </a:cubicBezTo>
                <a:cubicBezTo>
                  <a:pt x="8633" y="0"/>
                  <a:pt x="3435" y="8420"/>
                  <a:pt x="1733" y="12645"/>
                </a:cubicBezTo>
                <a:cubicBezTo>
                  <a:pt x="0" y="16839"/>
                  <a:pt x="122" y="18542"/>
                  <a:pt x="122" y="18542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1" name="Google Shape;1271;p14">
            <a:extLst>
              <a:ext uri="{FF2B5EF4-FFF2-40B4-BE49-F238E27FC236}">
                <a16:creationId xmlns:a16="http://schemas.microsoft.com/office/drawing/2014/main" id="{7B117F82-74DF-412C-AB28-AE373F982256}"/>
              </a:ext>
            </a:extLst>
          </p:cNvPr>
          <p:cNvSpPr>
            <a:spLocks noGrp="1"/>
          </p:cNvSpPr>
          <p:nvPr/>
        </p:nvSpPr>
        <p:spPr>
          <a:xfrm flipH="1">
            <a:off x="962649" y="1115841"/>
            <a:ext cx="340612" cy="525446"/>
          </a:xfrm>
          <a:custGeom>
            <a:avLst/>
            <a:gdLst/>
            <a:ahLst/>
            <a:cxnLst/>
            <a:rect l="l" t="t" r="r" b="b"/>
            <a:pathLst>
              <a:path w="11429" h="17631">
                <a:moveTo>
                  <a:pt x="0" y="17569"/>
                </a:moveTo>
                <a:cubicBezTo>
                  <a:pt x="1459" y="17630"/>
                  <a:pt x="3040" y="15776"/>
                  <a:pt x="5167" y="11065"/>
                </a:cubicBezTo>
                <a:cubicBezTo>
                  <a:pt x="7265" y="6323"/>
                  <a:pt x="11429" y="1"/>
                  <a:pt x="11429" y="1"/>
                </a:cubicBezTo>
                <a:cubicBezTo>
                  <a:pt x="11429" y="1"/>
                  <a:pt x="5563" y="6171"/>
                  <a:pt x="3040" y="10761"/>
                </a:cubicBezTo>
                <a:cubicBezTo>
                  <a:pt x="517" y="15381"/>
                  <a:pt x="0" y="17569"/>
                  <a:pt x="0" y="17569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2" name="Google Shape;1272;p14">
            <a:extLst>
              <a:ext uri="{FF2B5EF4-FFF2-40B4-BE49-F238E27FC236}">
                <a16:creationId xmlns:a16="http://schemas.microsoft.com/office/drawing/2014/main" id="{40D1A6B3-2BFA-4688-930E-066B939C269E}"/>
              </a:ext>
            </a:extLst>
          </p:cNvPr>
          <p:cNvSpPr>
            <a:spLocks noGrp="1"/>
          </p:cNvSpPr>
          <p:nvPr/>
        </p:nvSpPr>
        <p:spPr>
          <a:xfrm flipH="1">
            <a:off x="731651" y="1653030"/>
            <a:ext cx="372321" cy="333370"/>
          </a:xfrm>
          <a:custGeom>
            <a:avLst/>
            <a:gdLst/>
            <a:ahLst/>
            <a:cxnLst/>
            <a:rect l="l" t="t" r="r" b="b"/>
            <a:pathLst>
              <a:path w="12493" h="11186">
                <a:moveTo>
                  <a:pt x="4651" y="6079"/>
                </a:moveTo>
                <a:cubicBezTo>
                  <a:pt x="669" y="8906"/>
                  <a:pt x="0" y="11186"/>
                  <a:pt x="0" y="11186"/>
                </a:cubicBezTo>
                <a:cubicBezTo>
                  <a:pt x="4681" y="10213"/>
                  <a:pt x="12493" y="0"/>
                  <a:pt x="12493" y="0"/>
                </a:cubicBezTo>
                <a:cubicBezTo>
                  <a:pt x="12493" y="0"/>
                  <a:pt x="8663" y="3222"/>
                  <a:pt x="4651" y="6079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3" name="Google Shape;1273;p14">
            <a:extLst>
              <a:ext uri="{FF2B5EF4-FFF2-40B4-BE49-F238E27FC236}">
                <a16:creationId xmlns:a16="http://schemas.microsoft.com/office/drawing/2014/main" id="{FDBA1874-261E-4B9F-8F54-B4AB45AAED06}"/>
              </a:ext>
            </a:extLst>
          </p:cNvPr>
          <p:cNvSpPr>
            <a:spLocks noGrp="1"/>
          </p:cNvSpPr>
          <p:nvPr/>
        </p:nvSpPr>
        <p:spPr>
          <a:xfrm flipH="1">
            <a:off x="711743" y="1807943"/>
            <a:ext cx="411303" cy="242800"/>
          </a:xfrm>
          <a:custGeom>
            <a:avLst/>
            <a:gdLst/>
            <a:ahLst/>
            <a:cxnLst/>
            <a:rect l="l" t="t" r="r" b="b"/>
            <a:pathLst>
              <a:path w="13801" h="8147">
                <a:moveTo>
                  <a:pt x="13800" y="0"/>
                </a:moveTo>
                <a:cubicBezTo>
                  <a:pt x="13800" y="0"/>
                  <a:pt x="9819" y="3678"/>
                  <a:pt x="6384" y="3951"/>
                </a:cubicBezTo>
                <a:cubicBezTo>
                  <a:pt x="2919" y="4255"/>
                  <a:pt x="1" y="6748"/>
                  <a:pt x="1" y="6748"/>
                </a:cubicBezTo>
                <a:cubicBezTo>
                  <a:pt x="7843" y="8146"/>
                  <a:pt x="13800" y="0"/>
                  <a:pt x="1380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4" name="Google Shape;1274;p14">
            <a:extLst>
              <a:ext uri="{FF2B5EF4-FFF2-40B4-BE49-F238E27FC236}">
                <a16:creationId xmlns:a16="http://schemas.microsoft.com/office/drawing/2014/main" id="{E7502859-170F-41F3-BA27-0BD4A46F6492}"/>
              </a:ext>
            </a:extLst>
          </p:cNvPr>
          <p:cNvSpPr>
            <a:spLocks noGrp="1"/>
          </p:cNvSpPr>
          <p:nvPr/>
        </p:nvSpPr>
        <p:spPr>
          <a:xfrm flipH="1">
            <a:off x="843082" y="1305176"/>
            <a:ext cx="385911" cy="545355"/>
          </a:xfrm>
          <a:custGeom>
            <a:avLst/>
            <a:gdLst/>
            <a:ahLst/>
            <a:cxnLst/>
            <a:rect l="l" t="t" r="r" b="b"/>
            <a:pathLst>
              <a:path w="12949" h="18299">
                <a:moveTo>
                  <a:pt x="0" y="18086"/>
                </a:moveTo>
                <a:cubicBezTo>
                  <a:pt x="1703" y="18299"/>
                  <a:pt x="5380" y="15137"/>
                  <a:pt x="6931" y="10700"/>
                </a:cubicBezTo>
                <a:cubicBezTo>
                  <a:pt x="8481" y="6232"/>
                  <a:pt x="12949" y="0"/>
                  <a:pt x="12949" y="0"/>
                </a:cubicBezTo>
                <a:cubicBezTo>
                  <a:pt x="12949" y="0"/>
                  <a:pt x="6809" y="6201"/>
                  <a:pt x="5016" y="10396"/>
                </a:cubicBezTo>
                <a:cubicBezTo>
                  <a:pt x="3253" y="14560"/>
                  <a:pt x="0" y="18086"/>
                  <a:pt x="0" y="18086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5" name="Google Shape;1275;p14">
            <a:extLst>
              <a:ext uri="{FF2B5EF4-FFF2-40B4-BE49-F238E27FC236}">
                <a16:creationId xmlns:a16="http://schemas.microsoft.com/office/drawing/2014/main" id="{6DEAA1D1-B13C-4D67-9D53-614F9DE226AD}"/>
              </a:ext>
            </a:extLst>
          </p:cNvPr>
          <p:cNvSpPr>
            <a:spLocks noGrp="1"/>
          </p:cNvSpPr>
          <p:nvPr/>
        </p:nvSpPr>
        <p:spPr>
          <a:xfrm flipH="1">
            <a:off x="905578" y="1179261"/>
            <a:ext cx="400395" cy="577958"/>
          </a:xfrm>
          <a:custGeom>
            <a:avLst/>
            <a:gdLst/>
            <a:ahLst/>
            <a:cxnLst/>
            <a:rect l="l" t="t" r="r" b="b"/>
            <a:pathLst>
              <a:path w="13435" h="19393">
                <a:moveTo>
                  <a:pt x="0" y="19180"/>
                </a:moveTo>
                <a:cubicBezTo>
                  <a:pt x="1368" y="19393"/>
                  <a:pt x="4407" y="15320"/>
                  <a:pt x="6414" y="10639"/>
                </a:cubicBezTo>
                <a:cubicBezTo>
                  <a:pt x="8389" y="5988"/>
                  <a:pt x="13435" y="0"/>
                  <a:pt x="13435" y="0"/>
                </a:cubicBezTo>
                <a:cubicBezTo>
                  <a:pt x="10912" y="2098"/>
                  <a:pt x="8632" y="4469"/>
                  <a:pt x="6657" y="7052"/>
                </a:cubicBezTo>
                <a:cubicBezTo>
                  <a:pt x="3496" y="11277"/>
                  <a:pt x="0" y="19180"/>
                  <a:pt x="0" y="1918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6" name="Google Shape;1276;p14">
            <a:extLst>
              <a:ext uri="{FF2B5EF4-FFF2-40B4-BE49-F238E27FC236}">
                <a16:creationId xmlns:a16="http://schemas.microsoft.com/office/drawing/2014/main" id="{DDFCD8A3-052A-4851-ADE1-1F90A59C0A62}"/>
              </a:ext>
            </a:extLst>
          </p:cNvPr>
          <p:cNvSpPr>
            <a:spLocks noGrp="1"/>
          </p:cNvSpPr>
          <p:nvPr/>
        </p:nvSpPr>
        <p:spPr>
          <a:xfrm flipH="1">
            <a:off x="782404" y="1498117"/>
            <a:ext cx="427605" cy="430317"/>
          </a:xfrm>
          <a:custGeom>
            <a:avLst/>
            <a:gdLst/>
            <a:ahLst/>
            <a:cxnLst/>
            <a:rect l="l" t="t" r="r" b="b"/>
            <a:pathLst>
              <a:path w="14348" h="14439">
                <a:moveTo>
                  <a:pt x="1" y="14439"/>
                </a:moveTo>
                <a:cubicBezTo>
                  <a:pt x="4044" y="13952"/>
                  <a:pt x="14348" y="1"/>
                  <a:pt x="14348" y="1"/>
                </a:cubicBezTo>
                <a:cubicBezTo>
                  <a:pt x="14348" y="1"/>
                  <a:pt x="11187" y="2250"/>
                  <a:pt x="6293" y="6475"/>
                </a:cubicBezTo>
                <a:cubicBezTo>
                  <a:pt x="1430" y="10700"/>
                  <a:pt x="1" y="14439"/>
                  <a:pt x="1" y="14439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7" name="Google Shape;1277;p14">
            <a:extLst>
              <a:ext uri="{FF2B5EF4-FFF2-40B4-BE49-F238E27FC236}">
                <a16:creationId xmlns:a16="http://schemas.microsoft.com/office/drawing/2014/main" id="{4B47281D-9BCD-491E-862C-C02CE00D29A7}"/>
              </a:ext>
            </a:extLst>
          </p:cNvPr>
          <p:cNvSpPr>
            <a:spLocks noGrp="1"/>
          </p:cNvSpPr>
          <p:nvPr/>
        </p:nvSpPr>
        <p:spPr>
          <a:xfrm flipH="1">
            <a:off x="902866" y="1977311"/>
            <a:ext cx="162184" cy="87917"/>
          </a:xfrm>
          <a:custGeom>
            <a:avLst/>
            <a:gdLst/>
            <a:ahLst/>
            <a:cxnLst/>
            <a:rect l="l" t="t" r="r" b="b"/>
            <a:pathLst>
              <a:path w="5442" h="2950">
                <a:moveTo>
                  <a:pt x="0" y="2949"/>
                </a:moveTo>
                <a:lnTo>
                  <a:pt x="3405" y="2949"/>
                </a:lnTo>
                <a:cubicBezTo>
                  <a:pt x="4195" y="2068"/>
                  <a:pt x="4894" y="1095"/>
                  <a:pt x="5441" y="1"/>
                </a:cubicBezTo>
                <a:cubicBezTo>
                  <a:pt x="4195" y="305"/>
                  <a:pt x="2189" y="1460"/>
                  <a:pt x="0" y="2949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8" name="Google Shape;1278;p14">
            <a:extLst>
              <a:ext uri="{FF2B5EF4-FFF2-40B4-BE49-F238E27FC236}">
                <a16:creationId xmlns:a16="http://schemas.microsoft.com/office/drawing/2014/main" id="{46847365-2EDE-47B4-9EB6-BD0003EC6B1D}"/>
              </a:ext>
            </a:extLst>
          </p:cNvPr>
          <p:cNvSpPr>
            <a:spLocks noGrp="1"/>
          </p:cNvSpPr>
          <p:nvPr/>
        </p:nvSpPr>
        <p:spPr>
          <a:xfrm flipH="1">
            <a:off x="1391149" y="1800671"/>
            <a:ext cx="535400" cy="149518"/>
          </a:xfrm>
          <a:custGeom>
            <a:avLst/>
            <a:gdLst/>
            <a:ahLst/>
            <a:cxnLst/>
            <a:rect l="l" t="t" r="r" b="b"/>
            <a:pathLst>
              <a:path w="17965" h="5017">
                <a:moveTo>
                  <a:pt x="17965" y="1065"/>
                </a:moveTo>
                <a:cubicBezTo>
                  <a:pt x="16962" y="1"/>
                  <a:pt x="14773" y="62"/>
                  <a:pt x="10913" y="1247"/>
                </a:cubicBezTo>
                <a:cubicBezTo>
                  <a:pt x="7053" y="2432"/>
                  <a:pt x="1" y="4864"/>
                  <a:pt x="1" y="4864"/>
                </a:cubicBezTo>
                <a:cubicBezTo>
                  <a:pt x="1" y="4864"/>
                  <a:pt x="2524" y="5016"/>
                  <a:pt x="6658" y="4165"/>
                </a:cubicBezTo>
                <a:cubicBezTo>
                  <a:pt x="10761" y="3284"/>
                  <a:pt x="17965" y="1065"/>
                  <a:pt x="17965" y="1065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9" name="Google Shape;1279;p14">
            <a:extLst>
              <a:ext uri="{FF2B5EF4-FFF2-40B4-BE49-F238E27FC236}">
                <a16:creationId xmlns:a16="http://schemas.microsoft.com/office/drawing/2014/main" id="{E3EB24CA-165C-472F-A36D-B1D86A01AB0A}"/>
              </a:ext>
            </a:extLst>
          </p:cNvPr>
          <p:cNvSpPr>
            <a:spLocks noGrp="1"/>
          </p:cNvSpPr>
          <p:nvPr/>
        </p:nvSpPr>
        <p:spPr>
          <a:xfrm flipH="1">
            <a:off x="1245296" y="1876787"/>
            <a:ext cx="449331" cy="188440"/>
          </a:xfrm>
          <a:custGeom>
            <a:avLst/>
            <a:gdLst/>
            <a:ahLst/>
            <a:cxnLst/>
            <a:rect l="l" t="t" r="r" b="b"/>
            <a:pathLst>
              <a:path w="15077" h="6323">
                <a:moveTo>
                  <a:pt x="1" y="6322"/>
                </a:moveTo>
                <a:lnTo>
                  <a:pt x="3922" y="6322"/>
                </a:lnTo>
                <a:cubicBezTo>
                  <a:pt x="8876" y="4407"/>
                  <a:pt x="15077" y="1246"/>
                  <a:pt x="15077" y="1246"/>
                </a:cubicBezTo>
                <a:cubicBezTo>
                  <a:pt x="12007" y="0"/>
                  <a:pt x="4773" y="3617"/>
                  <a:pt x="1" y="6322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0" name="Google Shape;1280;p14">
            <a:extLst>
              <a:ext uri="{FF2B5EF4-FFF2-40B4-BE49-F238E27FC236}">
                <a16:creationId xmlns:a16="http://schemas.microsoft.com/office/drawing/2014/main" id="{E781F9F8-8171-48FB-A3C2-E3E9A83F7A81}"/>
              </a:ext>
            </a:extLst>
          </p:cNvPr>
          <p:cNvSpPr>
            <a:spLocks noGrp="1"/>
          </p:cNvSpPr>
          <p:nvPr/>
        </p:nvSpPr>
        <p:spPr>
          <a:xfrm flipH="1">
            <a:off x="770602" y="2018080"/>
            <a:ext cx="58889" cy="47147"/>
          </a:xfrm>
          <a:custGeom>
            <a:avLst/>
            <a:gdLst/>
            <a:ahLst/>
            <a:cxnLst/>
            <a:rect l="l" t="t" r="r" b="b"/>
            <a:pathLst>
              <a:path w="1976" h="1582">
                <a:moveTo>
                  <a:pt x="0" y="1581"/>
                </a:moveTo>
                <a:lnTo>
                  <a:pt x="1702" y="1581"/>
                </a:lnTo>
                <a:cubicBezTo>
                  <a:pt x="1824" y="1065"/>
                  <a:pt x="1915" y="518"/>
                  <a:pt x="1976" y="1"/>
                </a:cubicBezTo>
                <a:cubicBezTo>
                  <a:pt x="1216" y="396"/>
                  <a:pt x="547" y="943"/>
                  <a:pt x="0" y="158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1" name="Google Shape;1281;p14">
            <a:extLst>
              <a:ext uri="{FF2B5EF4-FFF2-40B4-BE49-F238E27FC236}">
                <a16:creationId xmlns:a16="http://schemas.microsoft.com/office/drawing/2014/main" id="{3854A02E-5283-4301-B7CB-2F173036D1CA}"/>
              </a:ext>
            </a:extLst>
          </p:cNvPr>
          <p:cNvSpPr>
            <a:spLocks noGrp="1"/>
          </p:cNvSpPr>
          <p:nvPr/>
        </p:nvSpPr>
        <p:spPr>
          <a:xfrm flipH="1">
            <a:off x="656489" y="1990006"/>
            <a:ext cx="371457" cy="75221"/>
          </a:xfrm>
          <a:custGeom>
            <a:avLst/>
            <a:gdLst/>
            <a:ahLst/>
            <a:cxnLst/>
            <a:rect l="l" t="t" r="r" b="b"/>
            <a:pathLst>
              <a:path w="12464" h="2524">
                <a:moveTo>
                  <a:pt x="4743" y="1125"/>
                </a:moveTo>
                <a:cubicBezTo>
                  <a:pt x="3071" y="1186"/>
                  <a:pt x="1460" y="1672"/>
                  <a:pt x="1" y="2523"/>
                </a:cubicBezTo>
                <a:lnTo>
                  <a:pt x="6506" y="2523"/>
                </a:lnTo>
                <a:cubicBezTo>
                  <a:pt x="8573" y="1855"/>
                  <a:pt x="10548" y="1004"/>
                  <a:pt x="12463" y="1"/>
                </a:cubicBezTo>
                <a:cubicBezTo>
                  <a:pt x="12463" y="1"/>
                  <a:pt x="7782" y="943"/>
                  <a:pt x="4743" y="1125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2" name="Google Shape;1282;p14">
            <a:extLst>
              <a:ext uri="{FF2B5EF4-FFF2-40B4-BE49-F238E27FC236}">
                <a16:creationId xmlns:a16="http://schemas.microsoft.com/office/drawing/2014/main" id="{81BC955C-D1FB-4E3F-8355-355ACB79A7A6}"/>
              </a:ext>
            </a:extLst>
          </p:cNvPr>
          <p:cNvSpPr>
            <a:spLocks noGrp="1"/>
          </p:cNvSpPr>
          <p:nvPr/>
        </p:nvSpPr>
        <p:spPr>
          <a:xfrm flipH="1">
            <a:off x="1717247" y="969094"/>
            <a:ext cx="537218" cy="260026"/>
          </a:xfrm>
          <a:custGeom>
            <a:avLst/>
            <a:gdLst/>
            <a:ahLst/>
            <a:cxnLst/>
            <a:rect l="l" t="t" r="r" b="b"/>
            <a:pathLst>
              <a:path w="18026" h="8725">
                <a:moveTo>
                  <a:pt x="7296" y="5563"/>
                </a:moveTo>
                <a:cubicBezTo>
                  <a:pt x="10578" y="7478"/>
                  <a:pt x="14256" y="8572"/>
                  <a:pt x="18025" y="8724"/>
                </a:cubicBezTo>
                <a:cubicBezTo>
                  <a:pt x="17387" y="7508"/>
                  <a:pt x="14499" y="6505"/>
                  <a:pt x="9575" y="4803"/>
                </a:cubicBezTo>
                <a:cubicBezTo>
                  <a:pt x="4651" y="3131"/>
                  <a:pt x="1" y="1"/>
                  <a:pt x="1" y="1"/>
                </a:cubicBezTo>
                <a:cubicBezTo>
                  <a:pt x="1" y="1"/>
                  <a:pt x="1794" y="2341"/>
                  <a:pt x="7296" y="5563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3" name="Google Shape;1283;p14">
            <a:extLst>
              <a:ext uri="{FF2B5EF4-FFF2-40B4-BE49-F238E27FC236}">
                <a16:creationId xmlns:a16="http://schemas.microsoft.com/office/drawing/2014/main" id="{37710A96-F606-4FAB-AD40-454E19513E4E}"/>
              </a:ext>
            </a:extLst>
          </p:cNvPr>
          <p:cNvSpPr>
            <a:spLocks noGrp="1"/>
          </p:cNvSpPr>
          <p:nvPr/>
        </p:nvSpPr>
        <p:spPr>
          <a:xfrm flipH="1">
            <a:off x="1739897" y="1142127"/>
            <a:ext cx="620546" cy="206560"/>
          </a:xfrm>
          <a:custGeom>
            <a:avLst/>
            <a:gdLst/>
            <a:ahLst/>
            <a:cxnLst/>
            <a:rect l="l" t="t" r="r" b="b"/>
            <a:pathLst>
              <a:path w="20822" h="6931">
                <a:moveTo>
                  <a:pt x="20822" y="6930"/>
                </a:moveTo>
                <a:cubicBezTo>
                  <a:pt x="20062" y="5684"/>
                  <a:pt x="16171" y="4225"/>
                  <a:pt x="11703" y="3526"/>
                </a:cubicBezTo>
                <a:cubicBezTo>
                  <a:pt x="7204" y="2827"/>
                  <a:pt x="1" y="0"/>
                  <a:pt x="1" y="0"/>
                </a:cubicBezTo>
                <a:cubicBezTo>
                  <a:pt x="2827" y="1824"/>
                  <a:pt x="5776" y="3435"/>
                  <a:pt x="8846" y="4772"/>
                </a:cubicBezTo>
                <a:cubicBezTo>
                  <a:pt x="13709" y="6839"/>
                  <a:pt x="20822" y="6930"/>
                  <a:pt x="20822" y="693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4" name="Google Shape;1284;p14">
            <a:extLst>
              <a:ext uri="{FF2B5EF4-FFF2-40B4-BE49-F238E27FC236}">
                <a16:creationId xmlns:a16="http://schemas.microsoft.com/office/drawing/2014/main" id="{CDE908AC-B8B4-496A-850B-49FB1BF168B8}"/>
              </a:ext>
            </a:extLst>
          </p:cNvPr>
          <p:cNvSpPr>
            <a:spLocks noGrp="1"/>
          </p:cNvSpPr>
          <p:nvPr/>
        </p:nvSpPr>
        <p:spPr>
          <a:xfrm flipH="1">
            <a:off x="1668342" y="1337780"/>
            <a:ext cx="622364" cy="145882"/>
          </a:xfrm>
          <a:custGeom>
            <a:avLst/>
            <a:gdLst/>
            <a:ahLst/>
            <a:cxnLst/>
            <a:rect l="l" t="t" r="r" b="b"/>
            <a:pathLst>
              <a:path w="20883" h="4895">
                <a:moveTo>
                  <a:pt x="20883" y="4894"/>
                </a:moveTo>
                <a:cubicBezTo>
                  <a:pt x="18998" y="2706"/>
                  <a:pt x="15655" y="1764"/>
                  <a:pt x="11582" y="1551"/>
                </a:cubicBezTo>
                <a:cubicBezTo>
                  <a:pt x="7478" y="1369"/>
                  <a:pt x="1" y="1"/>
                  <a:pt x="1" y="1"/>
                </a:cubicBezTo>
                <a:cubicBezTo>
                  <a:pt x="2919" y="1460"/>
                  <a:pt x="6019" y="2584"/>
                  <a:pt x="9211" y="3344"/>
                </a:cubicBezTo>
                <a:cubicBezTo>
                  <a:pt x="13041" y="4195"/>
                  <a:pt x="16962" y="4712"/>
                  <a:pt x="20883" y="4894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5" name="Google Shape;1285;p14">
            <a:extLst>
              <a:ext uri="{FF2B5EF4-FFF2-40B4-BE49-F238E27FC236}">
                <a16:creationId xmlns:a16="http://schemas.microsoft.com/office/drawing/2014/main" id="{2827E523-7BA4-41D9-BF20-3FD9611E337A}"/>
              </a:ext>
            </a:extLst>
          </p:cNvPr>
          <p:cNvSpPr>
            <a:spLocks noGrp="1"/>
          </p:cNvSpPr>
          <p:nvPr/>
        </p:nvSpPr>
        <p:spPr>
          <a:xfrm flipH="1">
            <a:off x="1628466" y="1523479"/>
            <a:ext cx="661316" cy="145882"/>
          </a:xfrm>
          <a:custGeom>
            <a:avLst/>
            <a:gdLst/>
            <a:ahLst/>
            <a:cxnLst/>
            <a:rect l="l" t="t" r="r" b="b"/>
            <a:pathLst>
              <a:path w="22190" h="4895">
                <a:moveTo>
                  <a:pt x="22189" y="3648"/>
                </a:moveTo>
                <a:cubicBezTo>
                  <a:pt x="20700" y="1308"/>
                  <a:pt x="15259" y="2159"/>
                  <a:pt x="11064" y="2584"/>
                </a:cubicBezTo>
                <a:cubicBezTo>
                  <a:pt x="6900" y="2980"/>
                  <a:pt x="0" y="1"/>
                  <a:pt x="0" y="1"/>
                </a:cubicBezTo>
                <a:cubicBezTo>
                  <a:pt x="0" y="1"/>
                  <a:pt x="4256" y="3223"/>
                  <a:pt x="9514" y="4074"/>
                </a:cubicBezTo>
                <a:cubicBezTo>
                  <a:pt x="14803" y="4894"/>
                  <a:pt x="22189" y="3648"/>
                  <a:pt x="22189" y="364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6" name="Google Shape;1286;p14">
            <a:extLst>
              <a:ext uri="{FF2B5EF4-FFF2-40B4-BE49-F238E27FC236}">
                <a16:creationId xmlns:a16="http://schemas.microsoft.com/office/drawing/2014/main" id="{D03792A3-EAAF-411D-A52D-CC2BC637B6E9}"/>
              </a:ext>
            </a:extLst>
          </p:cNvPr>
          <p:cNvSpPr>
            <a:spLocks noGrp="1"/>
          </p:cNvSpPr>
          <p:nvPr/>
        </p:nvSpPr>
        <p:spPr>
          <a:xfrm flipH="1">
            <a:off x="1548744" y="1670226"/>
            <a:ext cx="635924" cy="113279"/>
          </a:xfrm>
          <a:custGeom>
            <a:avLst/>
            <a:gdLst/>
            <a:ahLst/>
            <a:cxnLst/>
            <a:rect l="l" t="t" r="r" b="b"/>
            <a:pathLst>
              <a:path w="21338" h="3801">
                <a:moveTo>
                  <a:pt x="21338" y="2250"/>
                </a:moveTo>
                <a:cubicBezTo>
                  <a:pt x="20244" y="1338"/>
                  <a:pt x="18845" y="852"/>
                  <a:pt x="17386" y="852"/>
                </a:cubicBezTo>
                <a:cubicBezTo>
                  <a:pt x="14864" y="822"/>
                  <a:pt x="12554" y="1369"/>
                  <a:pt x="8055" y="518"/>
                </a:cubicBezTo>
                <a:cubicBezTo>
                  <a:pt x="5380" y="1"/>
                  <a:pt x="2614" y="122"/>
                  <a:pt x="0" y="913"/>
                </a:cubicBezTo>
                <a:cubicBezTo>
                  <a:pt x="1094" y="943"/>
                  <a:pt x="2189" y="1034"/>
                  <a:pt x="3252" y="1217"/>
                </a:cubicBezTo>
                <a:cubicBezTo>
                  <a:pt x="5076" y="1490"/>
                  <a:pt x="6687" y="2341"/>
                  <a:pt x="11915" y="3253"/>
                </a:cubicBezTo>
                <a:cubicBezTo>
                  <a:pt x="15107" y="3800"/>
                  <a:pt x="18359" y="3436"/>
                  <a:pt x="21338" y="225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8" name="Google Shape;1288;p14">
            <a:extLst>
              <a:ext uri="{FF2B5EF4-FFF2-40B4-BE49-F238E27FC236}">
                <a16:creationId xmlns:a16="http://schemas.microsoft.com/office/drawing/2014/main" id="{92546C1C-6D69-491C-BF8B-F5B7487742AD}"/>
              </a:ext>
            </a:extLst>
          </p:cNvPr>
          <p:cNvSpPr>
            <a:spLocks noGrp="1"/>
          </p:cNvSpPr>
          <p:nvPr/>
        </p:nvSpPr>
        <p:spPr>
          <a:xfrm flipH="1">
            <a:off x="-9985053" y="-6"/>
            <a:ext cx="915293" cy="936051"/>
          </a:xfrm>
          <a:custGeom>
            <a:avLst/>
            <a:gdLst/>
            <a:ahLst/>
            <a:cxnLst/>
            <a:rect l="l" t="t" r="r" b="b"/>
            <a:pathLst>
              <a:path w="26810" h="27418">
                <a:moveTo>
                  <a:pt x="25108" y="365"/>
                </a:moveTo>
                <a:cubicBezTo>
                  <a:pt x="23770" y="61"/>
                  <a:pt x="22372" y="1"/>
                  <a:pt x="21004" y="122"/>
                </a:cubicBezTo>
                <a:cubicBezTo>
                  <a:pt x="19636" y="335"/>
                  <a:pt x="18329" y="608"/>
                  <a:pt x="17022" y="1004"/>
                </a:cubicBezTo>
                <a:cubicBezTo>
                  <a:pt x="17022" y="1004"/>
                  <a:pt x="20943" y="4955"/>
                  <a:pt x="21126" y="8724"/>
                </a:cubicBezTo>
                <a:cubicBezTo>
                  <a:pt x="21308" y="12493"/>
                  <a:pt x="18208" y="14621"/>
                  <a:pt x="17752" y="11095"/>
                </a:cubicBezTo>
                <a:cubicBezTo>
                  <a:pt x="17265" y="7539"/>
                  <a:pt x="17934" y="5229"/>
                  <a:pt x="15776" y="2736"/>
                </a:cubicBezTo>
                <a:cubicBezTo>
                  <a:pt x="13618" y="244"/>
                  <a:pt x="10609" y="1156"/>
                  <a:pt x="7934" y="1642"/>
                </a:cubicBezTo>
                <a:cubicBezTo>
                  <a:pt x="5290" y="2128"/>
                  <a:pt x="3770" y="1004"/>
                  <a:pt x="3770" y="1004"/>
                </a:cubicBezTo>
                <a:cubicBezTo>
                  <a:pt x="3770" y="1004"/>
                  <a:pt x="5320" y="4013"/>
                  <a:pt x="4104" y="7265"/>
                </a:cubicBezTo>
                <a:cubicBezTo>
                  <a:pt x="2858" y="10487"/>
                  <a:pt x="1" y="17417"/>
                  <a:pt x="4347" y="19758"/>
                </a:cubicBezTo>
                <a:cubicBezTo>
                  <a:pt x="8694" y="22129"/>
                  <a:pt x="12737" y="18967"/>
                  <a:pt x="16749" y="19423"/>
                </a:cubicBezTo>
                <a:cubicBezTo>
                  <a:pt x="20731" y="19849"/>
                  <a:pt x="21187" y="22767"/>
                  <a:pt x="15290" y="23405"/>
                </a:cubicBezTo>
                <a:cubicBezTo>
                  <a:pt x="9393" y="24074"/>
                  <a:pt x="1277" y="21125"/>
                  <a:pt x="1277" y="21125"/>
                </a:cubicBezTo>
                <a:cubicBezTo>
                  <a:pt x="1764" y="23284"/>
                  <a:pt x="2402" y="25381"/>
                  <a:pt x="3192" y="27417"/>
                </a:cubicBezTo>
                <a:lnTo>
                  <a:pt x="26810" y="27417"/>
                </a:lnTo>
                <a:lnTo>
                  <a:pt x="26810" y="1763"/>
                </a:lnTo>
                <a:cubicBezTo>
                  <a:pt x="26293" y="1216"/>
                  <a:pt x="25715" y="760"/>
                  <a:pt x="25108" y="365"/>
                </a:cubicBezTo>
                <a:close/>
                <a:moveTo>
                  <a:pt x="13344" y="14651"/>
                </a:moveTo>
                <a:cubicBezTo>
                  <a:pt x="11430" y="14651"/>
                  <a:pt x="9484" y="13983"/>
                  <a:pt x="11065" y="12888"/>
                </a:cubicBezTo>
                <a:cubicBezTo>
                  <a:pt x="12615" y="11764"/>
                  <a:pt x="15655" y="13253"/>
                  <a:pt x="15655" y="13253"/>
                </a:cubicBezTo>
                <a:cubicBezTo>
                  <a:pt x="17144" y="13557"/>
                  <a:pt x="15229" y="14682"/>
                  <a:pt x="13344" y="14651"/>
                </a:cubicBezTo>
                <a:close/>
              </a:path>
            </a:pathLst>
          </a:custGeom>
          <a:solidFill>
            <a:srgbClr val="5F853E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9" name="Google Shape;1289;p14">
            <a:extLst>
              <a:ext uri="{FF2B5EF4-FFF2-40B4-BE49-F238E27FC236}">
                <a16:creationId xmlns:a16="http://schemas.microsoft.com/office/drawing/2014/main" id="{615EEFC7-494E-4559-A3B5-AF4850E04501}"/>
              </a:ext>
            </a:extLst>
          </p:cNvPr>
          <p:cNvSpPr>
            <a:spLocks noGrp="1"/>
          </p:cNvSpPr>
          <p:nvPr/>
        </p:nvSpPr>
        <p:spPr>
          <a:xfrm flipH="1">
            <a:off x="-10215430" y="237643"/>
            <a:ext cx="684916" cy="688023"/>
          </a:xfrm>
          <a:custGeom>
            <a:avLst/>
            <a:gdLst/>
            <a:ahLst/>
            <a:cxnLst/>
            <a:rect l="l" t="t" r="r" b="b"/>
            <a:pathLst>
              <a:path w="20062" h="20153">
                <a:moveTo>
                  <a:pt x="20062" y="17721"/>
                </a:moveTo>
                <a:lnTo>
                  <a:pt x="19727" y="17326"/>
                </a:lnTo>
                <a:cubicBezTo>
                  <a:pt x="17478" y="18541"/>
                  <a:pt x="15077" y="19332"/>
                  <a:pt x="12584" y="19696"/>
                </a:cubicBezTo>
                <a:cubicBezTo>
                  <a:pt x="8755" y="20152"/>
                  <a:pt x="6262" y="18997"/>
                  <a:pt x="6262" y="18997"/>
                </a:cubicBezTo>
                <a:cubicBezTo>
                  <a:pt x="6262" y="18997"/>
                  <a:pt x="10183" y="19727"/>
                  <a:pt x="12888" y="19028"/>
                </a:cubicBezTo>
                <a:cubicBezTo>
                  <a:pt x="15624" y="18359"/>
                  <a:pt x="18816" y="16566"/>
                  <a:pt x="18816" y="16566"/>
                </a:cubicBezTo>
                <a:cubicBezTo>
                  <a:pt x="18816" y="16566"/>
                  <a:pt x="14864" y="11459"/>
                  <a:pt x="13648" y="10395"/>
                </a:cubicBezTo>
                <a:cubicBezTo>
                  <a:pt x="12949" y="9788"/>
                  <a:pt x="12189" y="9210"/>
                  <a:pt x="11399" y="8724"/>
                </a:cubicBezTo>
                <a:cubicBezTo>
                  <a:pt x="9606" y="9909"/>
                  <a:pt x="7539" y="10547"/>
                  <a:pt x="5381" y="10608"/>
                </a:cubicBezTo>
                <a:cubicBezTo>
                  <a:pt x="3435" y="10639"/>
                  <a:pt x="1551" y="10031"/>
                  <a:pt x="1" y="8876"/>
                </a:cubicBezTo>
                <a:cubicBezTo>
                  <a:pt x="1" y="8876"/>
                  <a:pt x="3071" y="10000"/>
                  <a:pt x="5411" y="9970"/>
                </a:cubicBezTo>
                <a:cubicBezTo>
                  <a:pt x="7782" y="9909"/>
                  <a:pt x="11004" y="7873"/>
                  <a:pt x="11004" y="7873"/>
                </a:cubicBezTo>
                <a:cubicBezTo>
                  <a:pt x="11004" y="7873"/>
                  <a:pt x="8663" y="5714"/>
                  <a:pt x="6809" y="3952"/>
                </a:cubicBezTo>
                <a:cubicBezTo>
                  <a:pt x="4985" y="2219"/>
                  <a:pt x="2979" y="0"/>
                  <a:pt x="2979" y="0"/>
                </a:cubicBezTo>
                <a:lnTo>
                  <a:pt x="9089" y="5289"/>
                </a:lnTo>
                <a:cubicBezTo>
                  <a:pt x="9089" y="5289"/>
                  <a:pt x="9636" y="4438"/>
                  <a:pt x="9484" y="2857"/>
                </a:cubicBezTo>
                <a:cubicBezTo>
                  <a:pt x="9332" y="1307"/>
                  <a:pt x="8025" y="0"/>
                  <a:pt x="8025" y="0"/>
                </a:cubicBezTo>
                <a:cubicBezTo>
                  <a:pt x="8937" y="578"/>
                  <a:pt x="9606" y="1490"/>
                  <a:pt x="9910" y="2523"/>
                </a:cubicBezTo>
                <a:cubicBezTo>
                  <a:pt x="10305" y="3617"/>
                  <a:pt x="10274" y="4833"/>
                  <a:pt x="9818" y="5897"/>
                </a:cubicBezTo>
                <a:cubicBezTo>
                  <a:pt x="9818" y="5897"/>
                  <a:pt x="12280" y="8207"/>
                  <a:pt x="14104" y="9727"/>
                </a:cubicBezTo>
                <a:cubicBezTo>
                  <a:pt x="15928" y="11246"/>
                  <a:pt x="16536" y="12310"/>
                  <a:pt x="16536" y="12310"/>
                </a:cubicBezTo>
                <a:cubicBezTo>
                  <a:pt x="16536" y="12310"/>
                  <a:pt x="18299" y="9180"/>
                  <a:pt x="18268" y="6444"/>
                </a:cubicBezTo>
                <a:cubicBezTo>
                  <a:pt x="18208" y="4681"/>
                  <a:pt x="17934" y="2918"/>
                  <a:pt x="17448" y="1216"/>
                </a:cubicBezTo>
                <a:cubicBezTo>
                  <a:pt x="18420" y="3404"/>
                  <a:pt x="18876" y="5775"/>
                  <a:pt x="18755" y="8146"/>
                </a:cubicBezTo>
                <a:cubicBezTo>
                  <a:pt x="18572" y="12098"/>
                  <a:pt x="17357" y="13526"/>
                  <a:pt x="17357" y="13526"/>
                </a:cubicBezTo>
                <a:cubicBezTo>
                  <a:pt x="18147" y="14681"/>
                  <a:pt x="19059" y="15715"/>
                  <a:pt x="20062" y="16687"/>
                </a:cubicBezTo>
                <a:close/>
              </a:path>
            </a:pathLst>
          </a:custGeom>
          <a:solidFill>
            <a:srgbClr val="2D4F2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483" name="Google Shape;1290;p14"/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-137250" y="-156720"/>
            <a:ext cx="3742525" cy="3347995"/>
          </a:xfrm>
          <a:prstGeom prst="rect">
            <a:avLst/>
          </a:prstGeom>
          <a:ln>
            <a:noFill/>
          </a:ln>
        </p:spPr>
      </p:pic>
      <p:pic>
        <p:nvPicPr>
          <p:cNvPr id="1484" name="Google Shape;1291;p14"/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-137250" y="3202830"/>
            <a:ext cx="3742525" cy="3347995"/>
          </a:xfrm>
          <a:prstGeom prst="rect">
            <a:avLst/>
          </a:prstGeom>
          <a:ln>
            <a:noFill/>
          </a:ln>
        </p:spPr>
      </p:pic>
      <p:pic>
        <p:nvPicPr>
          <p:cNvPr id="1485" name="Google Shape;1292;p14"/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5592225" y="3202830"/>
            <a:ext cx="3742525" cy="3347995"/>
          </a:xfrm>
          <a:prstGeom prst="rect">
            <a:avLst/>
          </a:prstGeom>
          <a:ln>
            <a:noFill/>
          </a:ln>
        </p:spPr>
      </p:pic>
      <p:pic>
        <p:nvPicPr>
          <p:cNvPr id="1486" name="Google Shape;1293;p14"/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5592225" y="-117645"/>
            <a:ext cx="3742525" cy="3347995"/>
          </a:xfrm>
          <a:prstGeom prst="rect">
            <a:avLst/>
          </a:prstGeom>
          <a:ln>
            <a:noFill/>
          </a:ln>
        </p:spPr>
      </p:pic>
      <p:sp>
        <p:nvSpPr>
          <p:cNvPr id="1294" name="Google Shape;1294;p14">
            <a:extLst>
              <a:ext uri="{FF2B5EF4-FFF2-40B4-BE49-F238E27FC236}">
                <a16:creationId xmlns:a16="http://schemas.microsoft.com/office/drawing/2014/main" id="{BD07013B-17F7-4B32-ABDE-45DF909D6B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73350" y="2332025"/>
            <a:ext cx="4064700" cy="8418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SzPts val="3600"/>
              <a:buNone/>
              <a:defRPr sz="4900"/>
            </a:lvl1pPr>
            <a:lvl2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295" name="Google Shape;1295;p14">
            <a:extLst>
              <a:ext uri="{FF2B5EF4-FFF2-40B4-BE49-F238E27FC236}">
                <a16:creationId xmlns:a16="http://schemas.microsoft.com/office/drawing/2014/main" id="{A2E1F928-5308-46B1-B9FB-2A218CC88215}"/>
              </a:ext>
            </a:extLst>
          </p:cNvPr>
          <p:cNvSpPr>
            <a:spLocks noGrp="1"/>
          </p:cNvSpPr>
          <p:nvPr>
            <p:ph type="title" idx="2" hasCustomPrompt="1"/>
          </p:nvPr>
        </p:nvSpPr>
        <p:spPr>
          <a:xfrm>
            <a:off x="4373350" y="1337825"/>
            <a:ext cx="1241700" cy="8418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solidFill>
                  <a:schemeClr val="dk2"/>
                </a:solidFill>
              </a:defRPr>
            </a:lvl1pPr>
            <a:lvl2pPr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296" name="Google Shape;1296;p14">
            <a:extLst>
              <a:ext uri="{FF2B5EF4-FFF2-40B4-BE49-F238E27FC236}">
                <a16:creationId xmlns:a16="http://schemas.microsoft.com/office/drawing/2014/main" id="{D8579D7C-DB3F-4DE7-83FA-AF24462D66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73350" y="3132175"/>
            <a:ext cx="4064700" cy="7134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2">
  <p:cSld name="Section Hea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8" name="Google Shape;1298;p15">
            <a:extLst>
              <a:ext uri="{FF2B5EF4-FFF2-40B4-BE49-F238E27FC236}">
                <a16:creationId xmlns:a16="http://schemas.microsoft.com/office/drawing/2014/main" id="{65C6C6E8-924A-4C19-8195-92AF4EB650F5}"/>
              </a:ext>
            </a:extLst>
          </p:cNvPr>
          <p:cNvSpPr>
            <a:spLocks noGrp="1"/>
          </p:cNvSpPr>
          <p:nvPr/>
        </p:nvSpPr>
        <p:spPr>
          <a:xfrm rot="4500027">
            <a:off x="-1304139" y="-2493814"/>
            <a:ext cx="4670533" cy="5289605"/>
          </a:xfrm>
          <a:custGeom>
            <a:avLst/>
            <a:gdLst/>
            <a:ahLst/>
            <a:cxnLst/>
            <a:rect l="l" t="t" r="r" b="b"/>
            <a:pathLst>
              <a:path w="46234" h="46528">
                <a:moveTo>
                  <a:pt x="25849" y="0"/>
                </a:moveTo>
                <a:cubicBezTo>
                  <a:pt x="24318" y="0"/>
                  <a:pt x="22209" y="712"/>
                  <a:pt x="20882" y="1007"/>
                </a:cubicBezTo>
                <a:cubicBezTo>
                  <a:pt x="16346" y="1974"/>
                  <a:pt x="11943" y="4009"/>
                  <a:pt x="8440" y="7111"/>
                </a:cubicBezTo>
                <a:cubicBezTo>
                  <a:pt x="3737" y="11214"/>
                  <a:pt x="601" y="17219"/>
                  <a:pt x="268" y="23490"/>
                </a:cubicBezTo>
                <a:cubicBezTo>
                  <a:pt x="1" y="29794"/>
                  <a:pt x="2536" y="36199"/>
                  <a:pt x="7339" y="40235"/>
                </a:cubicBezTo>
                <a:cubicBezTo>
                  <a:pt x="11075" y="43437"/>
                  <a:pt x="15912" y="45072"/>
                  <a:pt x="20749" y="45906"/>
                </a:cubicBezTo>
                <a:cubicBezTo>
                  <a:pt x="22937" y="46293"/>
                  <a:pt x="25159" y="46527"/>
                  <a:pt x="27367" y="46527"/>
                </a:cubicBezTo>
                <a:cubicBezTo>
                  <a:pt x="29536" y="46527"/>
                  <a:pt x="31693" y="46301"/>
                  <a:pt x="33792" y="45772"/>
                </a:cubicBezTo>
                <a:cubicBezTo>
                  <a:pt x="38061" y="44738"/>
                  <a:pt x="42097" y="42337"/>
                  <a:pt x="44533" y="38701"/>
                </a:cubicBezTo>
                <a:cubicBezTo>
                  <a:pt x="45400" y="37400"/>
                  <a:pt x="46100" y="35865"/>
                  <a:pt x="46134" y="34264"/>
                </a:cubicBezTo>
                <a:cubicBezTo>
                  <a:pt x="46234" y="31562"/>
                  <a:pt x="44533" y="29060"/>
                  <a:pt x="42398" y="27359"/>
                </a:cubicBezTo>
                <a:cubicBezTo>
                  <a:pt x="40263" y="25658"/>
                  <a:pt x="37728" y="24524"/>
                  <a:pt x="35426" y="23123"/>
                </a:cubicBezTo>
                <a:cubicBezTo>
                  <a:pt x="33091" y="21688"/>
                  <a:pt x="30889" y="19820"/>
                  <a:pt x="29989" y="17285"/>
                </a:cubicBezTo>
                <a:cubicBezTo>
                  <a:pt x="29255" y="15284"/>
                  <a:pt x="29388" y="13116"/>
                  <a:pt x="29655" y="10981"/>
                </a:cubicBezTo>
                <a:cubicBezTo>
                  <a:pt x="29889" y="8879"/>
                  <a:pt x="30189" y="6711"/>
                  <a:pt x="29822" y="4643"/>
                </a:cubicBezTo>
                <a:cubicBezTo>
                  <a:pt x="29488" y="2942"/>
                  <a:pt x="28388" y="440"/>
                  <a:pt x="26420" y="40"/>
                </a:cubicBezTo>
                <a:cubicBezTo>
                  <a:pt x="26242" y="12"/>
                  <a:pt x="26050" y="0"/>
                  <a:pt x="25849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0" name="Google Shape;1300;p15">
            <a:extLst>
              <a:ext uri="{FF2B5EF4-FFF2-40B4-BE49-F238E27FC236}">
                <a16:creationId xmlns:a16="http://schemas.microsoft.com/office/drawing/2014/main" id="{F25E9A70-73B6-470D-AA12-71B2911C7828}"/>
              </a:ext>
            </a:extLst>
          </p:cNvPr>
          <p:cNvSpPr>
            <a:spLocks noGrp="1"/>
          </p:cNvSpPr>
          <p:nvPr/>
        </p:nvSpPr>
        <p:spPr>
          <a:xfrm flipH="1">
            <a:off x="-36419785" y="-711994"/>
            <a:ext cx="1403460" cy="3081019"/>
          </a:xfrm>
          <a:custGeom>
            <a:avLst/>
            <a:gdLst/>
            <a:ahLst/>
            <a:cxnLst/>
            <a:rect l="l" t="t" r="r" b="b"/>
            <a:pathLst>
              <a:path w="15443" h="33903">
                <a:moveTo>
                  <a:pt x="2736" y="1"/>
                </a:moveTo>
                <a:cubicBezTo>
                  <a:pt x="2631" y="1"/>
                  <a:pt x="2572" y="5"/>
                  <a:pt x="2572" y="5"/>
                </a:cubicBezTo>
                <a:cubicBezTo>
                  <a:pt x="1608" y="493"/>
                  <a:pt x="84" y="1458"/>
                  <a:pt x="143" y="4696"/>
                </a:cubicBezTo>
                <a:cubicBezTo>
                  <a:pt x="1179" y="5327"/>
                  <a:pt x="2572" y="6137"/>
                  <a:pt x="2572" y="6137"/>
                </a:cubicBezTo>
                <a:lnTo>
                  <a:pt x="215" y="5780"/>
                </a:lnTo>
                <a:lnTo>
                  <a:pt x="215" y="5780"/>
                </a:lnTo>
                <a:cubicBezTo>
                  <a:pt x="226" y="5935"/>
                  <a:pt x="250" y="6101"/>
                  <a:pt x="274" y="6268"/>
                </a:cubicBezTo>
                <a:cubicBezTo>
                  <a:pt x="917" y="10757"/>
                  <a:pt x="0" y="12507"/>
                  <a:pt x="357" y="18972"/>
                </a:cubicBezTo>
                <a:lnTo>
                  <a:pt x="4644" y="18972"/>
                </a:lnTo>
                <a:lnTo>
                  <a:pt x="596" y="21008"/>
                </a:lnTo>
                <a:cubicBezTo>
                  <a:pt x="1429" y="25473"/>
                  <a:pt x="3977" y="25854"/>
                  <a:pt x="5596" y="29580"/>
                </a:cubicBezTo>
                <a:cubicBezTo>
                  <a:pt x="5858" y="30188"/>
                  <a:pt x="6203" y="30759"/>
                  <a:pt x="6632" y="31283"/>
                </a:cubicBezTo>
                <a:lnTo>
                  <a:pt x="8132" y="30735"/>
                </a:lnTo>
                <a:lnTo>
                  <a:pt x="7037" y="31747"/>
                </a:lnTo>
                <a:cubicBezTo>
                  <a:pt x="9085" y="33831"/>
                  <a:pt x="11799" y="33902"/>
                  <a:pt x="11799" y="33902"/>
                </a:cubicBezTo>
                <a:cubicBezTo>
                  <a:pt x="11799" y="33902"/>
                  <a:pt x="14407" y="29295"/>
                  <a:pt x="15228" y="25711"/>
                </a:cubicBezTo>
                <a:cubicBezTo>
                  <a:pt x="15443" y="24770"/>
                  <a:pt x="15407" y="23699"/>
                  <a:pt x="15216" y="22544"/>
                </a:cubicBezTo>
                <a:lnTo>
                  <a:pt x="13026" y="23020"/>
                </a:lnTo>
                <a:lnTo>
                  <a:pt x="14990" y="21389"/>
                </a:lnTo>
                <a:cubicBezTo>
                  <a:pt x="14300" y="18412"/>
                  <a:pt x="12883" y="15055"/>
                  <a:pt x="12276" y="12126"/>
                </a:cubicBezTo>
                <a:cubicBezTo>
                  <a:pt x="11990" y="10661"/>
                  <a:pt x="11430" y="9268"/>
                  <a:pt x="10621" y="8018"/>
                </a:cubicBezTo>
                <a:lnTo>
                  <a:pt x="8251" y="8399"/>
                </a:lnTo>
                <a:lnTo>
                  <a:pt x="9763" y="6768"/>
                </a:lnTo>
                <a:cubicBezTo>
                  <a:pt x="8954" y="5673"/>
                  <a:pt x="8108" y="4625"/>
                  <a:pt x="7418" y="3137"/>
                </a:cubicBezTo>
                <a:cubicBezTo>
                  <a:pt x="6067" y="197"/>
                  <a:pt x="3420" y="1"/>
                  <a:pt x="2736" y="1"/>
                </a:cubicBezTo>
                <a:close/>
              </a:path>
            </a:pathLst>
          </a:custGeom>
          <a:solidFill>
            <a:srgbClr val="1E3D28">
              <a:alpha val="53130"/>
            </a:srgbClr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1" name="Google Shape;1301;p15">
            <a:extLst>
              <a:ext uri="{FF2B5EF4-FFF2-40B4-BE49-F238E27FC236}">
                <a16:creationId xmlns:a16="http://schemas.microsoft.com/office/drawing/2014/main" id="{C6193D8B-ADE8-4091-9071-A2F2DE47086F}"/>
              </a:ext>
            </a:extLst>
          </p:cNvPr>
          <p:cNvSpPr>
            <a:spLocks noGrp="1"/>
          </p:cNvSpPr>
          <p:nvPr/>
        </p:nvSpPr>
        <p:spPr>
          <a:xfrm flipH="1">
            <a:off x="-36652165" y="-574496"/>
            <a:ext cx="888715" cy="3172442"/>
          </a:xfrm>
          <a:custGeom>
            <a:avLst/>
            <a:gdLst/>
            <a:ahLst/>
            <a:cxnLst/>
            <a:rect l="l" t="t" r="r" b="b"/>
            <a:pathLst>
              <a:path w="9779" h="34909">
                <a:moveTo>
                  <a:pt x="68" y="0"/>
                </a:moveTo>
                <a:cubicBezTo>
                  <a:pt x="34" y="0"/>
                  <a:pt x="1" y="28"/>
                  <a:pt x="15" y="64"/>
                </a:cubicBezTo>
                <a:cubicBezTo>
                  <a:pt x="3218" y="11518"/>
                  <a:pt x="6230" y="23019"/>
                  <a:pt x="8909" y="34616"/>
                </a:cubicBezTo>
                <a:cubicBezTo>
                  <a:pt x="8956" y="34819"/>
                  <a:pt x="9111" y="34908"/>
                  <a:pt x="9273" y="34908"/>
                </a:cubicBezTo>
                <a:cubicBezTo>
                  <a:pt x="9518" y="34908"/>
                  <a:pt x="9778" y="34705"/>
                  <a:pt x="9707" y="34390"/>
                </a:cubicBezTo>
                <a:cubicBezTo>
                  <a:pt x="7016" y="22805"/>
                  <a:pt x="3861" y="11315"/>
                  <a:pt x="122" y="40"/>
                </a:cubicBezTo>
                <a:cubicBezTo>
                  <a:pt x="113" y="12"/>
                  <a:pt x="90" y="0"/>
                  <a:pt x="68" y="0"/>
                </a:cubicBezTo>
                <a:close/>
              </a:path>
            </a:pathLst>
          </a:custGeom>
          <a:solidFill>
            <a:srgbClr val="1E3D28">
              <a:alpha val="53130"/>
            </a:srgbClr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3" name="Google Shape;1303;p15">
            <a:extLst>
              <a:ext uri="{FF2B5EF4-FFF2-40B4-BE49-F238E27FC236}">
                <a16:creationId xmlns:a16="http://schemas.microsoft.com/office/drawing/2014/main" id="{55886D25-1D56-4D5F-A729-04792D91E9B5}"/>
              </a:ext>
            </a:extLst>
          </p:cNvPr>
          <p:cNvSpPr>
            <a:spLocks noGrp="1"/>
          </p:cNvSpPr>
          <p:nvPr/>
        </p:nvSpPr>
        <p:spPr>
          <a:xfrm>
            <a:off x="8422656" y="2304990"/>
            <a:ext cx="396833" cy="2968386"/>
          </a:xfrm>
          <a:custGeom>
            <a:avLst/>
            <a:gdLst/>
            <a:ahLst/>
            <a:cxnLst/>
            <a:rect l="l" t="t" r="r" b="b"/>
            <a:pathLst>
              <a:path w="3836" h="28694">
                <a:moveTo>
                  <a:pt x="3818" y="1"/>
                </a:moveTo>
                <a:cubicBezTo>
                  <a:pt x="3809" y="1"/>
                  <a:pt x="3800" y="7"/>
                  <a:pt x="3800" y="19"/>
                </a:cubicBezTo>
                <a:cubicBezTo>
                  <a:pt x="3467" y="3781"/>
                  <a:pt x="3086" y="7520"/>
                  <a:pt x="2574" y="11258"/>
                </a:cubicBezTo>
                <a:cubicBezTo>
                  <a:pt x="2074" y="14949"/>
                  <a:pt x="1502" y="18628"/>
                  <a:pt x="943" y="22307"/>
                </a:cubicBezTo>
                <a:cubicBezTo>
                  <a:pt x="776" y="23319"/>
                  <a:pt x="621" y="24331"/>
                  <a:pt x="466" y="25355"/>
                </a:cubicBezTo>
                <a:cubicBezTo>
                  <a:pt x="311" y="26403"/>
                  <a:pt x="50" y="27498"/>
                  <a:pt x="14" y="28558"/>
                </a:cubicBezTo>
                <a:cubicBezTo>
                  <a:pt x="1" y="28644"/>
                  <a:pt x="69" y="28694"/>
                  <a:pt x="136" y="28694"/>
                </a:cubicBezTo>
                <a:cubicBezTo>
                  <a:pt x="189" y="28694"/>
                  <a:pt x="241" y="28662"/>
                  <a:pt x="252" y="28594"/>
                </a:cubicBezTo>
                <a:cubicBezTo>
                  <a:pt x="478" y="27713"/>
                  <a:pt x="550" y="26772"/>
                  <a:pt x="692" y="25867"/>
                </a:cubicBezTo>
                <a:cubicBezTo>
                  <a:pt x="835" y="24939"/>
                  <a:pt x="966" y="23998"/>
                  <a:pt x="1109" y="23069"/>
                </a:cubicBezTo>
                <a:cubicBezTo>
                  <a:pt x="1383" y="21200"/>
                  <a:pt x="1657" y="19331"/>
                  <a:pt x="1919" y="17473"/>
                </a:cubicBezTo>
                <a:cubicBezTo>
                  <a:pt x="2455" y="13782"/>
                  <a:pt x="2931" y="10091"/>
                  <a:pt x="3300" y="6389"/>
                </a:cubicBezTo>
                <a:cubicBezTo>
                  <a:pt x="3514" y="4269"/>
                  <a:pt x="3729" y="2150"/>
                  <a:pt x="3836" y="19"/>
                </a:cubicBezTo>
                <a:cubicBezTo>
                  <a:pt x="3836" y="7"/>
                  <a:pt x="3827" y="1"/>
                  <a:pt x="3818" y="1"/>
                </a:cubicBezTo>
                <a:close/>
              </a:path>
            </a:pathLst>
          </a:custGeom>
          <a:solidFill>
            <a:srgbClr val="1E3D28">
              <a:alpha val="53130"/>
            </a:srgbClr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4" name="Google Shape;1304;p15">
            <a:extLst>
              <a:ext uri="{FF2B5EF4-FFF2-40B4-BE49-F238E27FC236}">
                <a16:creationId xmlns:a16="http://schemas.microsoft.com/office/drawing/2014/main" id="{1692BAE2-AABA-408D-B21B-85C21C72DD72}"/>
              </a:ext>
            </a:extLst>
          </p:cNvPr>
          <p:cNvSpPr>
            <a:spLocks noGrp="1"/>
          </p:cNvSpPr>
          <p:nvPr/>
        </p:nvSpPr>
        <p:spPr>
          <a:xfrm>
            <a:off x="8633383" y="1971882"/>
            <a:ext cx="182381" cy="335073"/>
          </a:xfrm>
          <a:custGeom>
            <a:avLst/>
            <a:gdLst/>
            <a:ahLst/>
            <a:cxnLst/>
            <a:rect l="l" t="t" r="r" b="b"/>
            <a:pathLst>
              <a:path w="1763" h="3239">
                <a:moveTo>
                  <a:pt x="84" y="0"/>
                </a:moveTo>
                <a:lnTo>
                  <a:pt x="84" y="0"/>
                </a:lnTo>
                <a:cubicBezTo>
                  <a:pt x="1" y="2548"/>
                  <a:pt x="1763" y="3239"/>
                  <a:pt x="1763" y="3239"/>
                </a:cubicBezTo>
                <a:cubicBezTo>
                  <a:pt x="1406" y="2167"/>
                  <a:pt x="1168" y="2060"/>
                  <a:pt x="727" y="1298"/>
                </a:cubicBezTo>
                <a:cubicBezTo>
                  <a:pt x="477" y="881"/>
                  <a:pt x="263" y="441"/>
                  <a:pt x="84" y="0"/>
                </a:cubicBezTo>
                <a:close/>
              </a:path>
            </a:pathLst>
          </a:custGeom>
          <a:solidFill>
            <a:srgbClr val="1E3D28">
              <a:alpha val="53130"/>
            </a:srgbClr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5" name="Google Shape;1305;p15">
            <a:extLst>
              <a:ext uri="{FF2B5EF4-FFF2-40B4-BE49-F238E27FC236}">
                <a16:creationId xmlns:a16="http://schemas.microsoft.com/office/drawing/2014/main" id="{716F21E9-2DC2-4C30-8836-7F891FEA144C}"/>
              </a:ext>
            </a:extLst>
          </p:cNvPr>
          <p:cNvSpPr>
            <a:spLocks noGrp="1"/>
          </p:cNvSpPr>
          <p:nvPr/>
        </p:nvSpPr>
        <p:spPr>
          <a:xfrm>
            <a:off x="8815765" y="1927502"/>
            <a:ext cx="144208" cy="378212"/>
          </a:xfrm>
          <a:custGeom>
            <a:avLst/>
            <a:gdLst/>
            <a:ahLst/>
            <a:cxnLst/>
            <a:rect l="l" t="t" r="r" b="b"/>
            <a:pathLst>
              <a:path w="1394" h="3656">
                <a:moveTo>
                  <a:pt x="1274" y="1"/>
                </a:moveTo>
                <a:lnTo>
                  <a:pt x="1274" y="1"/>
                </a:lnTo>
                <a:cubicBezTo>
                  <a:pt x="869" y="584"/>
                  <a:pt x="619" y="1251"/>
                  <a:pt x="536" y="1953"/>
                </a:cubicBezTo>
                <a:cubicBezTo>
                  <a:pt x="369" y="3156"/>
                  <a:pt x="0" y="3656"/>
                  <a:pt x="0" y="3656"/>
                </a:cubicBezTo>
                <a:cubicBezTo>
                  <a:pt x="536" y="3334"/>
                  <a:pt x="917" y="2811"/>
                  <a:pt x="1083" y="2203"/>
                </a:cubicBezTo>
                <a:cubicBezTo>
                  <a:pt x="1393" y="1168"/>
                  <a:pt x="1060" y="429"/>
                  <a:pt x="1274" y="1"/>
                </a:cubicBezTo>
                <a:close/>
              </a:path>
            </a:pathLst>
          </a:custGeom>
          <a:solidFill>
            <a:srgbClr val="1E3D28">
              <a:alpha val="53130"/>
            </a:srgbClr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6" name="Google Shape;1306;p15">
            <a:extLst>
              <a:ext uri="{FF2B5EF4-FFF2-40B4-BE49-F238E27FC236}">
                <a16:creationId xmlns:a16="http://schemas.microsoft.com/office/drawing/2014/main" id="{12D2EDD3-0624-47F7-811D-3BE90C80EA80}"/>
              </a:ext>
            </a:extLst>
          </p:cNvPr>
          <p:cNvSpPr>
            <a:spLocks noGrp="1"/>
          </p:cNvSpPr>
          <p:nvPr/>
        </p:nvSpPr>
        <p:spPr>
          <a:xfrm>
            <a:off x="8839145" y="2128298"/>
            <a:ext cx="257486" cy="234106"/>
          </a:xfrm>
          <a:custGeom>
            <a:avLst/>
            <a:gdLst/>
            <a:ahLst/>
            <a:cxnLst/>
            <a:rect l="l" t="t" r="r" b="b"/>
            <a:pathLst>
              <a:path w="2489" h="2263">
                <a:moveTo>
                  <a:pt x="2489" y="0"/>
                </a:moveTo>
                <a:lnTo>
                  <a:pt x="2489" y="0"/>
                </a:lnTo>
                <a:cubicBezTo>
                  <a:pt x="2131" y="393"/>
                  <a:pt x="1727" y="751"/>
                  <a:pt x="1286" y="1036"/>
                </a:cubicBezTo>
                <a:cubicBezTo>
                  <a:pt x="798" y="1370"/>
                  <a:pt x="357" y="1786"/>
                  <a:pt x="0" y="2263"/>
                </a:cubicBezTo>
                <a:cubicBezTo>
                  <a:pt x="250" y="2048"/>
                  <a:pt x="941" y="2120"/>
                  <a:pt x="1572" y="1584"/>
                </a:cubicBezTo>
                <a:cubicBezTo>
                  <a:pt x="2191" y="1036"/>
                  <a:pt x="2489" y="1"/>
                  <a:pt x="2489" y="0"/>
                </a:cubicBezTo>
                <a:close/>
              </a:path>
            </a:pathLst>
          </a:custGeom>
          <a:solidFill>
            <a:srgbClr val="1E3D28">
              <a:alpha val="53130"/>
            </a:srgbClr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7" name="Google Shape;1307;p15">
            <a:extLst>
              <a:ext uri="{FF2B5EF4-FFF2-40B4-BE49-F238E27FC236}">
                <a16:creationId xmlns:a16="http://schemas.microsoft.com/office/drawing/2014/main" id="{8322D549-4EF4-4CF8-99D9-2603FEE27855}"/>
              </a:ext>
            </a:extLst>
          </p:cNvPr>
          <p:cNvSpPr>
            <a:spLocks noGrp="1"/>
          </p:cNvSpPr>
          <p:nvPr/>
        </p:nvSpPr>
        <p:spPr>
          <a:xfrm>
            <a:off x="8818144" y="2303231"/>
            <a:ext cx="317900" cy="218071"/>
          </a:xfrm>
          <a:custGeom>
            <a:avLst/>
            <a:gdLst/>
            <a:ahLst/>
            <a:cxnLst/>
            <a:rect l="l" t="t" r="r" b="b"/>
            <a:pathLst>
              <a:path w="3073" h="2108">
                <a:moveTo>
                  <a:pt x="3073" y="0"/>
                </a:moveTo>
                <a:cubicBezTo>
                  <a:pt x="2620" y="393"/>
                  <a:pt x="2120" y="714"/>
                  <a:pt x="1584" y="965"/>
                </a:cubicBezTo>
                <a:cubicBezTo>
                  <a:pt x="1001" y="1250"/>
                  <a:pt x="465" y="1643"/>
                  <a:pt x="1" y="2108"/>
                </a:cubicBezTo>
                <a:cubicBezTo>
                  <a:pt x="310" y="1917"/>
                  <a:pt x="1060" y="2096"/>
                  <a:pt x="1822" y="1596"/>
                </a:cubicBezTo>
                <a:cubicBezTo>
                  <a:pt x="2573" y="1096"/>
                  <a:pt x="3073" y="0"/>
                  <a:pt x="3073" y="0"/>
                </a:cubicBezTo>
                <a:close/>
              </a:path>
            </a:pathLst>
          </a:custGeom>
          <a:solidFill>
            <a:srgbClr val="1E3D28">
              <a:alpha val="53130"/>
            </a:srgbClr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8" name="Google Shape;1308;p15">
            <a:extLst>
              <a:ext uri="{FF2B5EF4-FFF2-40B4-BE49-F238E27FC236}">
                <a16:creationId xmlns:a16="http://schemas.microsoft.com/office/drawing/2014/main" id="{CE20A5B7-4565-44D4-9AA0-697615622C33}"/>
              </a:ext>
            </a:extLst>
          </p:cNvPr>
          <p:cNvSpPr>
            <a:spLocks noGrp="1"/>
          </p:cNvSpPr>
          <p:nvPr/>
        </p:nvSpPr>
        <p:spPr>
          <a:xfrm>
            <a:off x="8819386" y="2476820"/>
            <a:ext cx="374591" cy="178761"/>
          </a:xfrm>
          <a:custGeom>
            <a:avLst/>
            <a:gdLst/>
            <a:ahLst/>
            <a:cxnLst/>
            <a:rect l="l" t="t" r="r" b="b"/>
            <a:pathLst>
              <a:path w="3621" h="1728">
                <a:moveTo>
                  <a:pt x="3620" y="1"/>
                </a:moveTo>
                <a:cubicBezTo>
                  <a:pt x="3084" y="334"/>
                  <a:pt x="2501" y="596"/>
                  <a:pt x="1882" y="775"/>
                </a:cubicBezTo>
                <a:cubicBezTo>
                  <a:pt x="1203" y="977"/>
                  <a:pt x="572" y="1311"/>
                  <a:pt x="1" y="1727"/>
                </a:cubicBezTo>
                <a:cubicBezTo>
                  <a:pt x="85" y="1688"/>
                  <a:pt x="192" y="1677"/>
                  <a:pt x="318" y="1677"/>
                </a:cubicBezTo>
                <a:cubicBezTo>
                  <a:pt x="499" y="1677"/>
                  <a:pt x="719" y="1700"/>
                  <a:pt x="966" y="1700"/>
                </a:cubicBezTo>
                <a:cubicBezTo>
                  <a:pt x="1279" y="1700"/>
                  <a:pt x="1636" y="1662"/>
                  <a:pt x="2013" y="1489"/>
                </a:cubicBezTo>
                <a:cubicBezTo>
                  <a:pt x="2906" y="1072"/>
                  <a:pt x="3620" y="1"/>
                  <a:pt x="3620" y="1"/>
                </a:cubicBezTo>
                <a:close/>
              </a:path>
            </a:pathLst>
          </a:custGeom>
          <a:solidFill>
            <a:srgbClr val="1E3D28">
              <a:alpha val="53130"/>
            </a:srgbClr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9" name="Google Shape;1309;p15">
            <a:extLst>
              <a:ext uri="{FF2B5EF4-FFF2-40B4-BE49-F238E27FC236}">
                <a16:creationId xmlns:a16="http://schemas.microsoft.com/office/drawing/2014/main" id="{0A122442-41B9-4E15-B1F8-D95EAFAC75F9}"/>
              </a:ext>
            </a:extLst>
          </p:cNvPr>
          <p:cNvSpPr>
            <a:spLocks noGrp="1"/>
          </p:cNvSpPr>
          <p:nvPr/>
        </p:nvSpPr>
        <p:spPr>
          <a:xfrm>
            <a:off x="8818144" y="2648029"/>
            <a:ext cx="433661" cy="152277"/>
          </a:xfrm>
          <a:custGeom>
            <a:avLst/>
            <a:gdLst/>
            <a:ahLst/>
            <a:cxnLst/>
            <a:rect l="l" t="t" r="r" b="b"/>
            <a:pathLst>
              <a:path w="4192" h="1472">
                <a:moveTo>
                  <a:pt x="4192" y="1"/>
                </a:moveTo>
                <a:lnTo>
                  <a:pt x="4192" y="1"/>
                </a:lnTo>
                <a:cubicBezTo>
                  <a:pt x="3549" y="287"/>
                  <a:pt x="2882" y="477"/>
                  <a:pt x="2192" y="572"/>
                </a:cubicBezTo>
                <a:cubicBezTo>
                  <a:pt x="1418" y="703"/>
                  <a:pt x="679" y="953"/>
                  <a:pt x="1" y="1322"/>
                </a:cubicBezTo>
                <a:cubicBezTo>
                  <a:pt x="49" y="1308"/>
                  <a:pt x="102" y="1302"/>
                  <a:pt x="160" y="1302"/>
                </a:cubicBezTo>
                <a:cubicBezTo>
                  <a:pt x="473" y="1302"/>
                  <a:pt x="934" y="1471"/>
                  <a:pt x="1502" y="1471"/>
                </a:cubicBezTo>
                <a:cubicBezTo>
                  <a:pt x="1728" y="1471"/>
                  <a:pt x="1970" y="1445"/>
                  <a:pt x="2227" y="1370"/>
                </a:cubicBezTo>
                <a:cubicBezTo>
                  <a:pt x="3251" y="1061"/>
                  <a:pt x="4192" y="1"/>
                  <a:pt x="4192" y="1"/>
                </a:cubicBezTo>
                <a:close/>
              </a:path>
            </a:pathLst>
          </a:custGeom>
          <a:solidFill>
            <a:srgbClr val="1E3D28">
              <a:alpha val="53130"/>
            </a:srgbClr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0" name="Google Shape;1310;p15">
            <a:extLst>
              <a:ext uri="{FF2B5EF4-FFF2-40B4-BE49-F238E27FC236}">
                <a16:creationId xmlns:a16="http://schemas.microsoft.com/office/drawing/2014/main" id="{56E3C056-9EFE-4719-9D24-FF81DB5FC685}"/>
              </a:ext>
            </a:extLst>
          </p:cNvPr>
          <p:cNvSpPr>
            <a:spLocks noGrp="1"/>
          </p:cNvSpPr>
          <p:nvPr/>
        </p:nvSpPr>
        <p:spPr>
          <a:xfrm>
            <a:off x="8823110" y="2819238"/>
            <a:ext cx="470592" cy="141208"/>
          </a:xfrm>
          <a:custGeom>
            <a:avLst/>
            <a:gdLst/>
            <a:ahLst/>
            <a:cxnLst/>
            <a:rect l="l" t="t" r="r" b="b"/>
            <a:pathLst>
              <a:path w="4549" h="1365">
                <a:moveTo>
                  <a:pt x="4549" y="1"/>
                </a:moveTo>
                <a:cubicBezTo>
                  <a:pt x="3846" y="251"/>
                  <a:pt x="3120" y="406"/>
                  <a:pt x="2382" y="465"/>
                </a:cubicBezTo>
                <a:cubicBezTo>
                  <a:pt x="1548" y="537"/>
                  <a:pt x="751" y="751"/>
                  <a:pt x="0" y="1096"/>
                </a:cubicBezTo>
                <a:cubicBezTo>
                  <a:pt x="37" y="1088"/>
                  <a:pt x="76" y="1085"/>
                  <a:pt x="118" y="1085"/>
                </a:cubicBezTo>
                <a:cubicBezTo>
                  <a:pt x="487" y="1085"/>
                  <a:pt x="1035" y="1365"/>
                  <a:pt x="1759" y="1365"/>
                </a:cubicBezTo>
                <a:cubicBezTo>
                  <a:pt x="1947" y="1365"/>
                  <a:pt x="2146" y="1346"/>
                  <a:pt x="2358" y="1299"/>
                </a:cubicBezTo>
                <a:cubicBezTo>
                  <a:pt x="3477" y="1060"/>
                  <a:pt x="4549" y="1"/>
                  <a:pt x="4549" y="1"/>
                </a:cubicBezTo>
                <a:close/>
              </a:path>
            </a:pathLst>
          </a:custGeom>
          <a:solidFill>
            <a:srgbClr val="1E3D28">
              <a:alpha val="53130"/>
            </a:srgbClr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1" name="Google Shape;1311;p15">
            <a:extLst>
              <a:ext uri="{FF2B5EF4-FFF2-40B4-BE49-F238E27FC236}">
                <a16:creationId xmlns:a16="http://schemas.microsoft.com/office/drawing/2014/main" id="{E702B920-6F87-4730-BF4C-CDB39E6779A8}"/>
              </a:ext>
            </a:extLst>
          </p:cNvPr>
          <p:cNvSpPr>
            <a:spLocks noGrp="1"/>
          </p:cNvSpPr>
          <p:nvPr/>
        </p:nvSpPr>
        <p:spPr>
          <a:xfrm>
            <a:off x="8783696" y="3042793"/>
            <a:ext cx="508765" cy="95587"/>
          </a:xfrm>
          <a:custGeom>
            <a:avLst/>
            <a:gdLst/>
            <a:ahLst/>
            <a:cxnLst/>
            <a:rect l="l" t="t" r="r" b="b"/>
            <a:pathLst>
              <a:path w="4918" h="924">
                <a:moveTo>
                  <a:pt x="1772" y="0"/>
                </a:moveTo>
                <a:cubicBezTo>
                  <a:pt x="817" y="0"/>
                  <a:pt x="0" y="197"/>
                  <a:pt x="0" y="197"/>
                </a:cubicBezTo>
                <a:cubicBezTo>
                  <a:pt x="473" y="197"/>
                  <a:pt x="1180" y="924"/>
                  <a:pt x="2365" y="924"/>
                </a:cubicBezTo>
                <a:cubicBezTo>
                  <a:pt x="2374" y="924"/>
                  <a:pt x="2384" y="924"/>
                  <a:pt x="2394" y="924"/>
                </a:cubicBezTo>
                <a:cubicBezTo>
                  <a:pt x="3584" y="912"/>
                  <a:pt x="4918" y="43"/>
                  <a:pt x="4918" y="42"/>
                </a:cubicBezTo>
                <a:lnTo>
                  <a:pt x="4918" y="42"/>
                </a:lnTo>
                <a:cubicBezTo>
                  <a:pt x="4521" y="104"/>
                  <a:pt x="4120" y="133"/>
                  <a:pt x="3720" y="133"/>
                </a:cubicBezTo>
                <a:cubicBezTo>
                  <a:pt x="3340" y="133"/>
                  <a:pt x="2961" y="107"/>
                  <a:pt x="2584" y="54"/>
                </a:cubicBezTo>
                <a:cubicBezTo>
                  <a:pt x="2312" y="16"/>
                  <a:pt x="2037" y="0"/>
                  <a:pt x="1772" y="0"/>
                </a:cubicBezTo>
                <a:close/>
              </a:path>
            </a:pathLst>
          </a:custGeom>
          <a:solidFill>
            <a:srgbClr val="1E3D28">
              <a:alpha val="53130"/>
            </a:srgbClr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2" name="Google Shape;1312;p15">
            <a:extLst>
              <a:ext uri="{FF2B5EF4-FFF2-40B4-BE49-F238E27FC236}">
                <a16:creationId xmlns:a16="http://schemas.microsoft.com/office/drawing/2014/main" id="{D58993AB-B843-41F6-86BC-864900B2587E}"/>
              </a:ext>
            </a:extLst>
          </p:cNvPr>
          <p:cNvSpPr>
            <a:spLocks noGrp="1"/>
          </p:cNvSpPr>
          <p:nvPr/>
        </p:nvSpPr>
        <p:spPr>
          <a:xfrm>
            <a:off x="8778730" y="3255693"/>
            <a:ext cx="567938" cy="118967"/>
          </a:xfrm>
          <a:custGeom>
            <a:avLst/>
            <a:gdLst/>
            <a:ahLst/>
            <a:cxnLst/>
            <a:rect l="l" t="t" r="r" b="b"/>
            <a:pathLst>
              <a:path w="5490" h="1150">
                <a:moveTo>
                  <a:pt x="1151" y="0"/>
                </a:moveTo>
                <a:cubicBezTo>
                  <a:pt x="483" y="0"/>
                  <a:pt x="1" y="68"/>
                  <a:pt x="1" y="68"/>
                </a:cubicBezTo>
                <a:cubicBezTo>
                  <a:pt x="549" y="116"/>
                  <a:pt x="1251" y="1021"/>
                  <a:pt x="2584" y="1140"/>
                </a:cubicBezTo>
                <a:cubicBezTo>
                  <a:pt x="2667" y="1146"/>
                  <a:pt x="2751" y="1149"/>
                  <a:pt x="2835" y="1149"/>
                </a:cubicBezTo>
                <a:cubicBezTo>
                  <a:pt x="4107" y="1149"/>
                  <a:pt x="5490" y="437"/>
                  <a:pt x="5490" y="437"/>
                </a:cubicBezTo>
                <a:lnTo>
                  <a:pt x="5490" y="437"/>
                </a:lnTo>
                <a:cubicBezTo>
                  <a:pt x="5359" y="443"/>
                  <a:pt x="5229" y="445"/>
                  <a:pt x="5099" y="445"/>
                </a:cubicBezTo>
                <a:cubicBezTo>
                  <a:pt x="4360" y="445"/>
                  <a:pt x="3624" y="359"/>
                  <a:pt x="2906" y="187"/>
                </a:cubicBezTo>
                <a:cubicBezTo>
                  <a:pt x="2302" y="41"/>
                  <a:pt x="1670" y="0"/>
                  <a:pt x="1151" y="0"/>
                </a:cubicBezTo>
                <a:close/>
              </a:path>
            </a:pathLst>
          </a:custGeom>
          <a:solidFill>
            <a:srgbClr val="1E3D28">
              <a:alpha val="53130"/>
            </a:srgbClr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3" name="Google Shape;1313;p15">
            <a:extLst>
              <a:ext uri="{FF2B5EF4-FFF2-40B4-BE49-F238E27FC236}">
                <a16:creationId xmlns:a16="http://schemas.microsoft.com/office/drawing/2014/main" id="{D98683B3-756A-456A-8B88-3AA60DEE919B}"/>
              </a:ext>
            </a:extLst>
          </p:cNvPr>
          <p:cNvSpPr>
            <a:spLocks noGrp="1"/>
          </p:cNvSpPr>
          <p:nvPr/>
        </p:nvSpPr>
        <p:spPr>
          <a:xfrm>
            <a:off x="8757833" y="3446144"/>
            <a:ext cx="598663" cy="161484"/>
          </a:xfrm>
          <a:custGeom>
            <a:avLst/>
            <a:gdLst/>
            <a:ahLst/>
            <a:cxnLst/>
            <a:rect l="l" t="t" r="r" b="b"/>
            <a:pathLst>
              <a:path w="5787" h="1561">
                <a:moveTo>
                  <a:pt x="31" y="1"/>
                </a:moveTo>
                <a:cubicBezTo>
                  <a:pt x="11" y="1"/>
                  <a:pt x="0" y="1"/>
                  <a:pt x="0" y="1"/>
                </a:cubicBezTo>
                <a:cubicBezTo>
                  <a:pt x="560" y="120"/>
                  <a:pt x="1191" y="1180"/>
                  <a:pt x="2596" y="1477"/>
                </a:cubicBezTo>
                <a:cubicBezTo>
                  <a:pt x="2865" y="1537"/>
                  <a:pt x="3147" y="1561"/>
                  <a:pt x="3428" y="1561"/>
                </a:cubicBezTo>
                <a:cubicBezTo>
                  <a:pt x="4618" y="1561"/>
                  <a:pt x="5787" y="1132"/>
                  <a:pt x="5787" y="1132"/>
                </a:cubicBezTo>
                <a:cubicBezTo>
                  <a:pt x="4858" y="1061"/>
                  <a:pt x="3941" y="858"/>
                  <a:pt x="3060" y="525"/>
                </a:cubicBezTo>
                <a:cubicBezTo>
                  <a:pt x="1757" y="21"/>
                  <a:pt x="262" y="1"/>
                  <a:pt x="31" y="1"/>
                </a:cubicBezTo>
                <a:close/>
              </a:path>
            </a:pathLst>
          </a:custGeom>
          <a:solidFill>
            <a:srgbClr val="1E3D28">
              <a:alpha val="53130"/>
            </a:srgbClr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4" name="Google Shape;1314;p15">
            <a:extLst>
              <a:ext uri="{FF2B5EF4-FFF2-40B4-BE49-F238E27FC236}">
                <a16:creationId xmlns:a16="http://schemas.microsoft.com/office/drawing/2014/main" id="{7BCF9FE1-0430-4D0E-B94B-DFBA9C5ABCA0}"/>
              </a:ext>
            </a:extLst>
          </p:cNvPr>
          <p:cNvSpPr>
            <a:spLocks noGrp="1"/>
          </p:cNvSpPr>
          <p:nvPr/>
        </p:nvSpPr>
        <p:spPr>
          <a:xfrm>
            <a:off x="8728247" y="3688837"/>
            <a:ext cx="619663" cy="241865"/>
          </a:xfrm>
          <a:custGeom>
            <a:avLst/>
            <a:gdLst/>
            <a:ahLst/>
            <a:cxnLst/>
            <a:rect l="l" t="t" r="r" b="b"/>
            <a:pathLst>
              <a:path w="5990" h="2338">
                <a:moveTo>
                  <a:pt x="1" y="1"/>
                </a:moveTo>
                <a:lnTo>
                  <a:pt x="1" y="1"/>
                </a:lnTo>
                <a:cubicBezTo>
                  <a:pt x="572" y="239"/>
                  <a:pt x="1072" y="1465"/>
                  <a:pt x="2525" y="2037"/>
                </a:cubicBezTo>
                <a:cubicBezTo>
                  <a:pt x="3129" y="2269"/>
                  <a:pt x="3830" y="2337"/>
                  <a:pt x="4443" y="2337"/>
                </a:cubicBezTo>
                <a:cubicBezTo>
                  <a:pt x="5303" y="2337"/>
                  <a:pt x="5990" y="2203"/>
                  <a:pt x="5990" y="2203"/>
                </a:cubicBezTo>
                <a:cubicBezTo>
                  <a:pt x="5001" y="1965"/>
                  <a:pt x="4061" y="1584"/>
                  <a:pt x="3180" y="1084"/>
                </a:cubicBezTo>
                <a:cubicBezTo>
                  <a:pt x="1763" y="263"/>
                  <a:pt x="1" y="1"/>
                  <a:pt x="1" y="1"/>
                </a:cubicBezTo>
                <a:close/>
              </a:path>
            </a:pathLst>
          </a:custGeom>
          <a:solidFill>
            <a:srgbClr val="1E3D28">
              <a:alpha val="53130"/>
            </a:srgbClr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5" name="Google Shape;1315;p15">
            <a:extLst>
              <a:ext uri="{FF2B5EF4-FFF2-40B4-BE49-F238E27FC236}">
                <a16:creationId xmlns:a16="http://schemas.microsoft.com/office/drawing/2014/main" id="{689C34F2-3421-4D0B-8D8D-70E045EBBE41}"/>
              </a:ext>
            </a:extLst>
          </p:cNvPr>
          <p:cNvSpPr>
            <a:spLocks noGrp="1"/>
          </p:cNvSpPr>
          <p:nvPr/>
        </p:nvSpPr>
        <p:spPr>
          <a:xfrm>
            <a:off x="8687591" y="3949944"/>
            <a:ext cx="687423" cy="266900"/>
          </a:xfrm>
          <a:custGeom>
            <a:avLst/>
            <a:gdLst/>
            <a:ahLst/>
            <a:cxnLst/>
            <a:rect l="l" t="t" r="r" b="b"/>
            <a:pathLst>
              <a:path w="6645" h="2580">
                <a:moveTo>
                  <a:pt x="1" y="1"/>
                </a:moveTo>
                <a:lnTo>
                  <a:pt x="1" y="1"/>
                </a:lnTo>
                <a:cubicBezTo>
                  <a:pt x="656" y="251"/>
                  <a:pt x="1191" y="1620"/>
                  <a:pt x="2799" y="2239"/>
                </a:cubicBezTo>
                <a:cubicBezTo>
                  <a:pt x="3474" y="2502"/>
                  <a:pt x="4256" y="2579"/>
                  <a:pt x="4937" y="2579"/>
                </a:cubicBezTo>
                <a:cubicBezTo>
                  <a:pt x="5889" y="2579"/>
                  <a:pt x="6644" y="2430"/>
                  <a:pt x="6644" y="2430"/>
                </a:cubicBezTo>
                <a:cubicBezTo>
                  <a:pt x="5549" y="2168"/>
                  <a:pt x="4501" y="1751"/>
                  <a:pt x="3537" y="1191"/>
                </a:cubicBezTo>
                <a:cubicBezTo>
                  <a:pt x="1953" y="287"/>
                  <a:pt x="1" y="1"/>
                  <a:pt x="1" y="1"/>
                </a:cubicBezTo>
                <a:close/>
              </a:path>
            </a:pathLst>
          </a:custGeom>
          <a:solidFill>
            <a:srgbClr val="1E3D28">
              <a:alpha val="53130"/>
            </a:srgbClr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6" name="Google Shape;1316;p15">
            <a:extLst>
              <a:ext uri="{FF2B5EF4-FFF2-40B4-BE49-F238E27FC236}">
                <a16:creationId xmlns:a16="http://schemas.microsoft.com/office/drawing/2014/main" id="{3B24EA0F-7267-43B7-870E-F4697F8DDFD9}"/>
              </a:ext>
            </a:extLst>
          </p:cNvPr>
          <p:cNvSpPr>
            <a:spLocks noGrp="1"/>
          </p:cNvSpPr>
          <p:nvPr/>
        </p:nvSpPr>
        <p:spPr>
          <a:xfrm>
            <a:off x="8677763" y="4204947"/>
            <a:ext cx="631974" cy="316038"/>
          </a:xfrm>
          <a:custGeom>
            <a:avLst/>
            <a:gdLst/>
            <a:ahLst/>
            <a:cxnLst/>
            <a:rect l="l" t="t" r="r" b="b"/>
            <a:pathLst>
              <a:path w="6109" h="3055">
                <a:moveTo>
                  <a:pt x="1" y="0"/>
                </a:moveTo>
                <a:lnTo>
                  <a:pt x="1" y="0"/>
                </a:lnTo>
                <a:cubicBezTo>
                  <a:pt x="596" y="310"/>
                  <a:pt x="965" y="1679"/>
                  <a:pt x="2441" y="2453"/>
                </a:cubicBezTo>
                <a:cubicBezTo>
                  <a:pt x="3446" y="2972"/>
                  <a:pt x="4783" y="3055"/>
                  <a:pt x="5533" y="3055"/>
                </a:cubicBezTo>
                <a:cubicBezTo>
                  <a:pt x="5885" y="3055"/>
                  <a:pt x="6108" y="3036"/>
                  <a:pt x="6108" y="3036"/>
                </a:cubicBezTo>
                <a:cubicBezTo>
                  <a:pt x="5084" y="2667"/>
                  <a:pt x="4132" y="2155"/>
                  <a:pt x="3251" y="1524"/>
                </a:cubicBezTo>
                <a:cubicBezTo>
                  <a:pt x="1846" y="489"/>
                  <a:pt x="1" y="0"/>
                  <a:pt x="1" y="0"/>
                </a:cubicBezTo>
                <a:close/>
              </a:path>
            </a:pathLst>
          </a:custGeom>
          <a:solidFill>
            <a:srgbClr val="1E3D28">
              <a:alpha val="53130"/>
            </a:srgbClr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7" name="Google Shape;1317;p15">
            <a:extLst>
              <a:ext uri="{FF2B5EF4-FFF2-40B4-BE49-F238E27FC236}">
                <a16:creationId xmlns:a16="http://schemas.microsoft.com/office/drawing/2014/main" id="{353A9BA4-FBCF-4B34-8A97-B13FAE7CDC9D}"/>
              </a:ext>
            </a:extLst>
          </p:cNvPr>
          <p:cNvSpPr>
            <a:spLocks noGrp="1"/>
          </p:cNvSpPr>
          <p:nvPr/>
        </p:nvSpPr>
        <p:spPr>
          <a:xfrm>
            <a:off x="8633383" y="4447537"/>
            <a:ext cx="502662" cy="351211"/>
          </a:xfrm>
          <a:custGeom>
            <a:avLst/>
            <a:gdLst/>
            <a:ahLst/>
            <a:cxnLst/>
            <a:rect l="l" t="t" r="r" b="b"/>
            <a:pathLst>
              <a:path w="4859" h="3395">
                <a:moveTo>
                  <a:pt x="1" y="1"/>
                </a:moveTo>
                <a:cubicBezTo>
                  <a:pt x="477" y="346"/>
                  <a:pt x="620" y="1572"/>
                  <a:pt x="1787" y="2418"/>
                </a:cubicBezTo>
                <a:cubicBezTo>
                  <a:pt x="2954" y="3275"/>
                  <a:pt x="4859" y="3394"/>
                  <a:pt x="4859" y="3394"/>
                </a:cubicBezTo>
                <a:cubicBezTo>
                  <a:pt x="4025" y="2954"/>
                  <a:pt x="3275" y="2394"/>
                  <a:pt x="2608" y="1727"/>
                </a:cubicBezTo>
                <a:cubicBezTo>
                  <a:pt x="1525" y="656"/>
                  <a:pt x="1" y="1"/>
                  <a:pt x="1" y="1"/>
                </a:cubicBezTo>
                <a:close/>
              </a:path>
            </a:pathLst>
          </a:custGeom>
          <a:solidFill>
            <a:srgbClr val="1E3D28">
              <a:alpha val="53130"/>
            </a:srgbClr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8" name="Google Shape;1318;p15">
            <a:extLst>
              <a:ext uri="{FF2B5EF4-FFF2-40B4-BE49-F238E27FC236}">
                <a16:creationId xmlns:a16="http://schemas.microsoft.com/office/drawing/2014/main" id="{CFA03600-7BCF-4949-86C8-6B5A85330447}"/>
              </a:ext>
            </a:extLst>
          </p:cNvPr>
          <p:cNvSpPr>
            <a:spLocks noGrp="1"/>
          </p:cNvSpPr>
          <p:nvPr/>
        </p:nvSpPr>
        <p:spPr>
          <a:xfrm>
            <a:off x="8580417" y="4761610"/>
            <a:ext cx="345004" cy="326590"/>
          </a:xfrm>
          <a:custGeom>
            <a:avLst/>
            <a:gdLst/>
            <a:ahLst/>
            <a:cxnLst/>
            <a:rect l="l" t="t" r="r" b="b"/>
            <a:pathLst>
              <a:path w="3335" h="3157">
                <a:moveTo>
                  <a:pt x="1" y="1"/>
                </a:moveTo>
                <a:cubicBezTo>
                  <a:pt x="322" y="322"/>
                  <a:pt x="310" y="1287"/>
                  <a:pt x="1096" y="2061"/>
                </a:cubicBezTo>
                <a:cubicBezTo>
                  <a:pt x="1894" y="2847"/>
                  <a:pt x="3335" y="3156"/>
                  <a:pt x="3335" y="3156"/>
                </a:cubicBezTo>
                <a:cubicBezTo>
                  <a:pt x="2751" y="2716"/>
                  <a:pt x="2227" y="2204"/>
                  <a:pt x="1787" y="1632"/>
                </a:cubicBezTo>
                <a:cubicBezTo>
                  <a:pt x="1287" y="989"/>
                  <a:pt x="680" y="441"/>
                  <a:pt x="1" y="1"/>
                </a:cubicBezTo>
                <a:close/>
              </a:path>
            </a:pathLst>
          </a:custGeom>
          <a:solidFill>
            <a:srgbClr val="1E3D28">
              <a:alpha val="53130"/>
            </a:srgbClr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9" name="Google Shape;1319;p15">
            <a:extLst>
              <a:ext uri="{FF2B5EF4-FFF2-40B4-BE49-F238E27FC236}">
                <a16:creationId xmlns:a16="http://schemas.microsoft.com/office/drawing/2014/main" id="{41BDD464-B298-41E1-8307-191485027AD6}"/>
              </a:ext>
            </a:extLst>
          </p:cNvPr>
          <p:cNvSpPr>
            <a:spLocks noGrp="1"/>
          </p:cNvSpPr>
          <p:nvPr/>
        </p:nvSpPr>
        <p:spPr>
          <a:xfrm>
            <a:off x="8544727" y="2180022"/>
            <a:ext cx="248900" cy="294521"/>
          </a:xfrm>
          <a:custGeom>
            <a:avLst/>
            <a:gdLst/>
            <a:ahLst/>
            <a:cxnLst/>
            <a:rect l="l" t="t" r="r" b="b"/>
            <a:pathLst>
              <a:path w="2406" h="2847">
                <a:moveTo>
                  <a:pt x="1" y="0"/>
                </a:moveTo>
                <a:lnTo>
                  <a:pt x="1" y="0"/>
                </a:lnTo>
                <a:cubicBezTo>
                  <a:pt x="1" y="1"/>
                  <a:pt x="191" y="1191"/>
                  <a:pt x="786" y="1870"/>
                </a:cubicBezTo>
                <a:cubicBezTo>
                  <a:pt x="1394" y="2548"/>
                  <a:pt x="2168" y="2572"/>
                  <a:pt x="2406" y="2846"/>
                </a:cubicBezTo>
                <a:cubicBezTo>
                  <a:pt x="2084" y="2275"/>
                  <a:pt x="1668" y="1751"/>
                  <a:pt x="1167" y="1322"/>
                </a:cubicBezTo>
                <a:cubicBezTo>
                  <a:pt x="715" y="941"/>
                  <a:pt x="322" y="501"/>
                  <a:pt x="1" y="0"/>
                </a:cubicBezTo>
                <a:close/>
              </a:path>
            </a:pathLst>
          </a:custGeom>
          <a:solidFill>
            <a:srgbClr val="1E3D28">
              <a:alpha val="53130"/>
            </a:srgbClr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0" name="Google Shape;1320;p15">
            <a:extLst>
              <a:ext uri="{FF2B5EF4-FFF2-40B4-BE49-F238E27FC236}">
                <a16:creationId xmlns:a16="http://schemas.microsoft.com/office/drawing/2014/main" id="{4B702376-5967-42A4-A819-02F919A15531}"/>
              </a:ext>
            </a:extLst>
          </p:cNvPr>
          <p:cNvSpPr>
            <a:spLocks noGrp="1"/>
          </p:cNvSpPr>
          <p:nvPr/>
        </p:nvSpPr>
        <p:spPr>
          <a:xfrm>
            <a:off x="8456070" y="2342645"/>
            <a:ext cx="315418" cy="271038"/>
          </a:xfrm>
          <a:custGeom>
            <a:avLst/>
            <a:gdLst/>
            <a:ahLst/>
            <a:cxnLst/>
            <a:rect l="l" t="t" r="r" b="b"/>
            <a:pathLst>
              <a:path w="3049" h="2620">
                <a:moveTo>
                  <a:pt x="0" y="0"/>
                </a:moveTo>
                <a:cubicBezTo>
                  <a:pt x="0" y="0"/>
                  <a:pt x="405" y="1238"/>
                  <a:pt x="1155" y="1857"/>
                </a:cubicBezTo>
                <a:cubicBezTo>
                  <a:pt x="1917" y="2477"/>
                  <a:pt x="2739" y="2369"/>
                  <a:pt x="3048" y="2619"/>
                </a:cubicBezTo>
                <a:cubicBezTo>
                  <a:pt x="2608" y="2072"/>
                  <a:pt x="2072" y="1584"/>
                  <a:pt x="1477" y="1203"/>
                </a:cubicBezTo>
                <a:cubicBezTo>
                  <a:pt x="929" y="881"/>
                  <a:pt x="429" y="476"/>
                  <a:pt x="0" y="0"/>
                </a:cubicBezTo>
                <a:close/>
              </a:path>
            </a:pathLst>
          </a:custGeom>
          <a:solidFill>
            <a:srgbClr val="1E3D28">
              <a:alpha val="53130"/>
            </a:srgbClr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1" name="Google Shape;1321;p15">
            <a:extLst>
              <a:ext uri="{FF2B5EF4-FFF2-40B4-BE49-F238E27FC236}">
                <a16:creationId xmlns:a16="http://schemas.microsoft.com/office/drawing/2014/main" id="{C709D5E9-BEB5-475F-AC60-72B152187B06}"/>
              </a:ext>
            </a:extLst>
          </p:cNvPr>
          <p:cNvSpPr>
            <a:spLocks noGrp="1"/>
          </p:cNvSpPr>
          <p:nvPr/>
        </p:nvSpPr>
        <p:spPr>
          <a:xfrm>
            <a:off x="8363690" y="2501544"/>
            <a:ext cx="383177" cy="247658"/>
          </a:xfrm>
          <a:custGeom>
            <a:avLst/>
            <a:gdLst/>
            <a:ahLst/>
            <a:cxnLst/>
            <a:rect l="l" t="t" r="r" b="b"/>
            <a:pathLst>
              <a:path w="3704" h="2394">
                <a:moveTo>
                  <a:pt x="0" y="0"/>
                </a:moveTo>
                <a:cubicBezTo>
                  <a:pt x="1" y="0"/>
                  <a:pt x="620" y="1274"/>
                  <a:pt x="1536" y="1834"/>
                </a:cubicBezTo>
                <a:cubicBezTo>
                  <a:pt x="2453" y="2393"/>
                  <a:pt x="3334" y="2143"/>
                  <a:pt x="3703" y="2369"/>
                </a:cubicBezTo>
                <a:cubicBezTo>
                  <a:pt x="3144" y="1834"/>
                  <a:pt x="2489" y="1405"/>
                  <a:pt x="1786" y="1083"/>
                </a:cubicBezTo>
                <a:cubicBezTo>
                  <a:pt x="1143" y="810"/>
                  <a:pt x="536" y="441"/>
                  <a:pt x="0" y="0"/>
                </a:cubicBezTo>
                <a:close/>
              </a:path>
            </a:pathLst>
          </a:custGeom>
          <a:solidFill>
            <a:srgbClr val="1E3D28">
              <a:alpha val="53130"/>
            </a:srgbClr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2" name="Google Shape;1322;p15">
            <a:extLst>
              <a:ext uri="{FF2B5EF4-FFF2-40B4-BE49-F238E27FC236}">
                <a16:creationId xmlns:a16="http://schemas.microsoft.com/office/drawing/2014/main" id="{7B435452-4491-4370-B469-0F074CC5BDA8}"/>
              </a:ext>
            </a:extLst>
          </p:cNvPr>
          <p:cNvSpPr>
            <a:spLocks noGrp="1"/>
          </p:cNvSpPr>
          <p:nvPr/>
        </p:nvSpPr>
        <p:spPr>
          <a:xfrm>
            <a:off x="8299655" y="2687443"/>
            <a:ext cx="424971" cy="244037"/>
          </a:xfrm>
          <a:custGeom>
            <a:avLst/>
            <a:gdLst/>
            <a:ahLst/>
            <a:cxnLst/>
            <a:rect l="l" t="t" r="r" b="b"/>
            <a:pathLst>
              <a:path w="4108" h="2359">
                <a:moveTo>
                  <a:pt x="0" y="1"/>
                </a:moveTo>
                <a:cubicBezTo>
                  <a:pt x="0" y="1"/>
                  <a:pt x="750" y="1299"/>
                  <a:pt x="1762" y="1834"/>
                </a:cubicBezTo>
                <a:cubicBezTo>
                  <a:pt x="2774" y="2358"/>
                  <a:pt x="3691" y="2037"/>
                  <a:pt x="4108" y="2239"/>
                </a:cubicBezTo>
                <a:cubicBezTo>
                  <a:pt x="3465" y="1715"/>
                  <a:pt x="2739" y="1299"/>
                  <a:pt x="1965" y="1013"/>
                </a:cubicBezTo>
                <a:cubicBezTo>
                  <a:pt x="1262" y="763"/>
                  <a:pt x="608" y="429"/>
                  <a:pt x="0" y="1"/>
                </a:cubicBezTo>
                <a:close/>
              </a:path>
            </a:pathLst>
          </a:custGeom>
          <a:solidFill>
            <a:srgbClr val="1E3D28">
              <a:alpha val="53130"/>
            </a:srgbClr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3" name="Google Shape;1323;p15">
            <a:extLst>
              <a:ext uri="{FF2B5EF4-FFF2-40B4-BE49-F238E27FC236}">
                <a16:creationId xmlns:a16="http://schemas.microsoft.com/office/drawing/2014/main" id="{CE22D8C9-FD8E-4AD7-852C-30CB2B4F6138}"/>
              </a:ext>
            </a:extLst>
          </p:cNvPr>
          <p:cNvSpPr>
            <a:spLocks noGrp="1"/>
          </p:cNvSpPr>
          <p:nvPr/>
        </p:nvSpPr>
        <p:spPr>
          <a:xfrm>
            <a:off x="8244205" y="2907998"/>
            <a:ext cx="487868" cy="168002"/>
          </a:xfrm>
          <a:custGeom>
            <a:avLst/>
            <a:gdLst/>
            <a:ahLst/>
            <a:cxnLst/>
            <a:rect l="l" t="t" r="r" b="b"/>
            <a:pathLst>
              <a:path w="4716" h="1624">
                <a:moveTo>
                  <a:pt x="1" y="0"/>
                </a:moveTo>
                <a:cubicBezTo>
                  <a:pt x="1" y="0"/>
                  <a:pt x="1060" y="1179"/>
                  <a:pt x="2215" y="1512"/>
                </a:cubicBezTo>
                <a:cubicBezTo>
                  <a:pt x="2497" y="1593"/>
                  <a:pt x="2762" y="1623"/>
                  <a:pt x="3009" y="1623"/>
                </a:cubicBezTo>
                <a:cubicBezTo>
                  <a:pt x="3670" y="1623"/>
                  <a:pt x="4200" y="1411"/>
                  <a:pt x="4558" y="1411"/>
                </a:cubicBezTo>
                <a:cubicBezTo>
                  <a:pt x="4615" y="1411"/>
                  <a:pt x="4667" y="1417"/>
                  <a:pt x="4715" y="1429"/>
                </a:cubicBezTo>
                <a:cubicBezTo>
                  <a:pt x="4715" y="1429"/>
                  <a:pt x="3513" y="774"/>
                  <a:pt x="2251" y="619"/>
                </a:cubicBezTo>
                <a:cubicBezTo>
                  <a:pt x="1477" y="524"/>
                  <a:pt x="715" y="310"/>
                  <a:pt x="1" y="0"/>
                </a:cubicBezTo>
                <a:close/>
              </a:path>
            </a:pathLst>
          </a:custGeom>
          <a:solidFill>
            <a:srgbClr val="1E3D28">
              <a:alpha val="53130"/>
            </a:srgbClr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4" name="Google Shape;1324;p15">
            <a:extLst>
              <a:ext uri="{FF2B5EF4-FFF2-40B4-BE49-F238E27FC236}">
                <a16:creationId xmlns:a16="http://schemas.microsoft.com/office/drawing/2014/main" id="{D3424AD4-7AB1-409D-BAA7-65818CDA18FD}"/>
              </a:ext>
            </a:extLst>
          </p:cNvPr>
          <p:cNvSpPr>
            <a:spLocks noGrp="1"/>
          </p:cNvSpPr>
          <p:nvPr/>
        </p:nvSpPr>
        <p:spPr>
          <a:xfrm>
            <a:off x="8132169" y="3132070"/>
            <a:ext cx="556766" cy="153622"/>
          </a:xfrm>
          <a:custGeom>
            <a:avLst/>
            <a:gdLst/>
            <a:ahLst/>
            <a:cxnLst/>
            <a:rect l="l" t="t" r="r" b="b"/>
            <a:pathLst>
              <a:path w="5382" h="1485">
                <a:moveTo>
                  <a:pt x="0" y="1"/>
                </a:moveTo>
                <a:cubicBezTo>
                  <a:pt x="0" y="1"/>
                  <a:pt x="1298" y="1192"/>
                  <a:pt x="2619" y="1430"/>
                </a:cubicBezTo>
                <a:cubicBezTo>
                  <a:pt x="2824" y="1468"/>
                  <a:pt x="3019" y="1485"/>
                  <a:pt x="3205" y="1485"/>
                </a:cubicBezTo>
                <a:cubicBezTo>
                  <a:pt x="4138" y="1485"/>
                  <a:pt x="4825" y="1075"/>
                  <a:pt x="5274" y="1075"/>
                </a:cubicBezTo>
                <a:cubicBezTo>
                  <a:pt x="5312" y="1075"/>
                  <a:pt x="5347" y="1078"/>
                  <a:pt x="5382" y="1084"/>
                </a:cubicBezTo>
                <a:cubicBezTo>
                  <a:pt x="5382" y="1084"/>
                  <a:pt x="3977" y="489"/>
                  <a:pt x="2560" y="442"/>
                </a:cubicBezTo>
                <a:cubicBezTo>
                  <a:pt x="1691" y="418"/>
                  <a:pt x="822" y="263"/>
                  <a:pt x="0" y="1"/>
                </a:cubicBezTo>
                <a:close/>
              </a:path>
            </a:pathLst>
          </a:custGeom>
          <a:solidFill>
            <a:srgbClr val="1E3D28">
              <a:alpha val="53130"/>
            </a:srgbClr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5" name="Google Shape;1325;p15">
            <a:extLst>
              <a:ext uri="{FF2B5EF4-FFF2-40B4-BE49-F238E27FC236}">
                <a16:creationId xmlns:a16="http://schemas.microsoft.com/office/drawing/2014/main" id="{EF06DC1E-3303-47CB-8D3F-3DA65E9A39D9}"/>
              </a:ext>
            </a:extLst>
          </p:cNvPr>
          <p:cNvSpPr>
            <a:spLocks noGrp="1"/>
          </p:cNvSpPr>
          <p:nvPr/>
        </p:nvSpPr>
        <p:spPr>
          <a:xfrm>
            <a:off x="8045892" y="3394522"/>
            <a:ext cx="609836" cy="122484"/>
          </a:xfrm>
          <a:custGeom>
            <a:avLst/>
            <a:gdLst/>
            <a:ahLst/>
            <a:cxnLst/>
            <a:rect l="l" t="t" r="r" b="b"/>
            <a:pathLst>
              <a:path w="5895" h="1184">
                <a:moveTo>
                  <a:pt x="1" y="0"/>
                </a:moveTo>
                <a:lnTo>
                  <a:pt x="1" y="0"/>
                </a:lnTo>
                <a:cubicBezTo>
                  <a:pt x="1" y="0"/>
                  <a:pt x="1560" y="1095"/>
                  <a:pt x="2989" y="1179"/>
                </a:cubicBezTo>
                <a:cubicBezTo>
                  <a:pt x="3048" y="1182"/>
                  <a:pt x="3105" y="1183"/>
                  <a:pt x="3162" y="1183"/>
                </a:cubicBezTo>
                <a:cubicBezTo>
                  <a:pt x="4481" y="1183"/>
                  <a:pt x="5310" y="428"/>
                  <a:pt x="5870" y="428"/>
                </a:cubicBezTo>
                <a:cubicBezTo>
                  <a:pt x="5878" y="428"/>
                  <a:pt x="5886" y="428"/>
                  <a:pt x="5894" y="429"/>
                </a:cubicBezTo>
                <a:cubicBezTo>
                  <a:pt x="5894" y="429"/>
                  <a:pt x="4731" y="99"/>
                  <a:pt x="3457" y="99"/>
                </a:cubicBezTo>
                <a:cubicBezTo>
                  <a:pt x="3239" y="99"/>
                  <a:pt x="3018" y="108"/>
                  <a:pt x="2799" y="131"/>
                </a:cubicBezTo>
                <a:cubicBezTo>
                  <a:pt x="2480" y="159"/>
                  <a:pt x="2162" y="174"/>
                  <a:pt x="1844" y="174"/>
                </a:cubicBezTo>
                <a:cubicBezTo>
                  <a:pt x="1224" y="174"/>
                  <a:pt x="607" y="118"/>
                  <a:pt x="1" y="0"/>
                </a:cubicBezTo>
                <a:close/>
              </a:path>
            </a:pathLst>
          </a:custGeom>
          <a:solidFill>
            <a:srgbClr val="1E3D28">
              <a:alpha val="53130"/>
            </a:srgbClr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6" name="Google Shape;1326;p15">
            <a:extLst>
              <a:ext uri="{FF2B5EF4-FFF2-40B4-BE49-F238E27FC236}">
                <a16:creationId xmlns:a16="http://schemas.microsoft.com/office/drawing/2014/main" id="{9448DD39-C311-4A64-80E4-7E9437F8550C}"/>
              </a:ext>
            </a:extLst>
          </p:cNvPr>
          <p:cNvSpPr>
            <a:spLocks noGrp="1"/>
          </p:cNvSpPr>
          <p:nvPr/>
        </p:nvSpPr>
        <p:spPr>
          <a:xfrm>
            <a:off x="7947408" y="3667319"/>
            <a:ext cx="657836" cy="142036"/>
          </a:xfrm>
          <a:custGeom>
            <a:avLst/>
            <a:gdLst/>
            <a:ahLst/>
            <a:cxnLst/>
            <a:rect l="l" t="t" r="r" b="b"/>
            <a:pathLst>
              <a:path w="6359" h="1373">
                <a:moveTo>
                  <a:pt x="5273" y="0"/>
                </a:moveTo>
                <a:cubicBezTo>
                  <a:pt x="4632" y="0"/>
                  <a:pt x="3792" y="54"/>
                  <a:pt x="3000" y="268"/>
                </a:cubicBezTo>
                <a:cubicBezTo>
                  <a:pt x="2106" y="497"/>
                  <a:pt x="1181" y="616"/>
                  <a:pt x="254" y="616"/>
                </a:cubicBezTo>
                <a:cubicBezTo>
                  <a:pt x="169" y="616"/>
                  <a:pt x="85" y="615"/>
                  <a:pt x="0" y="613"/>
                </a:cubicBezTo>
                <a:lnTo>
                  <a:pt x="0" y="613"/>
                </a:lnTo>
                <a:cubicBezTo>
                  <a:pt x="0" y="613"/>
                  <a:pt x="1547" y="1372"/>
                  <a:pt x="2997" y="1372"/>
                </a:cubicBezTo>
                <a:cubicBezTo>
                  <a:pt x="3130" y="1372"/>
                  <a:pt x="3263" y="1366"/>
                  <a:pt x="3393" y="1352"/>
                </a:cubicBezTo>
                <a:cubicBezTo>
                  <a:pt x="4941" y="1197"/>
                  <a:pt x="5739" y="125"/>
                  <a:pt x="6358" y="54"/>
                </a:cubicBezTo>
                <a:cubicBezTo>
                  <a:pt x="6358" y="54"/>
                  <a:pt x="5915" y="0"/>
                  <a:pt x="5273" y="0"/>
                </a:cubicBezTo>
                <a:close/>
              </a:path>
            </a:pathLst>
          </a:custGeom>
          <a:solidFill>
            <a:srgbClr val="1E3D28">
              <a:alpha val="53130"/>
            </a:srgbClr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7" name="Google Shape;1327;p15">
            <a:extLst>
              <a:ext uri="{FF2B5EF4-FFF2-40B4-BE49-F238E27FC236}">
                <a16:creationId xmlns:a16="http://schemas.microsoft.com/office/drawing/2014/main" id="{7F2F7D28-292C-4F2D-96D6-7D753010DA12}"/>
              </a:ext>
            </a:extLst>
          </p:cNvPr>
          <p:cNvSpPr>
            <a:spLocks noGrp="1"/>
          </p:cNvSpPr>
          <p:nvPr/>
        </p:nvSpPr>
        <p:spPr>
          <a:xfrm>
            <a:off x="7840234" y="3927805"/>
            <a:ext cx="730458" cy="157450"/>
          </a:xfrm>
          <a:custGeom>
            <a:avLst/>
            <a:gdLst/>
            <a:ahLst/>
            <a:cxnLst/>
            <a:rect l="l" t="t" r="r" b="b"/>
            <a:pathLst>
              <a:path w="7061" h="1522">
                <a:moveTo>
                  <a:pt x="5858" y="0"/>
                </a:moveTo>
                <a:cubicBezTo>
                  <a:pt x="5147" y="0"/>
                  <a:pt x="4215" y="60"/>
                  <a:pt x="3334" y="298"/>
                </a:cubicBezTo>
                <a:cubicBezTo>
                  <a:pt x="2340" y="560"/>
                  <a:pt x="1316" y="682"/>
                  <a:pt x="281" y="682"/>
                </a:cubicBezTo>
                <a:cubicBezTo>
                  <a:pt x="187" y="682"/>
                  <a:pt x="94" y="681"/>
                  <a:pt x="0" y="679"/>
                </a:cubicBezTo>
                <a:lnTo>
                  <a:pt x="0" y="679"/>
                </a:lnTo>
                <a:cubicBezTo>
                  <a:pt x="0" y="679"/>
                  <a:pt x="1736" y="1522"/>
                  <a:pt x="3347" y="1522"/>
                </a:cubicBezTo>
                <a:cubicBezTo>
                  <a:pt x="3491" y="1522"/>
                  <a:pt x="3634" y="1515"/>
                  <a:pt x="3775" y="1501"/>
                </a:cubicBezTo>
                <a:cubicBezTo>
                  <a:pt x="5489" y="1322"/>
                  <a:pt x="6370" y="131"/>
                  <a:pt x="7061" y="60"/>
                </a:cubicBezTo>
                <a:cubicBezTo>
                  <a:pt x="7061" y="60"/>
                  <a:pt x="6570" y="0"/>
                  <a:pt x="5858" y="0"/>
                </a:cubicBezTo>
                <a:close/>
              </a:path>
            </a:pathLst>
          </a:custGeom>
          <a:solidFill>
            <a:srgbClr val="1E3D28">
              <a:alpha val="53130"/>
            </a:srgbClr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8" name="Google Shape;1328;p15">
            <a:extLst>
              <a:ext uri="{FF2B5EF4-FFF2-40B4-BE49-F238E27FC236}">
                <a16:creationId xmlns:a16="http://schemas.microsoft.com/office/drawing/2014/main" id="{AF45F5EF-747E-4738-8137-E59DFC2FB977}"/>
              </a:ext>
            </a:extLst>
          </p:cNvPr>
          <p:cNvSpPr>
            <a:spLocks noGrp="1"/>
          </p:cNvSpPr>
          <p:nvPr/>
        </p:nvSpPr>
        <p:spPr>
          <a:xfrm>
            <a:off x="7842717" y="4147015"/>
            <a:ext cx="691044" cy="188278"/>
          </a:xfrm>
          <a:custGeom>
            <a:avLst/>
            <a:gdLst/>
            <a:ahLst/>
            <a:cxnLst/>
            <a:rect l="l" t="t" r="r" b="b"/>
            <a:pathLst>
              <a:path w="6680" h="1820">
                <a:moveTo>
                  <a:pt x="6672" y="1"/>
                </a:moveTo>
                <a:cubicBezTo>
                  <a:pt x="6541" y="1"/>
                  <a:pt x="4715" y="12"/>
                  <a:pt x="3143" y="620"/>
                </a:cubicBezTo>
                <a:cubicBezTo>
                  <a:pt x="2131" y="1001"/>
                  <a:pt x="1072" y="1251"/>
                  <a:pt x="0" y="1334"/>
                </a:cubicBezTo>
                <a:cubicBezTo>
                  <a:pt x="0" y="1334"/>
                  <a:pt x="1353" y="1819"/>
                  <a:pt x="2728" y="1819"/>
                </a:cubicBezTo>
                <a:cubicBezTo>
                  <a:pt x="3049" y="1819"/>
                  <a:pt x="3372" y="1793"/>
                  <a:pt x="3679" y="1727"/>
                </a:cubicBezTo>
                <a:cubicBezTo>
                  <a:pt x="5310" y="1370"/>
                  <a:pt x="6025" y="144"/>
                  <a:pt x="6679" y="1"/>
                </a:cubicBezTo>
                <a:cubicBezTo>
                  <a:pt x="6679" y="1"/>
                  <a:pt x="6677" y="1"/>
                  <a:pt x="6672" y="1"/>
                </a:cubicBezTo>
                <a:close/>
              </a:path>
            </a:pathLst>
          </a:custGeom>
          <a:solidFill>
            <a:srgbClr val="1E3D28">
              <a:alpha val="53130"/>
            </a:srgbClr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9" name="Google Shape;1329;p15">
            <a:extLst>
              <a:ext uri="{FF2B5EF4-FFF2-40B4-BE49-F238E27FC236}">
                <a16:creationId xmlns:a16="http://schemas.microsoft.com/office/drawing/2014/main" id="{2B13B8F9-DA1E-4DA0-91CE-4243DEE17284}"/>
              </a:ext>
            </a:extLst>
          </p:cNvPr>
          <p:cNvSpPr>
            <a:spLocks noGrp="1"/>
          </p:cNvSpPr>
          <p:nvPr/>
        </p:nvSpPr>
        <p:spPr>
          <a:xfrm>
            <a:off x="7919063" y="4390950"/>
            <a:ext cx="576525" cy="221485"/>
          </a:xfrm>
          <a:custGeom>
            <a:avLst/>
            <a:gdLst/>
            <a:ahLst/>
            <a:cxnLst/>
            <a:rect l="l" t="t" r="r" b="b"/>
            <a:pathLst>
              <a:path w="5573" h="2141">
                <a:moveTo>
                  <a:pt x="5572" y="0"/>
                </a:moveTo>
                <a:lnTo>
                  <a:pt x="5572" y="0"/>
                </a:lnTo>
                <a:cubicBezTo>
                  <a:pt x="5572" y="0"/>
                  <a:pt x="3929" y="238"/>
                  <a:pt x="2620" y="988"/>
                </a:cubicBezTo>
                <a:cubicBezTo>
                  <a:pt x="1798" y="1453"/>
                  <a:pt x="917" y="1798"/>
                  <a:pt x="0" y="2012"/>
                </a:cubicBezTo>
                <a:cubicBezTo>
                  <a:pt x="0" y="2012"/>
                  <a:pt x="652" y="2141"/>
                  <a:pt x="1465" y="2141"/>
                </a:cubicBezTo>
                <a:cubicBezTo>
                  <a:pt x="2029" y="2141"/>
                  <a:pt x="2671" y="2079"/>
                  <a:pt x="3227" y="1869"/>
                </a:cubicBezTo>
                <a:cubicBezTo>
                  <a:pt x="4584" y="1357"/>
                  <a:pt x="5037" y="203"/>
                  <a:pt x="5572" y="0"/>
                </a:cubicBezTo>
                <a:close/>
              </a:path>
            </a:pathLst>
          </a:custGeom>
          <a:solidFill>
            <a:srgbClr val="1E3D28">
              <a:alpha val="53130"/>
            </a:srgbClr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0" name="Google Shape;1330;p15">
            <a:extLst>
              <a:ext uri="{FF2B5EF4-FFF2-40B4-BE49-F238E27FC236}">
                <a16:creationId xmlns:a16="http://schemas.microsoft.com/office/drawing/2014/main" id="{72D42FE6-0952-40AF-BE90-E0159E20C912}"/>
              </a:ext>
            </a:extLst>
          </p:cNvPr>
          <p:cNvSpPr>
            <a:spLocks noGrp="1"/>
          </p:cNvSpPr>
          <p:nvPr/>
        </p:nvSpPr>
        <p:spPr>
          <a:xfrm>
            <a:off x="8056961" y="4656919"/>
            <a:ext cx="417626" cy="224589"/>
          </a:xfrm>
          <a:custGeom>
            <a:avLst/>
            <a:gdLst/>
            <a:ahLst/>
            <a:cxnLst/>
            <a:rect l="l" t="t" r="r" b="b"/>
            <a:pathLst>
              <a:path w="4037" h="2171">
                <a:moveTo>
                  <a:pt x="4037" y="1"/>
                </a:moveTo>
                <a:lnTo>
                  <a:pt x="4037" y="1"/>
                </a:lnTo>
                <a:cubicBezTo>
                  <a:pt x="3263" y="239"/>
                  <a:pt x="2537" y="608"/>
                  <a:pt x="1882" y="1084"/>
                </a:cubicBezTo>
                <a:cubicBezTo>
                  <a:pt x="1310" y="1537"/>
                  <a:pt x="668" y="1894"/>
                  <a:pt x="1" y="2168"/>
                </a:cubicBezTo>
                <a:cubicBezTo>
                  <a:pt x="1" y="2168"/>
                  <a:pt x="63" y="2171"/>
                  <a:pt x="172" y="2171"/>
                </a:cubicBezTo>
                <a:cubicBezTo>
                  <a:pt x="586" y="2171"/>
                  <a:pt x="1667" y="2126"/>
                  <a:pt x="2442" y="1692"/>
                </a:cubicBezTo>
                <a:cubicBezTo>
                  <a:pt x="3418" y="1156"/>
                  <a:pt x="3644" y="227"/>
                  <a:pt x="4037" y="1"/>
                </a:cubicBezTo>
                <a:close/>
              </a:path>
            </a:pathLst>
          </a:custGeom>
          <a:solidFill>
            <a:srgbClr val="1E3D28">
              <a:alpha val="53130"/>
            </a:srgbClr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1" name="Google Shape;1331;p15">
            <a:extLst>
              <a:ext uri="{FF2B5EF4-FFF2-40B4-BE49-F238E27FC236}">
                <a16:creationId xmlns:a16="http://schemas.microsoft.com/office/drawing/2014/main" id="{B1363424-7A0D-4309-9ED4-2CF92CD578DB}"/>
              </a:ext>
            </a:extLst>
          </p:cNvPr>
          <p:cNvSpPr>
            <a:spLocks noGrp="1"/>
          </p:cNvSpPr>
          <p:nvPr/>
        </p:nvSpPr>
        <p:spPr>
          <a:xfrm>
            <a:off x="8269137" y="4650608"/>
            <a:ext cx="273727" cy="150829"/>
          </a:xfrm>
          <a:custGeom>
            <a:avLst/>
            <a:gdLst/>
            <a:ahLst/>
            <a:cxnLst/>
            <a:rect l="l" t="t" r="r" b="b"/>
            <a:pathLst>
              <a:path w="2646" h="1458">
                <a:moveTo>
                  <a:pt x="2240" y="0"/>
                </a:moveTo>
                <a:cubicBezTo>
                  <a:pt x="1966" y="0"/>
                  <a:pt x="1710" y="134"/>
                  <a:pt x="1486" y="324"/>
                </a:cubicBezTo>
                <a:cubicBezTo>
                  <a:pt x="1010" y="729"/>
                  <a:pt x="617" y="1169"/>
                  <a:pt x="21" y="1419"/>
                </a:cubicBezTo>
                <a:cubicBezTo>
                  <a:pt x="1" y="1429"/>
                  <a:pt x="16" y="1457"/>
                  <a:pt x="35" y="1457"/>
                </a:cubicBezTo>
                <a:cubicBezTo>
                  <a:pt x="39" y="1457"/>
                  <a:pt x="42" y="1457"/>
                  <a:pt x="45" y="1455"/>
                </a:cubicBezTo>
                <a:cubicBezTo>
                  <a:pt x="414" y="1312"/>
                  <a:pt x="772" y="1098"/>
                  <a:pt x="1081" y="836"/>
                </a:cubicBezTo>
                <a:cubicBezTo>
                  <a:pt x="1400" y="566"/>
                  <a:pt x="1750" y="154"/>
                  <a:pt x="2175" y="154"/>
                </a:cubicBezTo>
                <a:cubicBezTo>
                  <a:pt x="2274" y="154"/>
                  <a:pt x="2378" y="177"/>
                  <a:pt x="2486" y="229"/>
                </a:cubicBezTo>
                <a:cubicBezTo>
                  <a:pt x="2494" y="230"/>
                  <a:pt x="2502" y="231"/>
                  <a:pt x="2510" y="231"/>
                </a:cubicBezTo>
                <a:cubicBezTo>
                  <a:pt x="2601" y="231"/>
                  <a:pt x="2645" y="106"/>
                  <a:pt x="2557" y="62"/>
                </a:cubicBezTo>
                <a:cubicBezTo>
                  <a:pt x="2450" y="19"/>
                  <a:pt x="2343" y="0"/>
                  <a:pt x="2240" y="0"/>
                </a:cubicBezTo>
                <a:close/>
              </a:path>
            </a:pathLst>
          </a:custGeom>
          <a:solidFill>
            <a:srgbClr val="1E3D28">
              <a:alpha val="53130"/>
            </a:srgbClr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2" name="Google Shape;1332;p15">
            <a:extLst>
              <a:ext uri="{FF2B5EF4-FFF2-40B4-BE49-F238E27FC236}">
                <a16:creationId xmlns:a16="http://schemas.microsoft.com/office/drawing/2014/main" id="{BCDDDE6D-8BCD-4E18-B944-F4B4E12E775A}"/>
              </a:ext>
            </a:extLst>
          </p:cNvPr>
          <p:cNvSpPr>
            <a:spLocks noGrp="1"/>
          </p:cNvSpPr>
          <p:nvPr/>
        </p:nvSpPr>
        <p:spPr>
          <a:xfrm>
            <a:off x="8500450" y="4725920"/>
            <a:ext cx="251072" cy="235658"/>
          </a:xfrm>
          <a:custGeom>
            <a:avLst/>
            <a:gdLst/>
            <a:ahLst/>
            <a:cxnLst/>
            <a:rect l="l" t="t" r="r" b="b"/>
            <a:pathLst>
              <a:path w="2427" h="2278">
                <a:moveTo>
                  <a:pt x="131" y="1"/>
                </a:moveTo>
                <a:cubicBezTo>
                  <a:pt x="0" y="1"/>
                  <a:pt x="36" y="203"/>
                  <a:pt x="167" y="203"/>
                </a:cubicBezTo>
                <a:cubicBezTo>
                  <a:pt x="762" y="203"/>
                  <a:pt x="1203" y="953"/>
                  <a:pt x="1524" y="1370"/>
                </a:cubicBezTo>
                <a:cubicBezTo>
                  <a:pt x="1786" y="1703"/>
                  <a:pt x="2072" y="2001"/>
                  <a:pt x="2393" y="2275"/>
                </a:cubicBezTo>
                <a:cubicBezTo>
                  <a:pt x="2398" y="2277"/>
                  <a:pt x="2402" y="2278"/>
                  <a:pt x="2405" y="2278"/>
                </a:cubicBezTo>
                <a:cubicBezTo>
                  <a:pt x="2421" y="2278"/>
                  <a:pt x="2427" y="2258"/>
                  <a:pt x="2417" y="2239"/>
                </a:cubicBezTo>
                <a:cubicBezTo>
                  <a:pt x="1929" y="1810"/>
                  <a:pt x="1607" y="1251"/>
                  <a:pt x="1226" y="727"/>
                </a:cubicBezTo>
                <a:cubicBezTo>
                  <a:pt x="953" y="322"/>
                  <a:pt x="655" y="1"/>
                  <a:pt x="131" y="1"/>
                </a:cubicBezTo>
                <a:close/>
              </a:path>
            </a:pathLst>
          </a:custGeom>
          <a:solidFill>
            <a:srgbClr val="1E3D28">
              <a:alpha val="53130"/>
            </a:srgbClr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3" name="Google Shape;1333;p15">
            <a:extLst>
              <a:ext uri="{FF2B5EF4-FFF2-40B4-BE49-F238E27FC236}">
                <a16:creationId xmlns:a16="http://schemas.microsoft.com/office/drawing/2014/main" id="{276D43FE-F47B-4478-9E99-E69020BF5A66}"/>
              </a:ext>
            </a:extLst>
          </p:cNvPr>
          <p:cNvSpPr>
            <a:spLocks noGrp="1"/>
          </p:cNvSpPr>
          <p:nvPr/>
        </p:nvSpPr>
        <p:spPr>
          <a:xfrm>
            <a:off x="8205101" y="4389708"/>
            <a:ext cx="678009" cy="278796"/>
          </a:xfrm>
          <a:custGeom>
            <a:avLst/>
            <a:gdLst/>
            <a:ahLst/>
            <a:cxnLst/>
            <a:rect l="l" t="t" r="r" b="b"/>
            <a:pathLst>
              <a:path w="6554" h="2695">
                <a:moveTo>
                  <a:pt x="2937" y="0"/>
                </a:moveTo>
                <a:cubicBezTo>
                  <a:pt x="2655" y="0"/>
                  <a:pt x="2357" y="117"/>
                  <a:pt x="2081" y="238"/>
                </a:cubicBezTo>
                <a:cubicBezTo>
                  <a:pt x="1760" y="381"/>
                  <a:pt x="1450" y="560"/>
                  <a:pt x="1176" y="762"/>
                </a:cubicBezTo>
                <a:cubicBezTo>
                  <a:pt x="807" y="1012"/>
                  <a:pt x="426" y="1215"/>
                  <a:pt x="21" y="1381"/>
                </a:cubicBezTo>
                <a:cubicBezTo>
                  <a:pt x="1" y="1381"/>
                  <a:pt x="15" y="1408"/>
                  <a:pt x="28" y="1408"/>
                </a:cubicBezTo>
                <a:cubicBezTo>
                  <a:pt x="30" y="1408"/>
                  <a:pt x="32" y="1407"/>
                  <a:pt x="33" y="1405"/>
                </a:cubicBezTo>
                <a:cubicBezTo>
                  <a:pt x="498" y="1262"/>
                  <a:pt x="950" y="1048"/>
                  <a:pt x="1367" y="774"/>
                </a:cubicBezTo>
                <a:cubicBezTo>
                  <a:pt x="1717" y="544"/>
                  <a:pt x="2349" y="154"/>
                  <a:pt x="2871" y="154"/>
                </a:cubicBezTo>
                <a:cubicBezTo>
                  <a:pt x="3077" y="154"/>
                  <a:pt x="3266" y="214"/>
                  <a:pt x="3415" y="369"/>
                </a:cubicBezTo>
                <a:cubicBezTo>
                  <a:pt x="3427" y="381"/>
                  <a:pt x="3450" y="393"/>
                  <a:pt x="3474" y="393"/>
                </a:cubicBezTo>
                <a:cubicBezTo>
                  <a:pt x="3438" y="405"/>
                  <a:pt x="3415" y="417"/>
                  <a:pt x="3379" y="441"/>
                </a:cubicBezTo>
                <a:cubicBezTo>
                  <a:pt x="3298" y="491"/>
                  <a:pt x="3363" y="594"/>
                  <a:pt x="3443" y="594"/>
                </a:cubicBezTo>
                <a:cubicBezTo>
                  <a:pt x="3457" y="594"/>
                  <a:pt x="3472" y="591"/>
                  <a:pt x="3486" y="584"/>
                </a:cubicBezTo>
                <a:cubicBezTo>
                  <a:pt x="3556" y="542"/>
                  <a:pt x="3630" y="523"/>
                  <a:pt x="3707" y="523"/>
                </a:cubicBezTo>
                <a:cubicBezTo>
                  <a:pt x="4244" y="523"/>
                  <a:pt x="4910" y="1433"/>
                  <a:pt x="5212" y="1715"/>
                </a:cubicBezTo>
                <a:cubicBezTo>
                  <a:pt x="5605" y="2096"/>
                  <a:pt x="6046" y="2417"/>
                  <a:pt x="6522" y="2691"/>
                </a:cubicBezTo>
                <a:cubicBezTo>
                  <a:pt x="6527" y="2693"/>
                  <a:pt x="6531" y="2694"/>
                  <a:pt x="6534" y="2694"/>
                </a:cubicBezTo>
                <a:cubicBezTo>
                  <a:pt x="6549" y="2694"/>
                  <a:pt x="6553" y="2677"/>
                  <a:pt x="6534" y="2667"/>
                </a:cubicBezTo>
                <a:cubicBezTo>
                  <a:pt x="5784" y="2215"/>
                  <a:pt x="5236" y="1536"/>
                  <a:pt x="4641" y="917"/>
                </a:cubicBezTo>
                <a:cubicBezTo>
                  <a:pt x="4382" y="658"/>
                  <a:pt x="4068" y="335"/>
                  <a:pt x="3708" y="335"/>
                </a:cubicBezTo>
                <a:cubicBezTo>
                  <a:pt x="3655" y="335"/>
                  <a:pt x="3601" y="342"/>
                  <a:pt x="3546" y="357"/>
                </a:cubicBezTo>
                <a:cubicBezTo>
                  <a:pt x="3581" y="334"/>
                  <a:pt x="3581" y="286"/>
                  <a:pt x="3546" y="262"/>
                </a:cubicBezTo>
                <a:cubicBezTo>
                  <a:pt x="3364" y="70"/>
                  <a:pt x="3155" y="0"/>
                  <a:pt x="2937" y="0"/>
                </a:cubicBezTo>
                <a:close/>
              </a:path>
            </a:pathLst>
          </a:custGeom>
          <a:solidFill>
            <a:srgbClr val="1E3D28">
              <a:alpha val="53130"/>
            </a:srgbClr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4" name="Google Shape;1334;p15">
            <a:extLst>
              <a:ext uri="{FF2B5EF4-FFF2-40B4-BE49-F238E27FC236}">
                <a16:creationId xmlns:a16="http://schemas.microsoft.com/office/drawing/2014/main" id="{C32C3662-C31C-4FBD-AB0B-FDB980B66CAB}"/>
              </a:ext>
            </a:extLst>
          </p:cNvPr>
          <p:cNvSpPr>
            <a:spLocks noGrp="1"/>
          </p:cNvSpPr>
          <p:nvPr/>
        </p:nvSpPr>
        <p:spPr>
          <a:xfrm>
            <a:off x="8108686" y="4140498"/>
            <a:ext cx="835046" cy="265451"/>
          </a:xfrm>
          <a:custGeom>
            <a:avLst/>
            <a:gdLst/>
            <a:ahLst/>
            <a:cxnLst/>
            <a:rect l="l" t="t" r="r" b="b"/>
            <a:pathLst>
              <a:path w="8072" h="2566">
                <a:moveTo>
                  <a:pt x="3694" y="0"/>
                </a:moveTo>
                <a:cubicBezTo>
                  <a:pt x="3334" y="0"/>
                  <a:pt x="2969" y="91"/>
                  <a:pt x="2644" y="242"/>
                </a:cubicBezTo>
                <a:cubicBezTo>
                  <a:pt x="2251" y="433"/>
                  <a:pt x="1906" y="719"/>
                  <a:pt x="1525" y="945"/>
                </a:cubicBezTo>
                <a:cubicBezTo>
                  <a:pt x="1060" y="1219"/>
                  <a:pt x="525" y="1350"/>
                  <a:pt x="1" y="1504"/>
                </a:cubicBezTo>
                <a:cubicBezTo>
                  <a:pt x="1" y="1504"/>
                  <a:pt x="1" y="1516"/>
                  <a:pt x="1" y="1516"/>
                </a:cubicBezTo>
                <a:cubicBezTo>
                  <a:pt x="739" y="1397"/>
                  <a:pt x="1430" y="1135"/>
                  <a:pt x="2073" y="766"/>
                </a:cubicBezTo>
                <a:cubicBezTo>
                  <a:pt x="2559" y="473"/>
                  <a:pt x="3146" y="199"/>
                  <a:pt x="3709" y="199"/>
                </a:cubicBezTo>
                <a:cubicBezTo>
                  <a:pt x="4014" y="199"/>
                  <a:pt x="4313" y="280"/>
                  <a:pt x="4585" y="480"/>
                </a:cubicBezTo>
                <a:cubicBezTo>
                  <a:pt x="4597" y="492"/>
                  <a:pt x="4609" y="504"/>
                  <a:pt x="4632" y="516"/>
                </a:cubicBezTo>
                <a:lnTo>
                  <a:pt x="4644" y="528"/>
                </a:lnTo>
                <a:cubicBezTo>
                  <a:pt x="4668" y="540"/>
                  <a:pt x="4680" y="552"/>
                  <a:pt x="4692" y="564"/>
                </a:cubicBezTo>
                <a:cubicBezTo>
                  <a:pt x="4710" y="582"/>
                  <a:pt x="4734" y="591"/>
                  <a:pt x="4757" y="591"/>
                </a:cubicBezTo>
                <a:cubicBezTo>
                  <a:pt x="4781" y="591"/>
                  <a:pt x="4805" y="582"/>
                  <a:pt x="4823" y="564"/>
                </a:cubicBezTo>
                <a:cubicBezTo>
                  <a:pt x="4870" y="564"/>
                  <a:pt x="4918" y="564"/>
                  <a:pt x="4966" y="576"/>
                </a:cubicBezTo>
                <a:cubicBezTo>
                  <a:pt x="5180" y="623"/>
                  <a:pt x="5382" y="707"/>
                  <a:pt x="5561" y="826"/>
                </a:cubicBezTo>
                <a:cubicBezTo>
                  <a:pt x="5847" y="1028"/>
                  <a:pt x="6121" y="1242"/>
                  <a:pt x="6371" y="1481"/>
                </a:cubicBezTo>
                <a:cubicBezTo>
                  <a:pt x="6883" y="1885"/>
                  <a:pt x="7430" y="2243"/>
                  <a:pt x="8014" y="2564"/>
                </a:cubicBezTo>
                <a:cubicBezTo>
                  <a:pt x="8018" y="2565"/>
                  <a:pt x="8022" y="2566"/>
                  <a:pt x="8026" y="2566"/>
                </a:cubicBezTo>
                <a:cubicBezTo>
                  <a:pt x="8063" y="2566"/>
                  <a:pt x="8071" y="2515"/>
                  <a:pt x="8049" y="2505"/>
                </a:cubicBezTo>
                <a:cubicBezTo>
                  <a:pt x="7407" y="2124"/>
                  <a:pt x="6799" y="1683"/>
                  <a:pt x="6264" y="1171"/>
                </a:cubicBezTo>
                <a:cubicBezTo>
                  <a:pt x="6049" y="957"/>
                  <a:pt x="5799" y="766"/>
                  <a:pt x="5549" y="600"/>
                </a:cubicBezTo>
                <a:cubicBezTo>
                  <a:pt x="5430" y="528"/>
                  <a:pt x="5299" y="469"/>
                  <a:pt x="5156" y="421"/>
                </a:cubicBezTo>
                <a:lnTo>
                  <a:pt x="5001" y="385"/>
                </a:lnTo>
                <a:cubicBezTo>
                  <a:pt x="4972" y="367"/>
                  <a:pt x="4939" y="358"/>
                  <a:pt x="4908" y="358"/>
                </a:cubicBezTo>
                <a:cubicBezTo>
                  <a:pt x="4876" y="358"/>
                  <a:pt x="4847" y="367"/>
                  <a:pt x="4823" y="385"/>
                </a:cubicBezTo>
                <a:cubicBezTo>
                  <a:pt x="4495" y="114"/>
                  <a:pt x="4098" y="0"/>
                  <a:pt x="3694" y="0"/>
                </a:cubicBezTo>
                <a:close/>
              </a:path>
            </a:pathLst>
          </a:custGeom>
          <a:solidFill>
            <a:srgbClr val="1E3D28">
              <a:alpha val="53130"/>
            </a:srgbClr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5" name="Google Shape;1335;p15">
            <a:extLst>
              <a:ext uri="{FF2B5EF4-FFF2-40B4-BE49-F238E27FC236}">
                <a16:creationId xmlns:a16="http://schemas.microsoft.com/office/drawing/2014/main" id="{C86948FA-B049-4A9B-BEE6-1EB9709CBF98}"/>
              </a:ext>
            </a:extLst>
          </p:cNvPr>
          <p:cNvSpPr>
            <a:spLocks noGrp="1"/>
          </p:cNvSpPr>
          <p:nvPr/>
        </p:nvSpPr>
        <p:spPr>
          <a:xfrm>
            <a:off x="8215860" y="3919840"/>
            <a:ext cx="758389" cy="169657"/>
          </a:xfrm>
          <a:custGeom>
            <a:avLst/>
            <a:gdLst/>
            <a:ahLst/>
            <a:cxnLst/>
            <a:rect l="l" t="t" r="r" b="b"/>
            <a:pathLst>
              <a:path w="7331" h="1640">
                <a:moveTo>
                  <a:pt x="3073" y="1"/>
                </a:moveTo>
                <a:cubicBezTo>
                  <a:pt x="2890" y="1"/>
                  <a:pt x="2704" y="29"/>
                  <a:pt x="2525" y="77"/>
                </a:cubicBezTo>
                <a:cubicBezTo>
                  <a:pt x="2168" y="196"/>
                  <a:pt x="1822" y="327"/>
                  <a:pt x="1477" y="482"/>
                </a:cubicBezTo>
                <a:cubicBezTo>
                  <a:pt x="1013" y="673"/>
                  <a:pt x="525" y="792"/>
                  <a:pt x="24" y="851"/>
                </a:cubicBezTo>
                <a:cubicBezTo>
                  <a:pt x="1" y="851"/>
                  <a:pt x="1" y="899"/>
                  <a:pt x="24" y="899"/>
                </a:cubicBezTo>
                <a:cubicBezTo>
                  <a:pt x="679" y="851"/>
                  <a:pt x="1310" y="708"/>
                  <a:pt x="1918" y="458"/>
                </a:cubicBezTo>
                <a:cubicBezTo>
                  <a:pt x="2278" y="317"/>
                  <a:pt x="2660" y="196"/>
                  <a:pt x="3030" y="196"/>
                </a:cubicBezTo>
                <a:cubicBezTo>
                  <a:pt x="3345" y="196"/>
                  <a:pt x="3651" y="283"/>
                  <a:pt x="3930" y="518"/>
                </a:cubicBezTo>
                <a:cubicBezTo>
                  <a:pt x="3942" y="542"/>
                  <a:pt x="3977" y="542"/>
                  <a:pt x="4001" y="542"/>
                </a:cubicBezTo>
                <a:cubicBezTo>
                  <a:pt x="4008" y="545"/>
                  <a:pt x="4015" y="547"/>
                  <a:pt x="4022" y="547"/>
                </a:cubicBezTo>
                <a:cubicBezTo>
                  <a:pt x="4039" y="547"/>
                  <a:pt x="4056" y="538"/>
                  <a:pt x="4073" y="530"/>
                </a:cubicBezTo>
                <a:cubicBezTo>
                  <a:pt x="4199" y="422"/>
                  <a:pt x="4343" y="379"/>
                  <a:pt x="4496" y="379"/>
                </a:cubicBezTo>
                <a:cubicBezTo>
                  <a:pt x="4950" y="379"/>
                  <a:pt x="5482" y="757"/>
                  <a:pt x="5847" y="935"/>
                </a:cubicBezTo>
                <a:cubicBezTo>
                  <a:pt x="6323" y="1173"/>
                  <a:pt x="6787" y="1411"/>
                  <a:pt x="7275" y="1637"/>
                </a:cubicBezTo>
                <a:cubicBezTo>
                  <a:pt x="7279" y="1638"/>
                  <a:pt x="7283" y="1639"/>
                  <a:pt x="7287" y="1639"/>
                </a:cubicBezTo>
                <a:cubicBezTo>
                  <a:pt x="7316" y="1639"/>
                  <a:pt x="7331" y="1600"/>
                  <a:pt x="7299" y="1590"/>
                </a:cubicBezTo>
                <a:cubicBezTo>
                  <a:pt x="6656" y="1220"/>
                  <a:pt x="5990" y="875"/>
                  <a:pt x="5335" y="530"/>
                </a:cubicBezTo>
                <a:cubicBezTo>
                  <a:pt x="5055" y="386"/>
                  <a:pt x="4749" y="221"/>
                  <a:pt x="4456" y="221"/>
                </a:cubicBezTo>
                <a:cubicBezTo>
                  <a:pt x="4312" y="221"/>
                  <a:pt x="4170" y="261"/>
                  <a:pt x="4037" y="363"/>
                </a:cubicBezTo>
                <a:cubicBezTo>
                  <a:pt x="3770" y="104"/>
                  <a:pt x="3426" y="1"/>
                  <a:pt x="3073" y="1"/>
                </a:cubicBezTo>
                <a:close/>
              </a:path>
            </a:pathLst>
          </a:custGeom>
          <a:solidFill>
            <a:srgbClr val="1E3D28">
              <a:alpha val="53130"/>
            </a:srgbClr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6" name="Google Shape;1336;p15">
            <a:extLst>
              <a:ext uri="{FF2B5EF4-FFF2-40B4-BE49-F238E27FC236}">
                <a16:creationId xmlns:a16="http://schemas.microsoft.com/office/drawing/2014/main" id="{030247BD-0DC5-49CC-A37B-96779E367434}"/>
              </a:ext>
            </a:extLst>
          </p:cNvPr>
          <p:cNvSpPr>
            <a:spLocks noGrp="1"/>
          </p:cNvSpPr>
          <p:nvPr/>
        </p:nvSpPr>
        <p:spPr>
          <a:xfrm>
            <a:off x="8242964" y="3665767"/>
            <a:ext cx="729630" cy="136036"/>
          </a:xfrm>
          <a:custGeom>
            <a:avLst/>
            <a:gdLst/>
            <a:ahLst/>
            <a:cxnLst/>
            <a:rect l="l" t="t" r="r" b="b"/>
            <a:pathLst>
              <a:path w="7053" h="1315">
                <a:moveTo>
                  <a:pt x="3248" y="1"/>
                </a:moveTo>
                <a:cubicBezTo>
                  <a:pt x="2991" y="1"/>
                  <a:pt x="2728" y="49"/>
                  <a:pt x="2465" y="128"/>
                </a:cubicBezTo>
                <a:cubicBezTo>
                  <a:pt x="2084" y="247"/>
                  <a:pt x="1727" y="414"/>
                  <a:pt x="1358" y="545"/>
                </a:cubicBezTo>
                <a:cubicBezTo>
                  <a:pt x="917" y="688"/>
                  <a:pt x="465" y="795"/>
                  <a:pt x="13" y="855"/>
                </a:cubicBezTo>
                <a:cubicBezTo>
                  <a:pt x="1" y="855"/>
                  <a:pt x="1" y="867"/>
                  <a:pt x="13" y="867"/>
                </a:cubicBezTo>
                <a:cubicBezTo>
                  <a:pt x="632" y="831"/>
                  <a:pt x="1239" y="712"/>
                  <a:pt x="1822" y="509"/>
                </a:cubicBezTo>
                <a:cubicBezTo>
                  <a:pt x="2269" y="348"/>
                  <a:pt x="2747" y="174"/>
                  <a:pt x="3212" y="174"/>
                </a:cubicBezTo>
                <a:cubicBezTo>
                  <a:pt x="3503" y="174"/>
                  <a:pt x="3790" y="242"/>
                  <a:pt x="4061" y="426"/>
                </a:cubicBezTo>
                <a:cubicBezTo>
                  <a:pt x="4073" y="432"/>
                  <a:pt x="4087" y="435"/>
                  <a:pt x="4104" y="435"/>
                </a:cubicBezTo>
                <a:cubicBezTo>
                  <a:pt x="4120" y="435"/>
                  <a:pt x="4138" y="432"/>
                  <a:pt x="4156" y="426"/>
                </a:cubicBezTo>
                <a:lnTo>
                  <a:pt x="4156" y="426"/>
                </a:lnTo>
                <a:cubicBezTo>
                  <a:pt x="4108" y="450"/>
                  <a:pt x="4061" y="497"/>
                  <a:pt x="4025" y="533"/>
                </a:cubicBezTo>
                <a:cubicBezTo>
                  <a:pt x="3964" y="584"/>
                  <a:pt x="4015" y="660"/>
                  <a:pt x="4076" y="660"/>
                </a:cubicBezTo>
                <a:cubicBezTo>
                  <a:pt x="4086" y="660"/>
                  <a:pt x="4097" y="658"/>
                  <a:pt x="4108" y="652"/>
                </a:cubicBezTo>
                <a:cubicBezTo>
                  <a:pt x="4381" y="474"/>
                  <a:pt x="4655" y="401"/>
                  <a:pt x="4927" y="401"/>
                </a:cubicBezTo>
                <a:cubicBezTo>
                  <a:pt x="5654" y="401"/>
                  <a:pt x="6366" y="917"/>
                  <a:pt x="6990" y="1307"/>
                </a:cubicBezTo>
                <a:cubicBezTo>
                  <a:pt x="6998" y="1313"/>
                  <a:pt x="7006" y="1315"/>
                  <a:pt x="7014" y="1315"/>
                </a:cubicBezTo>
                <a:cubicBezTo>
                  <a:pt x="7038" y="1315"/>
                  <a:pt x="7053" y="1290"/>
                  <a:pt x="7025" y="1271"/>
                </a:cubicBezTo>
                <a:cubicBezTo>
                  <a:pt x="6473" y="894"/>
                  <a:pt x="5615" y="196"/>
                  <a:pt x="4835" y="196"/>
                </a:cubicBezTo>
                <a:cubicBezTo>
                  <a:pt x="4612" y="196"/>
                  <a:pt x="4396" y="253"/>
                  <a:pt x="4195" y="391"/>
                </a:cubicBezTo>
                <a:lnTo>
                  <a:pt x="4195" y="391"/>
                </a:lnTo>
                <a:cubicBezTo>
                  <a:pt x="4227" y="361"/>
                  <a:pt x="4222" y="303"/>
                  <a:pt x="4180" y="271"/>
                </a:cubicBezTo>
                <a:cubicBezTo>
                  <a:pt x="3887" y="78"/>
                  <a:pt x="3573" y="1"/>
                  <a:pt x="3248" y="1"/>
                </a:cubicBezTo>
                <a:close/>
              </a:path>
            </a:pathLst>
          </a:custGeom>
          <a:solidFill>
            <a:srgbClr val="1E3D28">
              <a:alpha val="53130"/>
            </a:srgbClr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7" name="Google Shape;1337;p15">
            <a:extLst>
              <a:ext uri="{FF2B5EF4-FFF2-40B4-BE49-F238E27FC236}">
                <a16:creationId xmlns:a16="http://schemas.microsoft.com/office/drawing/2014/main" id="{E5943657-9C03-4B14-9060-68D4314FF1D7}"/>
              </a:ext>
            </a:extLst>
          </p:cNvPr>
          <p:cNvSpPr>
            <a:spLocks noGrp="1"/>
          </p:cNvSpPr>
          <p:nvPr/>
        </p:nvSpPr>
        <p:spPr>
          <a:xfrm>
            <a:off x="8328000" y="3423178"/>
            <a:ext cx="774838" cy="132105"/>
          </a:xfrm>
          <a:custGeom>
            <a:avLst/>
            <a:gdLst/>
            <a:ahLst/>
            <a:cxnLst/>
            <a:rect l="l" t="t" r="r" b="b"/>
            <a:pathLst>
              <a:path w="7490" h="1277">
                <a:moveTo>
                  <a:pt x="2565" y="0"/>
                </a:moveTo>
                <a:cubicBezTo>
                  <a:pt x="2464" y="0"/>
                  <a:pt x="2363" y="8"/>
                  <a:pt x="2262" y="21"/>
                </a:cubicBezTo>
                <a:cubicBezTo>
                  <a:pt x="1512" y="116"/>
                  <a:pt x="774" y="259"/>
                  <a:pt x="24" y="318"/>
                </a:cubicBezTo>
                <a:cubicBezTo>
                  <a:pt x="0" y="318"/>
                  <a:pt x="12" y="366"/>
                  <a:pt x="24" y="366"/>
                </a:cubicBezTo>
                <a:cubicBezTo>
                  <a:pt x="584" y="330"/>
                  <a:pt x="1131" y="271"/>
                  <a:pt x="1679" y="223"/>
                </a:cubicBezTo>
                <a:cubicBezTo>
                  <a:pt x="1938" y="203"/>
                  <a:pt x="2209" y="165"/>
                  <a:pt x="2470" y="165"/>
                </a:cubicBezTo>
                <a:cubicBezTo>
                  <a:pt x="2833" y="165"/>
                  <a:pt x="3178" y="240"/>
                  <a:pt x="3441" y="545"/>
                </a:cubicBezTo>
                <a:cubicBezTo>
                  <a:pt x="3465" y="568"/>
                  <a:pt x="3495" y="580"/>
                  <a:pt x="3524" y="580"/>
                </a:cubicBezTo>
                <a:cubicBezTo>
                  <a:pt x="3554" y="580"/>
                  <a:pt x="3584" y="568"/>
                  <a:pt x="3608" y="545"/>
                </a:cubicBezTo>
                <a:cubicBezTo>
                  <a:pt x="3799" y="378"/>
                  <a:pt x="4003" y="315"/>
                  <a:pt x="4214" y="315"/>
                </a:cubicBezTo>
                <a:cubicBezTo>
                  <a:pt x="4712" y="315"/>
                  <a:pt x="5243" y="670"/>
                  <a:pt x="5703" y="854"/>
                </a:cubicBezTo>
                <a:cubicBezTo>
                  <a:pt x="6214" y="1061"/>
                  <a:pt x="6745" y="1277"/>
                  <a:pt x="7295" y="1277"/>
                </a:cubicBezTo>
                <a:cubicBezTo>
                  <a:pt x="7348" y="1277"/>
                  <a:pt x="7400" y="1275"/>
                  <a:pt x="7453" y="1271"/>
                </a:cubicBezTo>
                <a:cubicBezTo>
                  <a:pt x="7489" y="1259"/>
                  <a:pt x="7489" y="1199"/>
                  <a:pt x="7453" y="1199"/>
                </a:cubicBezTo>
                <a:cubicBezTo>
                  <a:pt x="6489" y="1176"/>
                  <a:pt x="5727" y="664"/>
                  <a:pt x="4882" y="283"/>
                </a:cubicBezTo>
                <a:cubicBezTo>
                  <a:pt x="4645" y="179"/>
                  <a:pt x="4415" y="114"/>
                  <a:pt x="4195" y="114"/>
                </a:cubicBezTo>
                <a:cubicBezTo>
                  <a:pt x="3961" y="114"/>
                  <a:pt x="3739" y="188"/>
                  <a:pt x="3536" y="366"/>
                </a:cubicBezTo>
                <a:cubicBezTo>
                  <a:pt x="3275" y="96"/>
                  <a:pt x="2927" y="0"/>
                  <a:pt x="2565" y="0"/>
                </a:cubicBezTo>
                <a:close/>
              </a:path>
            </a:pathLst>
          </a:custGeom>
          <a:solidFill>
            <a:srgbClr val="1E3D28">
              <a:alpha val="53130"/>
            </a:srgbClr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8" name="Google Shape;1338;p15">
            <a:extLst>
              <a:ext uri="{FF2B5EF4-FFF2-40B4-BE49-F238E27FC236}">
                <a16:creationId xmlns:a16="http://schemas.microsoft.com/office/drawing/2014/main" id="{C51A364C-E87D-40EE-BDF8-DF6F7B074D68}"/>
              </a:ext>
            </a:extLst>
          </p:cNvPr>
          <p:cNvSpPr>
            <a:spLocks noGrp="1"/>
          </p:cNvSpPr>
          <p:nvPr/>
        </p:nvSpPr>
        <p:spPr>
          <a:xfrm>
            <a:off x="8313206" y="3202313"/>
            <a:ext cx="782183" cy="117105"/>
          </a:xfrm>
          <a:custGeom>
            <a:avLst/>
            <a:gdLst/>
            <a:ahLst/>
            <a:cxnLst/>
            <a:rect l="l" t="t" r="r" b="b"/>
            <a:pathLst>
              <a:path w="7561" h="1132">
                <a:moveTo>
                  <a:pt x="12" y="1"/>
                </a:moveTo>
                <a:cubicBezTo>
                  <a:pt x="0" y="1"/>
                  <a:pt x="0" y="13"/>
                  <a:pt x="12" y="13"/>
                </a:cubicBezTo>
                <a:cubicBezTo>
                  <a:pt x="536" y="298"/>
                  <a:pt x="1143" y="310"/>
                  <a:pt x="1727" y="358"/>
                </a:cubicBezTo>
                <a:cubicBezTo>
                  <a:pt x="2048" y="382"/>
                  <a:pt x="2358" y="405"/>
                  <a:pt x="2679" y="429"/>
                </a:cubicBezTo>
                <a:cubicBezTo>
                  <a:pt x="3084" y="453"/>
                  <a:pt x="3596" y="429"/>
                  <a:pt x="3810" y="870"/>
                </a:cubicBezTo>
                <a:cubicBezTo>
                  <a:pt x="3826" y="916"/>
                  <a:pt x="3871" y="942"/>
                  <a:pt x="3917" y="942"/>
                </a:cubicBezTo>
                <a:cubicBezTo>
                  <a:pt x="3942" y="942"/>
                  <a:pt x="3968" y="934"/>
                  <a:pt x="3989" y="917"/>
                </a:cubicBezTo>
                <a:lnTo>
                  <a:pt x="4013" y="917"/>
                </a:lnTo>
                <a:cubicBezTo>
                  <a:pt x="4247" y="774"/>
                  <a:pt x="4498" y="723"/>
                  <a:pt x="4755" y="723"/>
                </a:cubicBezTo>
                <a:cubicBezTo>
                  <a:pt x="5137" y="723"/>
                  <a:pt x="5530" y="837"/>
                  <a:pt x="5894" y="929"/>
                </a:cubicBezTo>
                <a:cubicBezTo>
                  <a:pt x="6430" y="1048"/>
                  <a:pt x="6977" y="1120"/>
                  <a:pt x="7525" y="1132"/>
                </a:cubicBezTo>
                <a:cubicBezTo>
                  <a:pt x="7549" y="1120"/>
                  <a:pt x="7561" y="1096"/>
                  <a:pt x="7537" y="1096"/>
                </a:cubicBezTo>
                <a:cubicBezTo>
                  <a:pt x="6763" y="1036"/>
                  <a:pt x="6061" y="798"/>
                  <a:pt x="5322" y="608"/>
                </a:cubicBezTo>
                <a:cubicBezTo>
                  <a:pt x="5139" y="550"/>
                  <a:pt x="4952" y="521"/>
                  <a:pt x="4766" y="521"/>
                </a:cubicBezTo>
                <a:cubicBezTo>
                  <a:pt x="4493" y="521"/>
                  <a:pt x="4225" y="583"/>
                  <a:pt x="3977" y="703"/>
                </a:cubicBezTo>
                <a:cubicBezTo>
                  <a:pt x="3679" y="227"/>
                  <a:pt x="3060" y="274"/>
                  <a:pt x="2536" y="263"/>
                </a:cubicBezTo>
                <a:cubicBezTo>
                  <a:pt x="1691" y="227"/>
                  <a:pt x="822" y="274"/>
                  <a:pt x="12" y="1"/>
                </a:cubicBezTo>
                <a:close/>
              </a:path>
            </a:pathLst>
          </a:custGeom>
          <a:solidFill>
            <a:srgbClr val="1E3D28">
              <a:alpha val="53130"/>
            </a:srgbClr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9" name="Google Shape;1339;p15">
            <a:extLst>
              <a:ext uri="{FF2B5EF4-FFF2-40B4-BE49-F238E27FC236}">
                <a16:creationId xmlns:a16="http://schemas.microsoft.com/office/drawing/2014/main" id="{91957B17-8F1D-46D0-92C5-82B68C561098}"/>
              </a:ext>
            </a:extLst>
          </p:cNvPr>
          <p:cNvSpPr>
            <a:spLocks noGrp="1"/>
          </p:cNvSpPr>
          <p:nvPr/>
        </p:nvSpPr>
        <p:spPr>
          <a:xfrm>
            <a:off x="8421622" y="3006482"/>
            <a:ext cx="592456" cy="73552"/>
          </a:xfrm>
          <a:custGeom>
            <a:avLst/>
            <a:gdLst/>
            <a:ahLst/>
            <a:cxnLst/>
            <a:rect l="l" t="t" r="r" b="b"/>
            <a:pathLst>
              <a:path w="5727" h="711">
                <a:moveTo>
                  <a:pt x="24" y="1"/>
                </a:moveTo>
                <a:cubicBezTo>
                  <a:pt x="0" y="1"/>
                  <a:pt x="0" y="24"/>
                  <a:pt x="24" y="24"/>
                </a:cubicBezTo>
                <a:cubicBezTo>
                  <a:pt x="524" y="155"/>
                  <a:pt x="1036" y="286"/>
                  <a:pt x="1548" y="370"/>
                </a:cubicBezTo>
                <a:cubicBezTo>
                  <a:pt x="2060" y="465"/>
                  <a:pt x="2619" y="441"/>
                  <a:pt x="3072" y="667"/>
                </a:cubicBezTo>
                <a:cubicBezTo>
                  <a:pt x="3084" y="673"/>
                  <a:pt x="3093" y="676"/>
                  <a:pt x="3102" y="676"/>
                </a:cubicBezTo>
                <a:cubicBezTo>
                  <a:pt x="3111" y="676"/>
                  <a:pt x="3119" y="673"/>
                  <a:pt x="3131" y="667"/>
                </a:cubicBezTo>
                <a:cubicBezTo>
                  <a:pt x="3143" y="679"/>
                  <a:pt x="3155" y="691"/>
                  <a:pt x="3179" y="691"/>
                </a:cubicBezTo>
                <a:cubicBezTo>
                  <a:pt x="3377" y="664"/>
                  <a:pt x="3574" y="654"/>
                  <a:pt x="3770" y="654"/>
                </a:cubicBezTo>
                <a:cubicBezTo>
                  <a:pt x="4241" y="654"/>
                  <a:pt x="4708" y="710"/>
                  <a:pt x="5177" y="710"/>
                </a:cubicBezTo>
                <a:cubicBezTo>
                  <a:pt x="5356" y="710"/>
                  <a:pt x="5535" y="702"/>
                  <a:pt x="5715" y="679"/>
                </a:cubicBezTo>
                <a:cubicBezTo>
                  <a:pt x="5727" y="667"/>
                  <a:pt x="5727" y="643"/>
                  <a:pt x="5703" y="643"/>
                </a:cubicBezTo>
                <a:cubicBezTo>
                  <a:pt x="5640" y="647"/>
                  <a:pt x="5576" y="649"/>
                  <a:pt x="5513" y="649"/>
                </a:cubicBezTo>
                <a:cubicBezTo>
                  <a:pt x="4945" y="649"/>
                  <a:pt x="4365" y="520"/>
                  <a:pt x="3796" y="520"/>
                </a:cubicBezTo>
                <a:cubicBezTo>
                  <a:pt x="3588" y="520"/>
                  <a:pt x="3382" y="537"/>
                  <a:pt x="3179" y="584"/>
                </a:cubicBezTo>
                <a:cubicBezTo>
                  <a:pt x="3179" y="560"/>
                  <a:pt x="3155" y="536"/>
                  <a:pt x="3131" y="524"/>
                </a:cubicBezTo>
                <a:cubicBezTo>
                  <a:pt x="2715" y="298"/>
                  <a:pt x="2191" y="310"/>
                  <a:pt x="1726" y="251"/>
                </a:cubicBezTo>
                <a:cubicBezTo>
                  <a:pt x="1155" y="179"/>
                  <a:pt x="583" y="96"/>
                  <a:pt x="24" y="1"/>
                </a:cubicBezTo>
                <a:close/>
              </a:path>
            </a:pathLst>
          </a:custGeom>
          <a:solidFill>
            <a:srgbClr val="1E3D28">
              <a:alpha val="53130"/>
            </a:srgbClr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0" name="Google Shape;1340;p15">
            <a:extLst>
              <a:ext uri="{FF2B5EF4-FFF2-40B4-BE49-F238E27FC236}">
                <a16:creationId xmlns:a16="http://schemas.microsoft.com/office/drawing/2014/main" id="{836A3FF6-A236-432D-92FA-29A475EA1F0E}"/>
              </a:ext>
            </a:extLst>
          </p:cNvPr>
          <p:cNvSpPr>
            <a:spLocks noGrp="1"/>
          </p:cNvSpPr>
          <p:nvPr/>
        </p:nvSpPr>
        <p:spPr>
          <a:xfrm>
            <a:off x="8408380" y="2778065"/>
            <a:ext cx="353280" cy="189519"/>
          </a:xfrm>
          <a:custGeom>
            <a:avLst/>
            <a:gdLst/>
            <a:ahLst/>
            <a:cxnLst/>
            <a:rect l="l" t="t" r="r" b="b"/>
            <a:pathLst>
              <a:path w="3415" h="1832">
                <a:moveTo>
                  <a:pt x="20" y="1"/>
                </a:moveTo>
                <a:cubicBezTo>
                  <a:pt x="10" y="1"/>
                  <a:pt x="1" y="9"/>
                  <a:pt x="9" y="18"/>
                </a:cubicBezTo>
                <a:cubicBezTo>
                  <a:pt x="378" y="423"/>
                  <a:pt x="842" y="637"/>
                  <a:pt x="1366" y="816"/>
                </a:cubicBezTo>
                <a:cubicBezTo>
                  <a:pt x="1962" y="1018"/>
                  <a:pt x="3033" y="1161"/>
                  <a:pt x="3307" y="1804"/>
                </a:cubicBezTo>
                <a:cubicBezTo>
                  <a:pt x="3315" y="1823"/>
                  <a:pt x="3329" y="1831"/>
                  <a:pt x="3344" y="1831"/>
                </a:cubicBezTo>
                <a:cubicBezTo>
                  <a:pt x="3376" y="1831"/>
                  <a:pt x="3414" y="1796"/>
                  <a:pt x="3414" y="1756"/>
                </a:cubicBezTo>
                <a:cubicBezTo>
                  <a:pt x="3236" y="1161"/>
                  <a:pt x="2605" y="1101"/>
                  <a:pt x="2069" y="947"/>
                </a:cubicBezTo>
                <a:cubicBezTo>
                  <a:pt x="1354" y="732"/>
                  <a:pt x="569" y="554"/>
                  <a:pt x="33" y="6"/>
                </a:cubicBezTo>
                <a:cubicBezTo>
                  <a:pt x="29" y="2"/>
                  <a:pt x="25" y="1"/>
                  <a:pt x="20" y="1"/>
                </a:cubicBezTo>
                <a:close/>
              </a:path>
            </a:pathLst>
          </a:custGeom>
          <a:solidFill>
            <a:srgbClr val="1E3D28">
              <a:alpha val="53130"/>
            </a:srgbClr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1" name="Google Shape;1341;p15">
            <a:extLst>
              <a:ext uri="{FF2B5EF4-FFF2-40B4-BE49-F238E27FC236}">
                <a16:creationId xmlns:a16="http://schemas.microsoft.com/office/drawing/2014/main" id="{7711234A-8D7D-4001-B916-B572CEAF66A0}"/>
              </a:ext>
            </a:extLst>
          </p:cNvPr>
          <p:cNvSpPr>
            <a:spLocks noGrp="1"/>
          </p:cNvSpPr>
          <p:nvPr/>
        </p:nvSpPr>
        <p:spPr>
          <a:xfrm>
            <a:off x="8746868" y="2856273"/>
            <a:ext cx="415764" cy="142760"/>
          </a:xfrm>
          <a:custGeom>
            <a:avLst/>
            <a:gdLst/>
            <a:ahLst/>
            <a:cxnLst/>
            <a:rect l="l" t="t" r="r" b="b"/>
            <a:pathLst>
              <a:path w="4019" h="1380">
                <a:moveTo>
                  <a:pt x="3989" y="248"/>
                </a:moveTo>
                <a:cubicBezTo>
                  <a:pt x="3985" y="248"/>
                  <a:pt x="3981" y="248"/>
                  <a:pt x="3976" y="250"/>
                </a:cubicBezTo>
                <a:cubicBezTo>
                  <a:pt x="2750" y="738"/>
                  <a:pt x="904" y="0"/>
                  <a:pt x="35" y="1286"/>
                </a:cubicBezTo>
                <a:cubicBezTo>
                  <a:pt x="0" y="1330"/>
                  <a:pt x="36" y="1380"/>
                  <a:pt x="76" y="1380"/>
                </a:cubicBezTo>
                <a:cubicBezTo>
                  <a:pt x="90" y="1380"/>
                  <a:pt x="106" y="1373"/>
                  <a:pt x="118" y="1357"/>
                </a:cubicBezTo>
                <a:cubicBezTo>
                  <a:pt x="1107" y="262"/>
                  <a:pt x="2726" y="702"/>
                  <a:pt x="3988" y="286"/>
                </a:cubicBezTo>
                <a:cubicBezTo>
                  <a:pt x="4019" y="276"/>
                  <a:pt x="4014" y="248"/>
                  <a:pt x="3989" y="248"/>
                </a:cubicBezTo>
                <a:close/>
              </a:path>
            </a:pathLst>
          </a:custGeom>
          <a:solidFill>
            <a:srgbClr val="1E3D28">
              <a:alpha val="53130"/>
            </a:srgbClr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2" name="Google Shape;1342;p15">
            <a:extLst>
              <a:ext uri="{FF2B5EF4-FFF2-40B4-BE49-F238E27FC236}">
                <a16:creationId xmlns:a16="http://schemas.microsoft.com/office/drawing/2014/main" id="{1D81EDED-6662-43EE-85B3-5CD42FC0D2C7}"/>
              </a:ext>
            </a:extLst>
          </p:cNvPr>
          <p:cNvSpPr>
            <a:spLocks noGrp="1"/>
          </p:cNvSpPr>
          <p:nvPr/>
        </p:nvSpPr>
        <p:spPr>
          <a:xfrm>
            <a:off x="9159322" y="2698306"/>
            <a:ext cx="3413" cy="1862"/>
          </a:xfrm>
          <a:custGeom>
            <a:avLst/>
            <a:gdLst/>
            <a:ahLst/>
            <a:cxnLst/>
            <a:rect l="l" t="t" r="r" b="b"/>
            <a:pathLst>
              <a:path w="33" h="18">
                <a:moveTo>
                  <a:pt x="28" y="1"/>
                </a:moveTo>
                <a:cubicBezTo>
                  <a:pt x="28" y="1"/>
                  <a:pt x="26" y="1"/>
                  <a:pt x="25" y="3"/>
                </a:cubicBezTo>
                <a:lnTo>
                  <a:pt x="1" y="3"/>
                </a:lnTo>
                <a:cubicBezTo>
                  <a:pt x="1" y="3"/>
                  <a:pt x="1" y="15"/>
                  <a:pt x="1" y="15"/>
                </a:cubicBezTo>
                <a:lnTo>
                  <a:pt x="13" y="15"/>
                </a:lnTo>
                <a:cubicBezTo>
                  <a:pt x="15" y="17"/>
                  <a:pt x="16" y="17"/>
                  <a:pt x="18" y="17"/>
                </a:cubicBezTo>
                <a:cubicBezTo>
                  <a:pt x="26" y="17"/>
                  <a:pt x="32" y="1"/>
                  <a:pt x="28" y="1"/>
                </a:cubicBezTo>
                <a:close/>
              </a:path>
            </a:pathLst>
          </a:custGeom>
          <a:solidFill>
            <a:srgbClr val="1E3D28">
              <a:alpha val="53130"/>
            </a:srgbClr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3" name="Google Shape;1343;p15">
            <a:extLst>
              <a:ext uri="{FF2B5EF4-FFF2-40B4-BE49-F238E27FC236}">
                <a16:creationId xmlns:a16="http://schemas.microsoft.com/office/drawing/2014/main" id="{BB6D007A-A352-419E-9C1B-F16A887F0852}"/>
              </a:ext>
            </a:extLst>
          </p:cNvPr>
          <p:cNvSpPr>
            <a:spLocks noGrp="1"/>
          </p:cNvSpPr>
          <p:nvPr/>
        </p:nvSpPr>
        <p:spPr>
          <a:xfrm>
            <a:off x="8767454" y="2705754"/>
            <a:ext cx="379350" cy="120001"/>
          </a:xfrm>
          <a:custGeom>
            <a:avLst/>
            <a:gdLst/>
            <a:ahLst/>
            <a:cxnLst/>
            <a:rect l="l" t="t" r="r" b="b"/>
            <a:pathLst>
              <a:path w="3667" h="1160">
                <a:moveTo>
                  <a:pt x="3643" y="0"/>
                </a:moveTo>
                <a:cubicBezTo>
                  <a:pt x="3640" y="0"/>
                  <a:pt x="3637" y="1"/>
                  <a:pt x="3634" y="2"/>
                </a:cubicBezTo>
                <a:cubicBezTo>
                  <a:pt x="2491" y="550"/>
                  <a:pt x="1003" y="110"/>
                  <a:pt x="38" y="1062"/>
                </a:cubicBezTo>
                <a:cubicBezTo>
                  <a:pt x="1" y="1100"/>
                  <a:pt x="30" y="1160"/>
                  <a:pt x="67" y="1160"/>
                </a:cubicBezTo>
                <a:cubicBezTo>
                  <a:pt x="77" y="1160"/>
                  <a:pt x="88" y="1155"/>
                  <a:pt x="98" y="1145"/>
                </a:cubicBezTo>
                <a:cubicBezTo>
                  <a:pt x="1062" y="217"/>
                  <a:pt x="2539" y="657"/>
                  <a:pt x="3646" y="38"/>
                </a:cubicBezTo>
                <a:cubicBezTo>
                  <a:pt x="3666" y="28"/>
                  <a:pt x="3661" y="0"/>
                  <a:pt x="3643" y="0"/>
                </a:cubicBezTo>
                <a:close/>
              </a:path>
            </a:pathLst>
          </a:custGeom>
          <a:solidFill>
            <a:srgbClr val="1E3D28">
              <a:alpha val="53130"/>
            </a:srgbClr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4" name="Google Shape;1344;p15">
            <a:extLst>
              <a:ext uri="{FF2B5EF4-FFF2-40B4-BE49-F238E27FC236}">
                <a16:creationId xmlns:a16="http://schemas.microsoft.com/office/drawing/2014/main" id="{A20EF083-112D-47FC-A5F8-A93F0E0376A9}"/>
              </a:ext>
            </a:extLst>
          </p:cNvPr>
          <p:cNvSpPr>
            <a:spLocks noGrp="1"/>
          </p:cNvSpPr>
          <p:nvPr/>
        </p:nvSpPr>
        <p:spPr>
          <a:xfrm>
            <a:off x="8440450" y="2574890"/>
            <a:ext cx="341590" cy="220865"/>
          </a:xfrm>
          <a:custGeom>
            <a:avLst/>
            <a:gdLst/>
            <a:ahLst/>
            <a:cxnLst/>
            <a:rect l="l" t="t" r="r" b="b"/>
            <a:pathLst>
              <a:path w="3302" h="2135">
                <a:moveTo>
                  <a:pt x="16" y="0"/>
                </a:moveTo>
                <a:cubicBezTo>
                  <a:pt x="10" y="0"/>
                  <a:pt x="0" y="9"/>
                  <a:pt x="9" y="17"/>
                </a:cubicBezTo>
                <a:cubicBezTo>
                  <a:pt x="342" y="434"/>
                  <a:pt x="782" y="755"/>
                  <a:pt x="1271" y="958"/>
                </a:cubicBezTo>
                <a:cubicBezTo>
                  <a:pt x="1866" y="1232"/>
                  <a:pt x="2866" y="1458"/>
                  <a:pt x="3176" y="2101"/>
                </a:cubicBezTo>
                <a:cubicBezTo>
                  <a:pt x="3189" y="2124"/>
                  <a:pt x="3212" y="2135"/>
                  <a:pt x="3235" y="2135"/>
                </a:cubicBezTo>
                <a:cubicBezTo>
                  <a:pt x="3269" y="2135"/>
                  <a:pt x="3302" y="2109"/>
                  <a:pt x="3295" y="2065"/>
                </a:cubicBezTo>
                <a:cubicBezTo>
                  <a:pt x="3247" y="1541"/>
                  <a:pt x="2461" y="1279"/>
                  <a:pt x="2044" y="1125"/>
                </a:cubicBezTo>
                <a:cubicBezTo>
                  <a:pt x="1318" y="851"/>
                  <a:pt x="532" y="636"/>
                  <a:pt x="20" y="5"/>
                </a:cubicBezTo>
                <a:cubicBezTo>
                  <a:pt x="20" y="2"/>
                  <a:pt x="18" y="0"/>
                  <a:pt x="16" y="0"/>
                </a:cubicBezTo>
                <a:close/>
              </a:path>
            </a:pathLst>
          </a:custGeom>
          <a:solidFill>
            <a:srgbClr val="1E3D28">
              <a:alpha val="53130"/>
            </a:srgbClr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5" name="Google Shape;1345;p15">
            <a:extLst>
              <a:ext uri="{FF2B5EF4-FFF2-40B4-BE49-F238E27FC236}">
                <a16:creationId xmlns:a16="http://schemas.microsoft.com/office/drawing/2014/main" id="{343072E0-EE06-44C2-AA50-803AC2BDB6B4}"/>
              </a:ext>
            </a:extLst>
          </p:cNvPr>
          <p:cNvSpPr>
            <a:spLocks noGrp="1"/>
          </p:cNvSpPr>
          <p:nvPr/>
        </p:nvSpPr>
        <p:spPr>
          <a:xfrm>
            <a:off x="8521968" y="2428302"/>
            <a:ext cx="270417" cy="231003"/>
          </a:xfrm>
          <a:custGeom>
            <a:avLst/>
            <a:gdLst/>
            <a:ahLst/>
            <a:cxnLst/>
            <a:rect l="l" t="t" r="r" b="b"/>
            <a:pathLst>
              <a:path w="2614" h="2233">
                <a:moveTo>
                  <a:pt x="34" y="1"/>
                </a:moveTo>
                <a:cubicBezTo>
                  <a:pt x="15" y="1"/>
                  <a:pt x="1" y="12"/>
                  <a:pt x="18" y="29"/>
                </a:cubicBezTo>
                <a:cubicBezTo>
                  <a:pt x="375" y="458"/>
                  <a:pt x="852" y="720"/>
                  <a:pt x="1316" y="1018"/>
                </a:cubicBezTo>
                <a:cubicBezTo>
                  <a:pt x="1792" y="1327"/>
                  <a:pt x="2221" y="1744"/>
                  <a:pt x="2542" y="2220"/>
                </a:cubicBezTo>
                <a:cubicBezTo>
                  <a:pt x="2551" y="2229"/>
                  <a:pt x="2562" y="2232"/>
                  <a:pt x="2573" y="2232"/>
                </a:cubicBezTo>
                <a:cubicBezTo>
                  <a:pt x="2594" y="2232"/>
                  <a:pt x="2614" y="2219"/>
                  <a:pt x="2614" y="2196"/>
                </a:cubicBezTo>
                <a:cubicBezTo>
                  <a:pt x="2507" y="1708"/>
                  <a:pt x="2090" y="1387"/>
                  <a:pt x="1697" y="1125"/>
                </a:cubicBezTo>
                <a:cubicBezTo>
                  <a:pt x="1137" y="756"/>
                  <a:pt x="518" y="506"/>
                  <a:pt x="54" y="6"/>
                </a:cubicBezTo>
                <a:cubicBezTo>
                  <a:pt x="48" y="2"/>
                  <a:pt x="40" y="1"/>
                  <a:pt x="34" y="1"/>
                </a:cubicBezTo>
                <a:close/>
              </a:path>
            </a:pathLst>
          </a:custGeom>
          <a:solidFill>
            <a:srgbClr val="1E3D28">
              <a:alpha val="53130"/>
            </a:srgbClr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6" name="Google Shape;1346;p15">
            <a:extLst>
              <a:ext uri="{FF2B5EF4-FFF2-40B4-BE49-F238E27FC236}">
                <a16:creationId xmlns:a16="http://schemas.microsoft.com/office/drawing/2014/main" id="{3922CEBD-A03C-4086-97E9-6FECF4E44234}"/>
              </a:ext>
            </a:extLst>
          </p:cNvPr>
          <p:cNvSpPr>
            <a:spLocks noGrp="1"/>
          </p:cNvSpPr>
          <p:nvPr/>
        </p:nvSpPr>
        <p:spPr>
          <a:xfrm>
            <a:off x="8780592" y="2551717"/>
            <a:ext cx="320590" cy="122794"/>
          </a:xfrm>
          <a:custGeom>
            <a:avLst/>
            <a:gdLst/>
            <a:ahLst/>
            <a:cxnLst/>
            <a:rect l="l" t="t" r="r" b="b"/>
            <a:pathLst>
              <a:path w="3099" h="1187">
                <a:moveTo>
                  <a:pt x="3064" y="1"/>
                </a:moveTo>
                <a:cubicBezTo>
                  <a:pt x="3061" y="1"/>
                  <a:pt x="3058" y="2"/>
                  <a:pt x="3055" y="3"/>
                </a:cubicBezTo>
                <a:cubicBezTo>
                  <a:pt x="2507" y="360"/>
                  <a:pt x="1947" y="479"/>
                  <a:pt x="1316" y="634"/>
                </a:cubicBezTo>
                <a:cubicBezTo>
                  <a:pt x="876" y="741"/>
                  <a:pt x="423" y="837"/>
                  <a:pt x="42" y="1099"/>
                </a:cubicBezTo>
                <a:cubicBezTo>
                  <a:pt x="1" y="1119"/>
                  <a:pt x="32" y="1186"/>
                  <a:pt x="73" y="1186"/>
                </a:cubicBezTo>
                <a:cubicBezTo>
                  <a:pt x="78" y="1186"/>
                  <a:pt x="84" y="1185"/>
                  <a:pt x="90" y="1182"/>
                </a:cubicBezTo>
                <a:cubicBezTo>
                  <a:pt x="650" y="896"/>
                  <a:pt x="1197" y="801"/>
                  <a:pt x="1804" y="658"/>
                </a:cubicBezTo>
                <a:cubicBezTo>
                  <a:pt x="2245" y="551"/>
                  <a:pt x="2745" y="372"/>
                  <a:pt x="3078" y="51"/>
                </a:cubicBezTo>
                <a:cubicBezTo>
                  <a:pt x="3099" y="30"/>
                  <a:pt x="3084" y="1"/>
                  <a:pt x="3064" y="1"/>
                </a:cubicBezTo>
                <a:close/>
              </a:path>
            </a:pathLst>
          </a:custGeom>
          <a:solidFill>
            <a:srgbClr val="1E3D28">
              <a:alpha val="53130"/>
            </a:srgbClr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7" name="Google Shape;1347;p15">
            <a:extLst>
              <a:ext uri="{FF2B5EF4-FFF2-40B4-BE49-F238E27FC236}">
                <a16:creationId xmlns:a16="http://schemas.microsoft.com/office/drawing/2014/main" id="{AE5934D3-00E3-4C24-B100-6BE59C972B33}"/>
              </a:ext>
            </a:extLst>
          </p:cNvPr>
          <p:cNvSpPr>
            <a:spLocks noGrp="1"/>
          </p:cNvSpPr>
          <p:nvPr/>
        </p:nvSpPr>
        <p:spPr>
          <a:xfrm>
            <a:off x="8617762" y="2298472"/>
            <a:ext cx="190450" cy="193554"/>
          </a:xfrm>
          <a:custGeom>
            <a:avLst/>
            <a:gdLst/>
            <a:ahLst/>
            <a:cxnLst/>
            <a:rect l="l" t="t" r="r" b="b"/>
            <a:pathLst>
              <a:path w="1841" h="1871">
                <a:moveTo>
                  <a:pt x="20" y="0"/>
                </a:moveTo>
                <a:cubicBezTo>
                  <a:pt x="10" y="0"/>
                  <a:pt x="1" y="14"/>
                  <a:pt x="9" y="22"/>
                </a:cubicBezTo>
                <a:cubicBezTo>
                  <a:pt x="223" y="368"/>
                  <a:pt x="497" y="677"/>
                  <a:pt x="807" y="939"/>
                </a:cubicBezTo>
                <a:cubicBezTo>
                  <a:pt x="1152" y="1237"/>
                  <a:pt x="1462" y="1558"/>
                  <a:pt x="1795" y="1868"/>
                </a:cubicBezTo>
                <a:cubicBezTo>
                  <a:pt x="1797" y="1870"/>
                  <a:pt x="1800" y="1871"/>
                  <a:pt x="1803" y="1871"/>
                </a:cubicBezTo>
                <a:cubicBezTo>
                  <a:pt x="1818" y="1871"/>
                  <a:pt x="1840" y="1851"/>
                  <a:pt x="1831" y="1832"/>
                </a:cubicBezTo>
                <a:cubicBezTo>
                  <a:pt x="1652" y="1511"/>
                  <a:pt x="1319" y="1272"/>
                  <a:pt x="1033" y="1046"/>
                </a:cubicBezTo>
                <a:cubicBezTo>
                  <a:pt x="640" y="760"/>
                  <a:pt x="307" y="403"/>
                  <a:pt x="33" y="10"/>
                </a:cubicBezTo>
                <a:cubicBezTo>
                  <a:pt x="29" y="3"/>
                  <a:pt x="24" y="0"/>
                  <a:pt x="20" y="0"/>
                </a:cubicBezTo>
                <a:close/>
              </a:path>
            </a:pathLst>
          </a:custGeom>
          <a:solidFill>
            <a:srgbClr val="1E3D28">
              <a:alpha val="53130"/>
            </a:srgbClr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8" name="Google Shape;1348;p15">
            <a:extLst>
              <a:ext uri="{FF2B5EF4-FFF2-40B4-BE49-F238E27FC236}">
                <a16:creationId xmlns:a16="http://schemas.microsoft.com/office/drawing/2014/main" id="{1F3A0CEA-9BBA-4A71-B1F3-7C49A65CE388}"/>
              </a:ext>
            </a:extLst>
          </p:cNvPr>
          <p:cNvSpPr>
            <a:spLocks noGrp="1"/>
          </p:cNvSpPr>
          <p:nvPr/>
        </p:nvSpPr>
        <p:spPr>
          <a:xfrm>
            <a:off x="8794351" y="2399026"/>
            <a:ext cx="250244" cy="160347"/>
          </a:xfrm>
          <a:custGeom>
            <a:avLst/>
            <a:gdLst/>
            <a:ahLst/>
            <a:cxnLst/>
            <a:rect l="l" t="t" r="r" b="b"/>
            <a:pathLst>
              <a:path w="2419" h="1550">
                <a:moveTo>
                  <a:pt x="2384" y="0"/>
                </a:moveTo>
                <a:cubicBezTo>
                  <a:pt x="2381" y="0"/>
                  <a:pt x="2377" y="1"/>
                  <a:pt x="2374" y="3"/>
                </a:cubicBezTo>
                <a:cubicBezTo>
                  <a:pt x="1660" y="598"/>
                  <a:pt x="457" y="550"/>
                  <a:pt x="17" y="1491"/>
                </a:cubicBezTo>
                <a:cubicBezTo>
                  <a:pt x="1" y="1523"/>
                  <a:pt x="32" y="1549"/>
                  <a:pt x="62" y="1549"/>
                </a:cubicBezTo>
                <a:cubicBezTo>
                  <a:pt x="77" y="1549"/>
                  <a:pt x="92" y="1543"/>
                  <a:pt x="100" y="1527"/>
                </a:cubicBezTo>
                <a:cubicBezTo>
                  <a:pt x="564" y="646"/>
                  <a:pt x="1719" y="670"/>
                  <a:pt x="2398" y="39"/>
                </a:cubicBezTo>
                <a:cubicBezTo>
                  <a:pt x="2418" y="28"/>
                  <a:pt x="2403" y="0"/>
                  <a:pt x="2384" y="0"/>
                </a:cubicBezTo>
                <a:close/>
              </a:path>
            </a:pathLst>
          </a:custGeom>
          <a:solidFill>
            <a:srgbClr val="1E3D28">
              <a:alpha val="53130"/>
            </a:srgbClr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9" name="Google Shape;1349;p15">
            <a:extLst>
              <a:ext uri="{FF2B5EF4-FFF2-40B4-BE49-F238E27FC236}">
                <a16:creationId xmlns:a16="http://schemas.microsoft.com/office/drawing/2014/main" id="{6FDB3C4E-694F-458B-B9EB-B04F6CC5BBAA}"/>
              </a:ext>
            </a:extLst>
          </p:cNvPr>
          <p:cNvSpPr>
            <a:spLocks noGrp="1"/>
          </p:cNvSpPr>
          <p:nvPr/>
        </p:nvSpPr>
        <p:spPr>
          <a:xfrm>
            <a:off x="8805834" y="2260506"/>
            <a:ext cx="177209" cy="175140"/>
          </a:xfrm>
          <a:custGeom>
            <a:avLst/>
            <a:gdLst/>
            <a:ahLst/>
            <a:cxnLst/>
            <a:rect l="l" t="t" r="r" b="b"/>
            <a:pathLst>
              <a:path w="1713" h="1693">
                <a:moveTo>
                  <a:pt x="1684" y="0"/>
                </a:moveTo>
                <a:cubicBezTo>
                  <a:pt x="1679" y="0"/>
                  <a:pt x="1673" y="3"/>
                  <a:pt x="1668" y="8"/>
                </a:cubicBezTo>
                <a:cubicBezTo>
                  <a:pt x="1060" y="496"/>
                  <a:pt x="108" y="758"/>
                  <a:pt x="1" y="1651"/>
                </a:cubicBezTo>
                <a:cubicBezTo>
                  <a:pt x="1" y="1675"/>
                  <a:pt x="21" y="1693"/>
                  <a:pt x="38" y="1693"/>
                </a:cubicBezTo>
                <a:cubicBezTo>
                  <a:pt x="48" y="1693"/>
                  <a:pt x="56" y="1688"/>
                  <a:pt x="60" y="1675"/>
                </a:cubicBezTo>
                <a:cubicBezTo>
                  <a:pt x="120" y="1437"/>
                  <a:pt x="227" y="1223"/>
                  <a:pt x="370" y="1044"/>
                </a:cubicBezTo>
                <a:cubicBezTo>
                  <a:pt x="525" y="877"/>
                  <a:pt x="691" y="746"/>
                  <a:pt x="882" y="639"/>
                </a:cubicBezTo>
                <a:cubicBezTo>
                  <a:pt x="1179" y="473"/>
                  <a:pt x="1453" y="270"/>
                  <a:pt x="1703" y="44"/>
                </a:cubicBezTo>
                <a:cubicBezTo>
                  <a:pt x="1712" y="26"/>
                  <a:pt x="1701" y="0"/>
                  <a:pt x="1684" y="0"/>
                </a:cubicBezTo>
                <a:close/>
              </a:path>
            </a:pathLst>
          </a:custGeom>
          <a:solidFill>
            <a:srgbClr val="1E3D28">
              <a:alpha val="53130"/>
            </a:srgbClr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0" name="Google Shape;1350;p15">
            <a:extLst>
              <a:ext uri="{FF2B5EF4-FFF2-40B4-BE49-F238E27FC236}">
                <a16:creationId xmlns:a16="http://schemas.microsoft.com/office/drawing/2014/main" id="{7BD99C15-F739-4BF4-884E-6882D0989A18}"/>
              </a:ext>
            </a:extLst>
          </p:cNvPr>
          <p:cNvSpPr>
            <a:spLocks noGrp="1"/>
          </p:cNvSpPr>
          <p:nvPr/>
        </p:nvSpPr>
        <p:spPr>
          <a:xfrm>
            <a:off x="8694108" y="2111332"/>
            <a:ext cx="199347" cy="264314"/>
          </a:xfrm>
          <a:custGeom>
            <a:avLst/>
            <a:gdLst/>
            <a:ahLst/>
            <a:cxnLst/>
            <a:rect l="l" t="t" r="r" b="b"/>
            <a:pathLst>
              <a:path w="1927" h="2555">
                <a:moveTo>
                  <a:pt x="1920" y="1"/>
                </a:moveTo>
                <a:cubicBezTo>
                  <a:pt x="1917" y="1"/>
                  <a:pt x="1914" y="4"/>
                  <a:pt x="1914" y="10"/>
                </a:cubicBezTo>
                <a:cubicBezTo>
                  <a:pt x="1914" y="664"/>
                  <a:pt x="1533" y="1153"/>
                  <a:pt x="1295" y="1700"/>
                </a:cubicBezTo>
                <a:lnTo>
                  <a:pt x="1259" y="1784"/>
                </a:lnTo>
                <a:lnTo>
                  <a:pt x="1224" y="1843"/>
                </a:lnTo>
                <a:cubicBezTo>
                  <a:pt x="1212" y="1819"/>
                  <a:pt x="1200" y="1819"/>
                  <a:pt x="1188" y="1807"/>
                </a:cubicBezTo>
                <a:cubicBezTo>
                  <a:pt x="1093" y="1569"/>
                  <a:pt x="938" y="1355"/>
                  <a:pt x="747" y="1188"/>
                </a:cubicBezTo>
                <a:cubicBezTo>
                  <a:pt x="485" y="915"/>
                  <a:pt x="212" y="676"/>
                  <a:pt x="33" y="331"/>
                </a:cubicBezTo>
                <a:cubicBezTo>
                  <a:pt x="30" y="328"/>
                  <a:pt x="25" y="326"/>
                  <a:pt x="21" y="326"/>
                </a:cubicBezTo>
                <a:cubicBezTo>
                  <a:pt x="10" y="326"/>
                  <a:pt x="1" y="335"/>
                  <a:pt x="9" y="343"/>
                </a:cubicBezTo>
                <a:cubicBezTo>
                  <a:pt x="164" y="629"/>
                  <a:pt x="354" y="879"/>
                  <a:pt x="581" y="1117"/>
                </a:cubicBezTo>
                <a:cubicBezTo>
                  <a:pt x="807" y="1391"/>
                  <a:pt x="974" y="1665"/>
                  <a:pt x="1176" y="1950"/>
                </a:cubicBezTo>
                <a:cubicBezTo>
                  <a:pt x="1176" y="1956"/>
                  <a:pt x="1182" y="1959"/>
                  <a:pt x="1189" y="1959"/>
                </a:cubicBezTo>
                <a:cubicBezTo>
                  <a:pt x="1197" y="1959"/>
                  <a:pt x="1206" y="1956"/>
                  <a:pt x="1212" y="1950"/>
                </a:cubicBezTo>
                <a:lnTo>
                  <a:pt x="1212" y="1950"/>
                </a:lnTo>
                <a:cubicBezTo>
                  <a:pt x="1152" y="2141"/>
                  <a:pt x="1128" y="2343"/>
                  <a:pt x="1140" y="2546"/>
                </a:cubicBezTo>
                <a:cubicBezTo>
                  <a:pt x="1140" y="2552"/>
                  <a:pt x="1146" y="2555"/>
                  <a:pt x="1152" y="2555"/>
                </a:cubicBezTo>
                <a:cubicBezTo>
                  <a:pt x="1158" y="2555"/>
                  <a:pt x="1164" y="2552"/>
                  <a:pt x="1164" y="2546"/>
                </a:cubicBezTo>
                <a:cubicBezTo>
                  <a:pt x="1212" y="2343"/>
                  <a:pt x="1224" y="2141"/>
                  <a:pt x="1271" y="1927"/>
                </a:cubicBezTo>
                <a:cubicBezTo>
                  <a:pt x="1295" y="1891"/>
                  <a:pt x="1307" y="1855"/>
                  <a:pt x="1319" y="1807"/>
                </a:cubicBezTo>
                <a:cubicBezTo>
                  <a:pt x="1331" y="1772"/>
                  <a:pt x="1331" y="1736"/>
                  <a:pt x="1343" y="1712"/>
                </a:cubicBezTo>
                <a:cubicBezTo>
                  <a:pt x="1414" y="1522"/>
                  <a:pt x="1545" y="1355"/>
                  <a:pt x="1628" y="1188"/>
                </a:cubicBezTo>
                <a:cubicBezTo>
                  <a:pt x="1819" y="819"/>
                  <a:pt x="1914" y="414"/>
                  <a:pt x="1926" y="10"/>
                </a:cubicBezTo>
                <a:cubicBezTo>
                  <a:pt x="1926" y="4"/>
                  <a:pt x="1923" y="1"/>
                  <a:pt x="1920" y="1"/>
                </a:cubicBezTo>
                <a:close/>
              </a:path>
            </a:pathLst>
          </a:custGeom>
          <a:solidFill>
            <a:srgbClr val="1E3D28">
              <a:alpha val="53130"/>
            </a:srgbClr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2" name="Google Shape;1352;p15">
            <a:extLst>
              <a:ext uri="{FF2B5EF4-FFF2-40B4-BE49-F238E27FC236}">
                <a16:creationId xmlns:a16="http://schemas.microsoft.com/office/drawing/2014/main" id="{A65B19D8-65DE-4ABE-B777-E3735AF0F32E}"/>
              </a:ext>
            </a:extLst>
          </p:cNvPr>
          <p:cNvSpPr>
            <a:spLocks noGrp="1"/>
          </p:cNvSpPr>
          <p:nvPr/>
        </p:nvSpPr>
        <p:spPr>
          <a:xfrm flipH="1">
            <a:off x="-13253300" y="-1937334"/>
            <a:ext cx="2205126" cy="3063243"/>
          </a:xfrm>
          <a:custGeom>
            <a:avLst/>
            <a:gdLst/>
            <a:ahLst/>
            <a:cxnLst/>
            <a:rect l="l" t="t" r="r" b="b"/>
            <a:pathLst>
              <a:path w="63079" h="87626">
                <a:moveTo>
                  <a:pt x="21923" y="1"/>
                </a:moveTo>
                <a:cubicBezTo>
                  <a:pt x="21397" y="1"/>
                  <a:pt x="20850" y="26"/>
                  <a:pt x="20281" y="79"/>
                </a:cubicBezTo>
                <a:cubicBezTo>
                  <a:pt x="20281" y="79"/>
                  <a:pt x="16012" y="79"/>
                  <a:pt x="12109" y="4949"/>
                </a:cubicBezTo>
                <a:cubicBezTo>
                  <a:pt x="8239" y="9786"/>
                  <a:pt x="8506" y="7951"/>
                  <a:pt x="5404" y="16024"/>
                </a:cubicBezTo>
                <a:cubicBezTo>
                  <a:pt x="2302" y="24063"/>
                  <a:pt x="1435" y="28399"/>
                  <a:pt x="1134" y="33069"/>
                </a:cubicBezTo>
                <a:cubicBezTo>
                  <a:pt x="801" y="37739"/>
                  <a:pt x="0" y="39407"/>
                  <a:pt x="1735" y="47613"/>
                </a:cubicBezTo>
                <a:cubicBezTo>
                  <a:pt x="3436" y="55852"/>
                  <a:pt x="3303" y="55652"/>
                  <a:pt x="5437" y="59955"/>
                </a:cubicBezTo>
                <a:cubicBezTo>
                  <a:pt x="7572" y="64225"/>
                  <a:pt x="6672" y="69428"/>
                  <a:pt x="8106" y="73231"/>
                </a:cubicBezTo>
                <a:cubicBezTo>
                  <a:pt x="9574" y="77034"/>
                  <a:pt x="12176" y="76333"/>
                  <a:pt x="12609" y="80370"/>
                </a:cubicBezTo>
                <a:cubicBezTo>
                  <a:pt x="13043" y="84372"/>
                  <a:pt x="15845" y="84973"/>
                  <a:pt x="19681" y="85240"/>
                </a:cubicBezTo>
                <a:cubicBezTo>
                  <a:pt x="22857" y="85461"/>
                  <a:pt x="24707" y="87625"/>
                  <a:pt x="27407" y="87625"/>
                </a:cubicBezTo>
                <a:cubicBezTo>
                  <a:pt x="27969" y="87625"/>
                  <a:pt x="28567" y="87532"/>
                  <a:pt x="29221" y="87308"/>
                </a:cubicBezTo>
                <a:cubicBezTo>
                  <a:pt x="32990" y="86007"/>
                  <a:pt x="34958" y="73798"/>
                  <a:pt x="34958" y="73798"/>
                </a:cubicBezTo>
                <a:lnTo>
                  <a:pt x="34258" y="69428"/>
                </a:lnTo>
                <a:lnTo>
                  <a:pt x="34258" y="69428"/>
                </a:lnTo>
                <a:cubicBezTo>
                  <a:pt x="34258" y="69429"/>
                  <a:pt x="35526" y="73798"/>
                  <a:pt x="38795" y="75866"/>
                </a:cubicBezTo>
                <a:cubicBezTo>
                  <a:pt x="42097" y="77934"/>
                  <a:pt x="44765" y="84806"/>
                  <a:pt x="49836" y="85140"/>
                </a:cubicBezTo>
                <a:cubicBezTo>
                  <a:pt x="49972" y="85149"/>
                  <a:pt x="50103" y="85153"/>
                  <a:pt x="50229" y="85153"/>
                </a:cubicBezTo>
                <a:cubicBezTo>
                  <a:pt x="54866" y="85153"/>
                  <a:pt x="53588" y="79340"/>
                  <a:pt x="56641" y="77067"/>
                </a:cubicBezTo>
                <a:cubicBezTo>
                  <a:pt x="59810" y="74699"/>
                  <a:pt x="63079" y="66093"/>
                  <a:pt x="60510" y="59822"/>
                </a:cubicBezTo>
                <a:cubicBezTo>
                  <a:pt x="57942" y="53517"/>
                  <a:pt x="60543" y="48680"/>
                  <a:pt x="55607" y="43743"/>
                </a:cubicBezTo>
                <a:cubicBezTo>
                  <a:pt x="50670" y="38806"/>
                  <a:pt x="55473" y="33169"/>
                  <a:pt x="48768" y="26865"/>
                </a:cubicBezTo>
                <a:cubicBezTo>
                  <a:pt x="45032" y="23362"/>
                  <a:pt x="45266" y="19826"/>
                  <a:pt x="40095" y="16190"/>
                </a:cubicBezTo>
                <a:cubicBezTo>
                  <a:pt x="35146" y="12742"/>
                  <a:pt x="33712" y="1"/>
                  <a:pt x="21923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3" name="Google Shape;1353;p15">
            <a:extLst>
              <a:ext uri="{FF2B5EF4-FFF2-40B4-BE49-F238E27FC236}">
                <a16:creationId xmlns:a16="http://schemas.microsoft.com/office/drawing/2014/main" id="{068690C1-C263-4122-938E-D6CC04830B6A}"/>
              </a:ext>
            </a:extLst>
          </p:cNvPr>
          <p:cNvSpPr>
            <a:spLocks noGrp="1"/>
          </p:cNvSpPr>
          <p:nvPr/>
        </p:nvSpPr>
        <p:spPr>
          <a:xfrm flipH="1">
            <a:off x="-13797494" y="350957"/>
            <a:ext cx="1431829" cy="600972"/>
          </a:xfrm>
          <a:custGeom>
            <a:avLst/>
            <a:gdLst/>
            <a:ahLst/>
            <a:cxnLst/>
            <a:rect l="l" t="t" r="r" b="b"/>
            <a:pathLst>
              <a:path w="45333" h="19849">
                <a:moveTo>
                  <a:pt x="1" y="19848"/>
                </a:moveTo>
                <a:cubicBezTo>
                  <a:pt x="1" y="19848"/>
                  <a:pt x="7306" y="16946"/>
                  <a:pt x="11309" y="11142"/>
                </a:cubicBezTo>
                <a:cubicBezTo>
                  <a:pt x="15345" y="5371"/>
                  <a:pt x="19615" y="1"/>
                  <a:pt x="19615" y="1"/>
                </a:cubicBezTo>
                <a:cubicBezTo>
                  <a:pt x="19615" y="1"/>
                  <a:pt x="25619" y="6005"/>
                  <a:pt x="34792" y="8040"/>
                </a:cubicBezTo>
                <a:cubicBezTo>
                  <a:pt x="43965" y="10075"/>
                  <a:pt x="45333" y="11776"/>
                  <a:pt x="45333" y="11776"/>
                </a:cubicBezTo>
              </a:path>
            </a:pathLst>
          </a:custGeom>
          <a:noFill/>
          <a:ln w="10000" cmpd="sng">
            <a:solidFill>
              <a:schemeClr val="accent2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4" name="Google Shape;1354;p15">
            <a:extLst>
              <a:ext uri="{FF2B5EF4-FFF2-40B4-BE49-F238E27FC236}">
                <a16:creationId xmlns:a16="http://schemas.microsoft.com/office/drawing/2014/main" id="{5EAF1FA3-D927-4A5D-BFEF-4AD5ACB1F630}"/>
              </a:ext>
            </a:extLst>
          </p:cNvPr>
          <p:cNvSpPr>
            <a:spLocks noGrp="1"/>
          </p:cNvSpPr>
          <p:nvPr/>
        </p:nvSpPr>
        <p:spPr>
          <a:xfrm flipH="1">
            <a:off x="-13620494" y="185395"/>
            <a:ext cx="1723672" cy="468788"/>
          </a:xfrm>
          <a:custGeom>
            <a:avLst/>
            <a:gdLst/>
            <a:ahLst/>
            <a:cxnLst/>
            <a:rect l="l" t="t" r="r" b="b"/>
            <a:pathLst>
              <a:path w="54573" h="13410">
                <a:moveTo>
                  <a:pt x="1" y="13410"/>
                </a:moveTo>
                <a:cubicBezTo>
                  <a:pt x="1" y="13410"/>
                  <a:pt x="3837" y="10308"/>
                  <a:pt x="12109" y="8506"/>
                </a:cubicBezTo>
                <a:cubicBezTo>
                  <a:pt x="20382" y="6672"/>
                  <a:pt x="23851" y="0"/>
                  <a:pt x="23851" y="0"/>
                </a:cubicBezTo>
                <a:cubicBezTo>
                  <a:pt x="23851" y="0"/>
                  <a:pt x="26520" y="2569"/>
                  <a:pt x="34959" y="3703"/>
                </a:cubicBezTo>
                <a:cubicBezTo>
                  <a:pt x="43365" y="4804"/>
                  <a:pt x="54573" y="6572"/>
                  <a:pt x="54573" y="6572"/>
                </a:cubicBezTo>
              </a:path>
            </a:pathLst>
          </a:custGeom>
          <a:noFill/>
          <a:ln w="10000" cmpd="sng">
            <a:solidFill>
              <a:schemeClr val="accent2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5" name="Google Shape;1355;p15">
            <a:extLst>
              <a:ext uri="{FF2B5EF4-FFF2-40B4-BE49-F238E27FC236}">
                <a16:creationId xmlns:a16="http://schemas.microsoft.com/office/drawing/2014/main" id="{A08823D5-4A43-43BB-BE37-A8075F6FA73C}"/>
              </a:ext>
            </a:extLst>
          </p:cNvPr>
          <p:cNvSpPr>
            <a:spLocks noGrp="1"/>
          </p:cNvSpPr>
          <p:nvPr/>
        </p:nvSpPr>
        <p:spPr>
          <a:xfrm flipH="1">
            <a:off x="-13507769" y="-23340"/>
            <a:ext cx="1777397" cy="352203"/>
          </a:xfrm>
          <a:custGeom>
            <a:avLst/>
            <a:gdLst/>
            <a:ahLst/>
            <a:cxnLst/>
            <a:rect l="l" t="t" r="r" b="b"/>
            <a:pathLst>
              <a:path w="56274" h="10075">
                <a:moveTo>
                  <a:pt x="56274" y="1335"/>
                </a:moveTo>
                <a:cubicBezTo>
                  <a:pt x="56274" y="1335"/>
                  <a:pt x="46400" y="0"/>
                  <a:pt x="40096" y="1268"/>
                </a:cubicBezTo>
                <a:cubicBezTo>
                  <a:pt x="33791" y="2569"/>
                  <a:pt x="26719" y="3203"/>
                  <a:pt x="26719" y="3203"/>
                </a:cubicBezTo>
                <a:cubicBezTo>
                  <a:pt x="26719" y="3203"/>
                  <a:pt x="23384" y="5938"/>
                  <a:pt x="17480" y="6338"/>
                </a:cubicBezTo>
                <a:cubicBezTo>
                  <a:pt x="11542" y="6738"/>
                  <a:pt x="0" y="10074"/>
                  <a:pt x="0" y="10074"/>
                </a:cubicBezTo>
              </a:path>
            </a:pathLst>
          </a:custGeom>
          <a:noFill/>
          <a:ln w="10000" cmpd="sng">
            <a:solidFill>
              <a:schemeClr val="accent2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6" name="Google Shape;1356;p15">
            <a:extLst>
              <a:ext uri="{FF2B5EF4-FFF2-40B4-BE49-F238E27FC236}">
                <a16:creationId xmlns:a16="http://schemas.microsoft.com/office/drawing/2014/main" id="{8C434E12-B26D-4B03-B52E-5D2FA204A46C}"/>
              </a:ext>
            </a:extLst>
          </p:cNvPr>
          <p:cNvSpPr>
            <a:spLocks noGrp="1"/>
          </p:cNvSpPr>
          <p:nvPr/>
        </p:nvSpPr>
        <p:spPr>
          <a:xfrm flipH="1">
            <a:off x="-13361313" y="-379004"/>
            <a:ext cx="1865929" cy="386007"/>
          </a:xfrm>
          <a:custGeom>
            <a:avLst/>
            <a:gdLst/>
            <a:ahLst/>
            <a:cxnLst/>
            <a:rect l="l" t="t" r="r" b="b"/>
            <a:pathLst>
              <a:path w="59077" h="11042">
                <a:moveTo>
                  <a:pt x="1" y="10141"/>
                </a:moveTo>
                <a:cubicBezTo>
                  <a:pt x="1" y="10141"/>
                  <a:pt x="6072" y="5037"/>
                  <a:pt x="19148" y="8039"/>
                </a:cubicBezTo>
                <a:cubicBezTo>
                  <a:pt x="32224" y="11042"/>
                  <a:pt x="36327" y="8373"/>
                  <a:pt x="43765" y="4170"/>
                </a:cubicBezTo>
                <a:cubicBezTo>
                  <a:pt x="51171" y="0"/>
                  <a:pt x="59076" y="100"/>
                  <a:pt x="59076" y="100"/>
                </a:cubicBezTo>
              </a:path>
            </a:pathLst>
          </a:custGeom>
          <a:noFill/>
          <a:ln w="10000" cmpd="sng">
            <a:solidFill>
              <a:schemeClr val="accent2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7" name="Google Shape;1357;p15">
            <a:extLst>
              <a:ext uri="{FF2B5EF4-FFF2-40B4-BE49-F238E27FC236}">
                <a16:creationId xmlns:a16="http://schemas.microsoft.com/office/drawing/2014/main" id="{31D820C4-7893-485E-B76A-C070D3DD0A18}"/>
              </a:ext>
            </a:extLst>
          </p:cNvPr>
          <p:cNvSpPr>
            <a:spLocks noGrp="1"/>
          </p:cNvSpPr>
          <p:nvPr/>
        </p:nvSpPr>
        <p:spPr>
          <a:xfrm flipH="1">
            <a:off x="-13292838" y="-747498"/>
            <a:ext cx="1784252" cy="434984"/>
          </a:xfrm>
          <a:custGeom>
            <a:avLst/>
            <a:gdLst/>
            <a:ahLst/>
            <a:cxnLst/>
            <a:rect l="l" t="t" r="r" b="b"/>
            <a:pathLst>
              <a:path w="56875" h="12443">
                <a:moveTo>
                  <a:pt x="56874" y="267"/>
                </a:moveTo>
                <a:cubicBezTo>
                  <a:pt x="56874" y="267"/>
                  <a:pt x="49769" y="0"/>
                  <a:pt x="42264" y="5704"/>
                </a:cubicBezTo>
                <a:cubicBezTo>
                  <a:pt x="34758" y="11409"/>
                  <a:pt x="33324" y="12443"/>
                  <a:pt x="23684" y="11008"/>
                </a:cubicBezTo>
                <a:cubicBezTo>
                  <a:pt x="14043" y="9574"/>
                  <a:pt x="0" y="9774"/>
                  <a:pt x="0" y="9774"/>
                </a:cubicBezTo>
              </a:path>
            </a:pathLst>
          </a:custGeom>
          <a:noFill/>
          <a:ln w="10000" cmpd="sng">
            <a:solidFill>
              <a:schemeClr val="accent2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8" name="Google Shape;1358;p15">
            <a:extLst>
              <a:ext uri="{FF2B5EF4-FFF2-40B4-BE49-F238E27FC236}">
                <a16:creationId xmlns:a16="http://schemas.microsoft.com/office/drawing/2014/main" id="{70EFC145-48E5-4E77-8610-279916839636}"/>
              </a:ext>
            </a:extLst>
          </p:cNvPr>
          <p:cNvSpPr>
            <a:spLocks noGrp="1"/>
          </p:cNvSpPr>
          <p:nvPr/>
        </p:nvSpPr>
        <p:spPr>
          <a:xfrm flipH="1">
            <a:off x="-13292838" y="-1058835"/>
            <a:ext cx="1592238" cy="542270"/>
          </a:xfrm>
          <a:custGeom>
            <a:avLst/>
            <a:gdLst/>
            <a:ahLst/>
            <a:cxnLst/>
            <a:rect l="l" t="t" r="r" b="b"/>
            <a:pathLst>
              <a:path w="51805" h="15512">
                <a:moveTo>
                  <a:pt x="1" y="9807"/>
                </a:moveTo>
                <a:cubicBezTo>
                  <a:pt x="1" y="9807"/>
                  <a:pt x="5037" y="3836"/>
                  <a:pt x="17079" y="9674"/>
                </a:cubicBezTo>
                <a:cubicBezTo>
                  <a:pt x="29155" y="15511"/>
                  <a:pt x="31656" y="13576"/>
                  <a:pt x="37127" y="7906"/>
                </a:cubicBezTo>
                <a:cubicBezTo>
                  <a:pt x="42598" y="2202"/>
                  <a:pt x="51804" y="0"/>
                  <a:pt x="51804" y="0"/>
                </a:cubicBezTo>
              </a:path>
            </a:pathLst>
          </a:custGeom>
          <a:noFill/>
          <a:ln w="10000" cmpd="sng">
            <a:solidFill>
              <a:schemeClr val="accent2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9" name="Google Shape;1359;p15">
            <a:extLst>
              <a:ext uri="{FF2B5EF4-FFF2-40B4-BE49-F238E27FC236}">
                <a16:creationId xmlns:a16="http://schemas.microsoft.com/office/drawing/2014/main" id="{3A945FC8-4634-4308-AC5E-B968F08306DF}"/>
              </a:ext>
            </a:extLst>
          </p:cNvPr>
          <p:cNvSpPr>
            <a:spLocks noGrp="1"/>
          </p:cNvSpPr>
          <p:nvPr/>
        </p:nvSpPr>
        <p:spPr>
          <a:xfrm flipH="1">
            <a:off x="-13388728" y="-1363216"/>
            <a:ext cx="1307245" cy="566776"/>
          </a:xfrm>
          <a:custGeom>
            <a:avLst/>
            <a:gdLst/>
            <a:ahLst/>
            <a:cxnLst/>
            <a:rect l="l" t="t" r="r" b="b"/>
            <a:pathLst>
              <a:path w="43131" h="16213">
                <a:moveTo>
                  <a:pt x="43131" y="1"/>
                </a:moveTo>
                <a:cubicBezTo>
                  <a:pt x="43131" y="1"/>
                  <a:pt x="37060" y="1035"/>
                  <a:pt x="32356" y="8640"/>
                </a:cubicBezTo>
                <a:cubicBezTo>
                  <a:pt x="27653" y="16212"/>
                  <a:pt x="14444" y="10942"/>
                  <a:pt x="0" y="5205"/>
                </a:cubicBezTo>
              </a:path>
            </a:pathLst>
          </a:custGeom>
          <a:noFill/>
          <a:ln w="10000" cmpd="sng">
            <a:solidFill>
              <a:schemeClr val="accent2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0" name="Google Shape;1360;p15">
            <a:extLst>
              <a:ext uri="{FF2B5EF4-FFF2-40B4-BE49-F238E27FC236}">
                <a16:creationId xmlns:a16="http://schemas.microsoft.com/office/drawing/2014/main" id="{E36EDD19-5D9D-44D6-8274-224526B7706D}"/>
              </a:ext>
            </a:extLst>
          </p:cNvPr>
          <p:cNvSpPr>
            <a:spLocks noGrp="1"/>
          </p:cNvSpPr>
          <p:nvPr/>
        </p:nvSpPr>
        <p:spPr>
          <a:xfrm flipH="1">
            <a:off x="-13509334" y="-1561429"/>
            <a:ext cx="1008726" cy="423308"/>
          </a:xfrm>
          <a:custGeom>
            <a:avLst/>
            <a:gdLst/>
            <a:ahLst/>
            <a:cxnLst/>
            <a:rect l="l" t="t" r="r" b="b"/>
            <a:pathLst>
              <a:path w="33324" h="12109">
                <a:moveTo>
                  <a:pt x="0" y="934"/>
                </a:moveTo>
                <a:cubicBezTo>
                  <a:pt x="0" y="934"/>
                  <a:pt x="14244" y="6004"/>
                  <a:pt x="19447" y="12109"/>
                </a:cubicBezTo>
                <a:cubicBezTo>
                  <a:pt x="23584" y="5170"/>
                  <a:pt x="33324" y="0"/>
                  <a:pt x="33324" y="0"/>
                </a:cubicBezTo>
              </a:path>
            </a:pathLst>
          </a:custGeom>
          <a:noFill/>
          <a:ln w="10000" cmpd="sng">
            <a:solidFill>
              <a:schemeClr val="accent2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1" name="Google Shape;1361;p15">
            <a:extLst>
              <a:ext uri="{FF2B5EF4-FFF2-40B4-BE49-F238E27FC236}">
                <a16:creationId xmlns:a16="http://schemas.microsoft.com/office/drawing/2014/main" id="{0E25E98C-CB7A-48EA-93E2-0AD63A44D535}"/>
              </a:ext>
            </a:extLst>
          </p:cNvPr>
          <p:cNvSpPr>
            <a:spLocks noGrp="1"/>
          </p:cNvSpPr>
          <p:nvPr/>
        </p:nvSpPr>
        <p:spPr>
          <a:xfrm flipH="1">
            <a:off x="-13644949" y="-1708053"/>
            <a:ext cx="767298" cy="281048"/>
          </a:xfrm>
          <a:custGeom>
            <a:avLst/>
            <a:gdLst/>
            <a:ahLst/>
            <a:cxnLst/>
            <a:rect l="l" t="t" r="r" b="b"/>
            <a:pathLst>
              <a:path w="25319" h="9074">
                <a:moveTo>
                  <a:pt x="1" y="0"/>
                </a:moveTo>
                <a:cubicBezTo>
                  <a:pt x="1" y="0"/>
                  <a:pt x="8006" y="3436"/>
                  <a:pt x="13343" y="9074"/>
                </a:cubicBezTo>
                <a:cubicBezTo>
                  <a:pt x="17947" y="834"/>
                  <a:pt x="25319" y="501"/>
                  <a:pt x="25319" y="501"/>
                </a:cubicBezTo>
              </a:path>
            </a:pathLst>
          </a:custGeom>
          <a:noFill/>
          <a:ln w="10000" cmpd="sng">
            <a:solidFill>
              <a:schemeClr val="accent2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2" name="Google Shape;1362;p15">
            <a:extLst>
              <a:ext uri="{FF2B5EF4-FFF2-40B4-BE49-F238E27FC236}">
                <a16:creationId xmlns:a16="http://schemas.microsoft.com/office/drawing/2014/main" id="{45BCAAA3-7981-4F87-8AAE-FFD35A098B99}"/>
              </a:ext>
            </a:extLst>
          </p:cNvPr>
          <p:cNvSpPr>
            <a:spLocks noGrp="1"/>
          </p:cNvSpPr>
          <p:nvPr/>
        </p:nvSpPr>
        <p:spPr>
          <a:xfrm flipH="1">
            <a:off x="-14013605" y="-1603414"/>
            <a:ext cx="799982" cy="4479048"/>
          </a:xfrm>
          <a:custGeom>
            <a:avLst/>
            <a:gdLst/>
            <a:ahLst/>
            <a:cxnLst/>
            <a:rect l="l" t="t" r="r" b="b"/>
            <a:pathLst>
              <a:path w="22884" h="128126">
                <a:moveTo>
                  <a:pt x="0" y="0"/>
                </a:moveTo>
                <a:cubicBezTo>
                  <a:pt x="1" y="3"/>
                  <a:pt x="6872" y="38896"/>
                  <a:pt x="11575" y="63646"/>
                </a:cubicBezTo>
                <a:cubicBezTo>
                  <a:pt x="16278" y="88430"/>
                  <a:pt x="17346" y="127858"/>
                  <a:pt x="17346" y="127858"/>
                </a:cubicBezTo>
                <a:lnTo>
                  <a:pt x="22883" y="128125"/>
                </a:lnTo>
                <a:cubicBezTo>
                  <a:pt x="22883" y="128125"/>
                  <a:pt x="22016" y="98504"/>
                  <a:pt x="14010" y="60844"/>
                </a:cubicBezTo>
                <a:cubicBezTo>
                  <a:pt x="6005" y="23185"/>
                  <a:pt x="1" y="2"/>
                  <a:pt x="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3" name="Google Shape;1363;p15">
            <a:extLst>
              <a:ext uri="{FF2B5EF4-FFF2-40B4-BE49-F238E27FC236}">
                <a16:creationId xmlns:a16="http://schemas.microsoft.com/office/drawing/2014/main" id="{9276159E-68C1-4424-BA8C-C5F225D0BA21}"/>
              </a:ext>
            </a:extLst>
          </p:cNvPr>
          <p:cNvSpPr>
            <a:spLocks noGrp="1"/>
          </p:cNvSpPr>
          <p:nvPr/>
        </p:nvSpPr>
        <p:spPr>
          <a:xfrm rot="2886980" flipH="1">
            <a:off x="6233970" y="2931503"/>
            <a:ext cx="4025388" cy="2070734"/>
          </a:xfrm>
          <a:custGeom>
            <a:avLst/>
            <a:gdLst/>
            <a:ahLst/>
            <a:cxnLst/>
            <a:rect l="l" t="t" r="r" b="b"/>
            <a:pathLst>
              <a:path w="49936" h="25688">
                <a:moveTo>
                  <a:pt x="11038" y="1"/>
                </a:moveTo>
                <a:cubicBezTo>
                  <a:pt x="7313" y="1"/>
                  <a:pt x="3603" y="490"/>
                  <a:pt x="0" y="1458"/>
                </a:cubicBezTo>
                <a:lnTo>
                  <a:pt x="96" y="1934"/>
                </a:lnTo>
                <a:cubicBezTo>
                  <a:pt x="679" y="1720"/>
                  <a:pt x="1263" y="1530"/>
                  <a:pt x="1858" y="1387"/>
                </a:cubicBezTo>
                <a:cubicBezTo>
                  <a:pt x="2013" y="1351"/>
                  <a:pt x="2167" y="1315"/>
                  <a:pt x="2322" y="1279"/>
                </a:cubicBezTo>
                <a:cubicBezTo>
                  <a:pt x="3037" y="1125"/>
                  <a:pt x="3763" y="994"/>
                  <a:pt x="4477" y="887"/>
                </a:cubicBezTo>
                <a:cubicBezTo>
                  <a:pt x="4727" y="851"/>
                  <a:pt x="4965" y="827"/>
                  <a:pt x="5204" y="791"/>
                </a:cubicBezTo>
                <a:cubicBezTo>
                  <a:pt x="6239" y="672"/>
                  <a:pt x="7239" y="589"/>
                  <a:pt x="8144" y="541"/>
                </a:cubicBezTo>
                <a:cubicBezTo>
                  <a:pt x="9203" y="485"/>
                  <a:pt x="10109" y="471"/>
                  <a:pt x="10726" y="471"/>
                </a:cubicBezTo>
                <a:cubicBezTo>
                  <a:pt x="11275" y="471"/>
                  <a:pt x="11597" y="482"/>
                  <a:pt x="11597" y="482"/>
                </a:cubicBezTo>
                <a:cubicBezTo>
                  <a:pt x="11264" y="970"/>
                  <a:pt x="10966" y="1482"/>
                  <a:pt x="10704" y="2018"/>
                </a:cubicBezTo>
                <a:lnTo>
                  <a:pt x="10692" y="2030"/>
                </a:lnTo>
                <a:cubicBezTo>
                  <a:pt x="10573" y="2268"/>
                  <a:pt x="10478" y="2506"/>
                  <a:pt x="10395" y="2744"/>
                </a:cubicBezTo>
                <a:cubicBezTo>
                  <a:pt x="10359" y="2839"/>
                  <a:pt x="10335" y="2934"/>
                  <a:pt x="10311" y="3042"/>
                </a:cubicBezTo>
                <a:cubicBezTo>
                  <a:pt x="10276" y="3149"/>
                  <a:pt x="10264" y="3268"/>
                  <a:pt x="10252" y="3387"/>
                </a:cubicBezTo>
                <a:cubicBezTo>
                  <a:pt x="10216" y="3696"/>
                  <a:pt x="10276" y="3958"/>
                  <a:pt x="10478" y="4113"/>
                </a:cubicBezTo>
                <a:cubicBezTo>
                  <a:pt x="11383" y="4875"/>
                  <a:pt x="13538" y="4804"/>
                  <a:pt x="14752" y="5209"/>
                </a:cubicBezTo>
                <a:cubicBezTo>
                  <a:pt x="15955" y="5613"/>
                  <a:pt x="16479" y="6733"/>
                  <a:pt x="17419" y="6733"/>
                </a:cubicBezTo>
                <a:cubicBezTo>
                  <a:pt x="17574" y="6733"/>
                  <a:pt x="17741" y="6661"/>
                  <a:pt x="17848" y="6530"/>
                </a:cubicBezTo>
                <a:cubicBezTo>
                  <a:pt x="17955" y="6423"/>
                  <a:pt x="18038" y="6304"/>
                  <a:pt x="18098" y="6161"/>
                </a:cubicBezTo>
                <a:cubicBezTo>
                  <a:pt x="18122" y="6137"/>
                  <a:pt x="18134" y="6102"/>
                  <a:pt x="18146" y="6078"/>
                </a:cubicBezTo>
                <a:cubicBezTo>
                  <a:pt x="18217" y="5923"/>
                  <a:pt x="18277" y="5768"/>
                  <a:pt x="18336" y="5601"/>
                </a:cubicBezTo>
                <a:lnTo>
                  <a:pt x="18360" y="5506"/>
                </a:lnTo>
                <a:cubicBezTo>
                  <a:pt x="18522" y="5090"/>
                  <a:pt x="18672" y="4707"/>
                  <a:pt x="18954" y="4707"/>
                </a:cubicBezTo>
                <a:cubicBezTo>
                  <a:pt x="18962" y="4707"/>
                  <a:pt x="18970" y="4708"/>
                  <a:pt x="18979" y="4708"/>
                </a:cubicBezTo>
                <a:cubicBezTo>
                  <a:pt x="19027" y="4708"/>
                  <a:pt x="19074" y="4744"/>
                  <a:pt x="19086" y="4792"/>
                </a:cubicBezTo>
                <a:cubicBezTo>
                  <a:pt x="19086" y="4804"/>
                  <a:pt x="19086" y="4816"/>
                  <a:pt x="19086" y="4828"/>
                </a:cubicBezTo>
                <a:lnTo>
                  <a:pt x="19086" y="4839"/>
                </a:lnTo>
                <a:cubicBezTo>
                  <a:pt x="19086" y="5006"/>
                  <a:pt x="18920" y="5304"/>
                  <a:pt x="18705" y="5649"/>
                </a:cubicBezTo>
                <a:lnTo>
                  <a:pt x="18634" y="5780"/>
                </a:lnTo>
                <a:lnTo>
                  <a:pt x="18562" y="5875"/>
                </a:lnTo>
                <a:lnTo>
                  <a:pt x="18491" y="5994"/>
                </a:lnTo>
                <a:lnTo>
                  <a:pt x="18384" y="6161"/>
                </a:lnTo>
                <a:cubicBezTo>
                  <a:pt x="17967" y="6828"/>
                  <a:pt x="17574" y="7506"/>
                  <a:pt x="17884" y="7661"/>
                </a:cubicBezTo>
                <a:cubicBezTo>
                  <a:pt x="18515" y="8006"/>
                  <a:pt x="19979" y="9590"/>
                  <a:pt x="20551" y="9650"/>
                </a:cubicBezTo>
                <a:cubicBezTo>
                  <a:pt x="20565" y="9651"/>
                  <a:pt x="20580" y="9652"/>
                  <a:pt x="20594" y="9652"/>
                </a:cubicBezTo>
                <a:cubicBezTo>
                  <a:pt x="21142" y="9652"/>
                  <a:pt x="21948" y="8390"/>
                  <a:pt x="22539" y="8054"/>
                </a:cubicBezTo>
                <a:cubicBezTo>
                  <a:pt x="22575" y="8030"/>
                  <a:pt x="22610" y="8018"/>
                  <a:pt x="22658" y="7995"/>
                </a:cubicBezTo>
                <a:cubicBezTo>
                  <a:pt x="22730" y="7971"/>
                  <a:pt x="22789" y="7923"/>
                  <a:pt x="22837" y="7864"/>
                </a:cubicBezTo>
                <a:cubicBezTo>
                  <a:pt x="22884" y="7816"/>
                  <a:pt x="22932" y="7768"/>
                  <a:pt x="22968" y="7721"/>
                </a:cubicBezTo>
                <a:cubicBezTo>
                  <a:pt x="23122" y="7506"/>
                  <a:pt x="23265" y="7292"/>
                  <a:pt x="23384" y="7054"/>
                </a:cubicBezTo>
                <a:cubicBezTo>
                  <a:pt x="23480" y="6887"/>
                  <a:pt x="23575" y="6709"/>
                  <a:pt x="23670" y="6530"/>
                </a:cubicBezTo>
                <a:cubicBezTo>
                  <a:pt x="23718" y="6435"/>
                  <a:pt x="23765" y="6352"/>
                  <a:pt x="23813" y="6268"/>
                </a:cubicBezTo>
                <a:cubicBezTo>
                  <a:pt x="23944" y="6006"/>
                  <a:pt x="24075" y="5768"/>
                  <a:pt x="24206" y="5590"/>
                </a:cubicBezTo>
                <a:cubicBezTo>
                  <a:pt x="24242" y="5530"/>
                  <a:pt x="24277" y="5482"/>
                  <a:pt x="24313" y="5435"/>
                </a:cubicBezTo>
                <a:cubicBezTo>
                  <a:pt x="24349" y="5399"/>
                  <a:pt x="24384" y="5363"/>
                  <a:pt x="24432" y="5328"/>
                </a:cubicBezTo>
                <a:cubicBezTo>
                  <a:pt x="24444" y="5316"/>
                  <a:pt x="24456" y="5304"/>
                  <a:pt x="24480" y="5292"/>
                </a:cubicBezTo>
                <a:cubicBezTo>
                  <a:pt x="24497" y="5283"/>
                  <a:pt x="24519" y="5275"/>
                  <a:pt x="24540" y="5275"/>
                </a:cubicBezTo>
                <a:cubicBezTo>
                  <a:pt x="24548" y="5275"/>
                  <a:pt x="24556" y="5276"/>
                  <a:pt x="24563" y="5280"/>
                </a:cubicBezTo>
                <a:cubicBezTo>
                  <a:pt x="24599" y="5280"/>
                  <a:pt x="24623" y="5304"/>
                  <a:pt x="24646" y="5328"/>
                </a:cubicBezTo>
                <a:cubicBezTo>
                  <a:pt x="24706" y="5399"/>
                  <a:pt x="24682" y="5554"/>
                  <a:pt x="24611" y="5768"/>
                </a:cubicBezTo>
                <a:cubicBezTo>
                  <a:pt x="24230" y="6816"/>
                  <a:pt x="22444" y="9197"/>
                  <a:pt x="22313" y="9840"/>
                </a:cubicBezTo>
                <a:cubicBezTo>
                  <a:pt x="22301" y="9876"/>
                  <a:pt x="22301" y="9923"/>
                  <a:pt x="22313" y="9959"/>
                </a:cubicBezTo>
                <a:cubicBezTo>
                  <a:pt x="22360" y="10066"/>
                  <a:pt x="22420" y="10162"/>
                  <a:pt x="22491" y="10245"/>
                </a:cubicBezTo>
                <a:cubicBezTo>
                  <a:pt x="22860" y="10709"/>
                  <a:pt x="23622" y="11340"/>
                  <a:pt x="24039" y="11483"/>
                </a:cubicBezTo>
                <a:cubicBezTo>
                  <a:pt x="24071" y="11494"/>
                  <a:pt x="24102" y="11500"/>
                  <a:pt x="24133" y="11500"/>
                </a:cubicBezTo>
                <a:cubicBezTo>
                  <a:pt x="24590" y="11500"/>
                  <a:pt x="24961" y="10347"/>
                  <a:pt x="25385" y="10269"/>
                </a:cubicBezTo>
                <a:cubicBezTo>
                  <a:pt x="25411" y="10263"/>
                  <a:pt x="25433" y="10260"/>
                  <a:pt x="25451" y="10260"/>
                </a:cubicBezTo>
                <a:cubicBezTo>
                  <a:pt x="25738" y="10260"/>
                  <a:pt x="24988" y="10944"/>
                  <a:pt x="25504" y="11269"/>
                </a:cubicBezTo>
                <a:cubicBezTo>
                  <a:pt x="26039" y="11626"/>
                  <a:pt x="26504" y="12483"/>
                  <a:pt x="28778" y="13888"/>
                </a:cubicBezTo>
                <a:cubicBezTo>
                  <a:pt x="29249" y="14185"/>
                  <a:pt x="29647" y="14300"/>
                  <a:pt x="29986" y="14300"/>
                </a:cubicBezTo>
                <a:cubicBezTo>
                  <a:pt x="30409" y="14300"/>
                  <a:pt x="30740" y="14120"/>
                  <a:pt x="31004" y="13888"/>
                </a:cubicBezTo>
                <a:cubicBezTo>
                  <a:pt x="31350" y="13591"/>
                  <a:pt x="31564" y="13198"/>
                  <a:pt x="31731" y="13007"/>
                </a:cubicBezTo>
                <a:cubicBezTo>
                  <a:pt x="31802" y="12948"/>
                  <a:pt x="31850" y="12912"/>
                  <a:pt x="31897" y="12912"/>
                </a:cubicBezTo>
                <a:cubicBezTo>
                  <a:pt x="31921" y="12912"/>
                  <a:pt x="31957" y="12936"/>
                  <a:pt x="31969" y="12948"/>
                </a:cubicBezTo>
                <a:cubicBezTo>
                  <a:pt x="32112" y="13102"/>
                  <a:pt x="31862" y="13388"/>
                  <a:pt x="31540" y="13733"/>
                </a:cubicBezTo>
                <a:cubicBezTo>
                  <a:pt x="31004" y="14305"/>
                  <a:pt x="30266" y="15043"/>
                  <a:pt x="30742" y="15650"/>
                </a:cubicBezTo>
                <a:cubicBezTo>
                  <a:pt x="30790" y="15710"/>
                  <a:pt x="30838" y="15769"/>
                  <a:pt x="30885" y="15829"/>
                </a:cubicBezTo>
                <a:cubicBezTo>
                  <a:pt x="31135" y="16079"/>
                  <a:pt x="31433" y="16281"/>
                  <a:pt x="31754" y="16424"/>
                </a:cubicBezTo>
                <a:cubicBezTo>
                  <a:pt x="31885" y="16484"/>
                  <a:pt x="32016" y="16531"/>
                  <a:pt x="32159" y="16591"/>
                </a:cubicBezTo>
                <a:cubicBezTo>
                  <a:pt x="32719" y="16805"/>
                  <a:pt x="33374" y="16996"/>
                  <a:pt x="34112" y="17412"/>
                </a:cubicBezTo>
                <a:lnTo>
                  <a:pt x="34648" y="17710"/>
                </a:lnTo>
                <a:lnTo>
                  <a:pt x="34898" y="17841"/>
                </a:lnTo>
                <a:cubicBezTo>
                  <a:pt x="35279" y="18043"/>
                  <a:pt x="35660" y="18234"/>
                  <a:pt x="36053" y="18389"/>
                </a:cubicBezTo>
                <a:cubicBezTo>
                  <a:pt x="36207" y="18436"/>
                  <a:pt x="36350" y="18484"/>
                  <a:pt x="36493" y="18520"/>
                </a:cubicBezTo>
                <a:cubicBezTo>
                  <a:pt x="36636" y="18567"/>
                  <a:pt x="36779" y="18591"/>
                  <a:pt x="36934" y="18615"/>
                </a:cubicBezTo>
                <a:cubicBezTo>
                  <a:pt x="37077" y="18639"/>
                  <a:pt x="37231" y="18651"/>
                  <a:pt x="37374" y="18651"/>
                </a:cubicBezTo>
                <a:cubicBezTo>
                  <a:pt x="37529" y="18651"/>
                  <a:pt x="37696" y="18639"/>
                  <a:pt x="37850" y="18615"/>
                </a:cubicBezTo>
                <a:cubicBezTo>
                  <a:pt x="37934" y="18603"/>
                  <a:pt x="38005" y="18579"/>
                  <a:pt x="38077" y="18544"/>
                </a:cubicBezTo>
                <a:cubicBezTo>
                  <a:pt x="38208" y="18484"/>
                  <a:pt x="38315" y="18401"/>
                  <a:pt x="38410" y="18305"/>
                </a:cubicBezTo>
                <a:lnTo>
                  <a:pt x="38422" y="18293"/>
                </a:lnTo>
                <a:cubicBezTo>
                  <a:pt x="39017" y="17710"/>
                  <a:pt x="39529" y="16519"/>
                  <a:pt x="39886" y="15936"/>
                </a:cubicBezTo>
                <a:cubicBezTo>
                  <a:pt x="40015" y="15737"/>
                  <a:pt x="40122" y="15611"/>
                  <a:pt x="40211" y="15611"/>
                </a:cubicBezTo>
                <a:cubicBezTo>
                  <a:pt x="40287" y="15611"/>
                  <a:pt x="40349" y="15704"/>
                  <a:pt x="40398" y="15924"/>
                </a:cubicBezTo>
                <a:cubicBezTo>
                  <a:pt x="40410" y="16019"/>
                  <a:pt x="40422" y="16103"/>
                  <a:pt x="40422" y="16198"/>
                </a:cubicBezTo>
                <a:cubicBezTo>
                  <a:pt x="40363" y="17639"/>
                  <a:pt x="37958" y="19627"/>
                  <a:pt x="37958" y="19627"/>
                </a:cubicBezTo>
                <a:cubicBezTo>
                  <a:pt x="37958" y="19627"/>
                  <a:pt x="38970" y="20246"/>
                  <a:pt x="40017" y="20853"/>
                </a:cubicBezTo>
                <a:lnTo>
                  <a:pt x="40196" y="20960"/>
                </a:lnTo>
                <a:lnTo>
                  <a:pt x="40565" y="21175"/>
                </a:lnTo>
                <a:lnTo>
                  <a:pt x="40744" y="21270"/>
                </a:lnTo>
                <a:cubicBezTo>
                  <a:pt x="41220" y="21568"/>
                  <a:pt x="41708" y="21818"/>
                  <a:pt x="42220" y="22032"/>
                </a:cubicBezTo>
                <a:cubicBezTo>
                  <a:pt x="42243" y="22040"/>
                  <a:pt x="42265" y="22043"/>
                  <a:pt x="42287" y="22043"/>
                </a:cubicBezTo>
                <a:cubicBezTo>
                  <a:pt x="42855" y="22043"/>
                  <a:pt x="43006" y="19530"/>
                  <a:pt x="43293" y="19530"/>
                </a:cubicBezTo>
                <a:cubicBezTo>
                  <a:pt x="43336" y="19530"/>
                  <a:pt x="43383" y="19588"/>
                  <a:pt x="43434" y="19722"/>
                </a:cubicBezTo>
                <a:cubicBezTo>
                  <a:pt x="43518" y="19937"/>
                  <a:pt x="43554" y="20175"/>
                  <a:pt x="43542" y="20413"/>
                </a:cubicBezTo>
                <a:cubicBezTo>
                  <a:pt x="43542" y="21520"/>
                  <a:pt x="42994" y="23008"/>
                  <a:pt x="42994" y="23008"/>
                </a:cubicBezTo>
                <a:cubicBezTo>
                  <a:pt x="42994" y="23008"/>
                  <a:pt x="43308" y="24695"/>
                  <a:pt x="45333" y="24695"/>
                </a:cubicBezTo>
                <a:cubicBezTo>
                  <a:pt x="45539" y="24695"/>
                  <a:pt x="45763" y="24678"/>
                  <a:pt x="46006" y="24639"/>
                </a:cubicBezTo>
                <a:cubicBezTo>
                  <a:pt x="46302" y="24590"/>
                  <a:pt x="46600" y="24566"/>
                  <a:pt x="46898" y="24566"/>
                </a:cubicBezTo>
                <a:cubicBezTo>
                  <a:pt x="47177" y="24566"/>
                  <a:pt x="47456" y="24587"/>
                  <a:pt x="47733" y="24628"/>
                </a:cubicBezTo>
                <a:cubicBezTo>
                  <a:pt x="47852" y="24651"/>
                  <a:pt x="47971" y="24675"/>
                  <a:pt x="48090" y="24699"/>
                </a:cubicBezTo>
                <a:cubicBezTo>
                  <a:pt x="48197" y="24723"/>
                  <a:pt x="48304" y="24759"/>
                  <a:pt x="48411" y="24794"/>
                </a:cubicBezTo>
                <a:cubicBezTo>
                  <a:pt x="48554" y="24842"/>
                  <a:pt x="48709" y="24890"/>
                  <a:pt x="48828" y="24949"/>
                </a:cubicBezTo>
                <a:cubicBezTo>
                  <a:pt x="48923" y="24985"/>
                  <a:pt x="48995" y="25032"/>
                  <a:pt x="49078" y="25068"/>
                </a:cubicBezTo>
                <a:cubicBezTo>
                  <a:pt x="49149" y="25104"/>
                  <a:pt x="49221" y="25151"/>
                  <a:pt x="49292" y="25187"/>
                </a:cubicBezTo>
                <a:cubicBezTo>
                  <a:pt x="49352" y="25235"/>
                  <a:pt x="49411" y="25271"/>
                  <a:pt x="49471" y="25306"/>
                </a:cubicBezTo>
                <a:cubicBezTo>
                  <a:pt x="49638" y="25413"/>
                  <a:pt x="49792" y="25544"/>
                  <a:pt x="49935" y="25687"/>
                </a:cubicBezTo>
                <a:cubicBezTo>
                  <a:pt x="49781" y="25449"/>
                  <a:pt x="49697" y="25282"/>
                  <a:pt x="49602" y="25128"/>
                </a:cubicBezTo>
                <a:cubicBezTo>
                  <a:pt x="49304" y="24568"/>
                  <a:pt x="48995" y="24020"/>
                  <a:pt x="48685" y="23485"/>
                </a:cubicBezTo>
                <a:cubicBezTo>
                  <a:pt x="48602" y="23330"/>
                  <a:pt x="48518" y="23187"/>
                  <a:pt x="48435" y="23044"/>
                </a:cubicBezTo>
                <a:cubicBezTo>
                  <a:pt x="48340" y="22901"/>
                  <a:pt x="48280" y="22794"/>
                  <a:pt x="48209" y="22663"/>
                </a:cubicBezTo>
                <a:cubicBezTo>
                  <a:pt x="48090" y="22473"/>
                  <a:pt x="47971" y="22282"/>
                  <a:pt x="47864" y="22092"/>
                </a:cubicBezTo>
                <a:cubicBezTo>
                  <a:pt x="47828" y="22032"/>
                  <a:pt x="47792" y="21972"/>
                  <a:pt x="47745" y="21913"/>
                </a:cubicBezTo>
                <a:lnTo>
                  <a:pt x="47745" y="21901"/>
                </a:lnTo>
                <a:cubicBezTo>
                  <a:pt x="47614" y="21687"/>
                  <a:pt x="47471" y="21472"/>
                  <a:pt x="47340" y="21258"/>
                </a:cubicBezTo>
                <a:lnTo>
                  <a:pt x="47328" y="21234"/>
                </a:lnTo>
                <a:lnTo>
                  <a:pt x="47197" y="21044"/>
                </a:lnTo>
                <a:lnTo>
                  <a:pt x="46911" y="20603"/>
                </a:lnTo>
                <a:lnTo>
                  <a:pt x="46887" y="20568"/>
                </a:lnTo>
                <a:lnTo>
                  <a:pt x="46744" y="20341"/>
                </a:lnTo>
                <a:lnTo>
                  <a:pt x="46482" y="19960"/>
                </a:lnTo>
                <a:lnTo>
                  <a:pt x="46447" y="19913"/>
                </a:lnTo>
                <a:cubicBezTo>
                  <a:pt x="46399" y="19829"/>
                  <a:pt x="46352" y="19758"/>
                  <a:pt x="46304" y="19687"/>
                </a:cubicBezTo>
                <a:lnTo>
                  <a:pt x="46066" y="19329"/>
                </a:lnTo>
                <a:lnTo>
                  <a:pt x="46018" y="19258"/>
                </a:lnTo>
                <a:lnTo>
                  <a:pt x="45851" y="19032"/>
                </a:lnTo>
                <a:cubicBezTo>
                  <a:pt x="45780" y="18925"/>
                  <a:pt x="45709" y="18817"/>
                  <a:pt x="45625" y="18722"/>
                </a:cubicBezTo>
                <a:lnTo>
                  <a:pt x="45566" y="18627"/>
                </a:lnTo>
                <a:lnTo>
                  <a:pt x="45399" y="18401"/>
                </a:lnTo>
                <a:lnTo>
                  <a:pt x="45185" y="18103"/>
                </a:lnTo>
                <a:lnTo>
                  <a:pt x="45113" y="18008"/>
                </a:lnTo>
                <a:lnTo>
                  <a:pt x="44947" y="17782"/>
                </a:lnTo>
                <a:lnTo>
                  <a:pt x="44744" y="17508"/>
                </a:lnTo>
                <a:cubicBezTo>
                  <a:pt x="44708" y="17472"/>
                  <a:pt x="44685" y="17436"/>
                  <a:pt x="44649" y="17401"/>
                </a:cubicBezTo>
                <a:cubicBezTo>
                  <a:pt x="44589" y="17329"/>
                  <a:pt x="44542" y="17258"/>
                  <a:pt x="44482" y="17186"/>
                </a:cubicBezTo>
                <a:lnTo>
                  <a:pt x="44292" y="16924"/>
                </a:lnTo>
                <a:lnTo>
                  <a:pt x="44185" y="16793"/>
                </a:lnTo>
                <a:lnTo>
                  <a:pt x="44018" y="16591"/>
                </a:lnTo>
                <a:cubicBezTo>
                  <a:pt x="43958" y="16519"/>
                  <a:pt x="43899" y="16436"/>
                  <a:pt x="43827" y="16353"/>
                </a:cubicBezTo>
                <a:lnTo>
                  <a:pt x="43708" y="16210"/>
                </a:lnTo>
                <a:lnTo>
                  <a:pt x="43554" y="16007"/>
                </a:lnTo>
                <a:lnTo>
                  <a:pt x="43375" y="15793"/>
                </a:lnTo>
                <a:lnTo>
                  <a:pt x="43232" y="15626"/>
                </a:lnTo>
                <a:lnTo>
                  <a:pt x="43077" y="15436"/>
                </a:lnTo>
                <a:lnTo>
                  <a:pt x="42911" y="15245"/>
                </a:lnTo>
                <a:lnTo>
                  <a:pt x="42756" y="15067"/>
                </a:lnTo>
                <a:lnTo>
                  <a:pt x="42601" y="14876"/>
                </a:lnTo>
                <a:lnTo>
                  <a:pt x="42434" y="14698"/>
                </a:lnTo>
                <a:lnTo>
                  <a:pt x="42268" y="14507"/>
                </a:lnTo>
                <a:lnTo>
                  <a:pt x="42113" y="14329"/>
                </a:lnTo>
                <a:lnTo>
                  <a:pt x="41958" y="14162"/>
                </a:lnTo>
                <a:lnTo>
                  <a:pt x="41780" y="13960"/>
                </a:lnTo>
                <a:cubicBezTo>
                  <a:pt x="41732" y="13912"/>
                  <a:pt x="41672" y="13852"/>
                  <a:pt x="41625" y="13793"/>
                </a:cubicBezTo>
                <a:lnTo>
                  <a:pt x="41482" y="13650"/>
                </a:lnTo>
                <a:lnTo>
                  <a:pt x="41279" y="13436"/>
                </a:lnTo>
                <a:lnTo>
                  <a:pt x="41137" y="13281"/>
                </a:lnTo>
                <a:lnTo>
                  <a:pt x="40994" y="13138"/>
                </a:lnTo>
                <a:cubicBezTo>
                  <a:pt x="40922" y="13055"/>
                  <a:pt x="40851" y="12983"/>
                  <a:pt x="40779" y="12912"/>
                </a:cubicBezTo>
                <a:lnTo>
                  <a:pt x="40637" y="12769"/>
                </a:lnTo>
                <a:cubicBezTo>
                  <a:pt x="40589" y="12721"/>
                  <a:pt x="40553" y="12674"/>
                  <a:pt x="40506" y="12638"/>
                </a:cubicBezTo>
                <a:lnTo>
                  <a:pt x="40279" y="12412"/>
                </a:lnTo>
                <a:lnTo>
                  <a:pt x="40256" y="12376"/>
                </a:lnTo>
                <a:cubicBezTo>
                  <a:pt x="40208" y="12340"/>
                  <a:pt x="40172" y="12293"/>
                  <a:pt x="40125" y="12257"/>
                </a:cubicBezTo>
                <a:lnTo>
                  <a:pt x="40017" y="12150"/>
                </a:lnTo>
                <a:lnTo>
                  <a:pt x="39791" y="11924"/>
                </a:lnTo>
                <a:lnTo>
                  <a:pt x="39672" y="11816"/>
                </a:lnTo>
                <a:lnTo>
                  <a:pt x="39624" y="11769"/>
                </a:lnTo>
                <a:lnTo>
                  <a:pt x="39517" y="11662"/>
                </a:lnTo>
                <a:lnTo>
                  <a:pt x="39279" y="11447"/>
                </a:lnTo>
                <a:lnTo>
                  <a:pt x="39017" y="11185"/>
                </a:lnTo>
                <a:lnTo>
                  <a:pt x="38779" y="10971"/>
                </a:lnTo>
                <a:lnTo>
                  <a:pt x="38577" y="10793"/>
                </a:lnTo>
                <a:lnTo>
                  <a:pt x="38529" y="10745"/>
                </a:lnTo>
                <a:lnTo>
                  <a:pt x="38505" y="10733"/>
                </a:lnTo>
                <a:lnTo>
                  <a:pt x="38267" y="10519"/>
                </a:lnTo>
                <a:lnTo>
                  <a:pt x="38053" y="10328"/>
                </a:lnTo>
                <a:lnTo>
                  <a:pt x="37981" y="10269"/>
                </a:lnTo>
                <a:lnTo>
                  <a:pt x="37755" y="10066"/>
                </a:lnTo>
                <a:lnTo>
                  <a:pt x="37529" y="9876"/>
                </a:lnTo>
                <a:lnTo>
                  <a:pt x="37446" y="9816"/>
                </a:lnTo>
                <a:lnTo>
                  <a:pt x="37243" y="9638"/>
                </a:lnTo>
                <a:lnTo>
                  <a:pt x="36993" y="9435"/>
                </a:lnTo>
                <a:lnTo>
                  <a:pt x="36922" y="9376"/>
                </a:lnTo>
                <a:lnTo>
                  <a:pt x="36719" y="9209"/>
                </a:lnTo>
                <a:lnTo>
                  <a:pt x="36469" y="9007"/>
                </a:lnTo>
                <a:lnTo>
                  <a:pt x="36386" y="8935"/>
                </a:lnTo>
                <a:lnTo>
                  <a:pt x="36195" y="8792"/>
                </a:lnTo>
                <a:lnTo>
                  <a:pt x="35934" y="8590"/>
                </a:lnTo>
                <a:cubicBezTo>
                  <a:pt x="35898" y="8566"/>
                  <a:pt x="35874" y="8542"/>
                  <a:pt x="35838" y="8518"/>
                </a:cubicBezTo>
                <a:lnTo>
                  <a:pt x="35660" y="8387"/>
                </a:lnTo>
                <a:lnTo>
                  <a:pt x="35386" y="8173"/>
                </a:lnTo>
                <a:lnTo>
                  <a:pt x="35291" y="8102"/>
                </a:lnTo>
                <a:lnTo>
                  <a:pt x="35136" y="7983"/>
                </a:lnTo>
                <a:lnTo>
                  <a:pt x="34850" y="7780"/>
                </a:lnTo>
                <a:lnTo>
                  <a:pt x="34767" y="7721"/>
                </a:lnTo>
                <a:lnTo>
                  <a:pt x="34743" y="7709"/>
                </a:lnTo>
                <a:lnTo>
                  <a:pt x="34588" y="7602"/>
                </a:lnTo>
                <a:lnTo>
                  <a:pt x="34314" y="7399"/>
                </a:lnTo>
                <a:lnTo>
                  <a:pt x="34183" y="7304"/>
                </a:lnTo>
                <a:lnTo>
                  <a:pt x="34148" y="7280"/>
                </a:lnTo>
                <a:lnTo>
                  <a:pt x="34124" y="7268"/>
                </a:lnTo>
                <a:lnTo>
                  <a:pt x="34100" y="7256"/>
                </a:lnTo>
                <a:lnTo>
                  <a:pt x="34052" y="7221"/>
                </a:lnTo>
                <a:cubicBezTo>
                  <a:pt x="33957" y="7161"/>
                  <a:pt x="33862" y="7090"/>
                  <a:pt x="33767" y="7030"/>
                </a:cubicBezTo>
                <a:lnTo>
                  <a:pt x="33624" y="6935"/>
                </a:lnTo>
                <a:lnTo>
                  <a:pt x="33505" y="6852"/>
                </a:lnTo>
                <a:lnTo>
                  <a:pt x="33219" y="6673"/>
                </a:lnTo>
                <a:lnTo>
                  <a:pt x="33064" y="6566"/>
                </a:lnTo>
                <a:lnTo>
                  <a:pt x="32945" y="6482"/>
                </a:lnTo>
                <a:lnTo>
                  <a:pt x="32683" y="6316"/>
                </a:lnTo>
                <a:lnTo>
                  <a:pt x="32505" y="6209"/>
                </a:lnTo>
                <a:lnTo>
                  <a:pt x="32385" y="6125"/>
                </a:lnTo>
                <a:lnTo>
                  <a:pt x="32124" y="5971"/>
                </a:lnTo>
                <a:lnTo>
                  <a:pt x="31933" y="5851"/>
                </a:lnTo>
                <a:lnTo>
                  <a:pt x="31814" y="5780"/>
                </a:lnTo>
                <a:lnTo>
                  <a:pt x="31576" y="5637"/>
                </a:lnTo>
                <a:lnTo>
                  <a:pt x="31373" y="5518"/>
                </a:lnTo>
                <a:lnTo>
                  <a:pt x="31254" y="5447"/>
                </a:lnTo>
                <a:cubicBezTo>
                  <a:pt x="31171" y="5399"/>
                  <a:pt x="31100" y="5363"/>
                  <a:pt x="31016" y="5316"/>
                </a:cubicBezTo>
                <a:lnTo>
                  <a:pt x="30802" y="5185"/>
                </a:lnTo>
                <a:cubicBezTo>
                  <a:pt x="30766" y="5161"/>
                  <a:pt x="30719" y="5149"/>
                  <a:pt x="30683" y="5125"/>
                </a:cubicBezTo>
                <a:lnTo>
                  <a:pt x="30457" y="5006"/>
                </a:lnTo>
                <a:lnTo>
                  <a:pt x="30230" y="4875"/>
                </a:lnTo>
                <a:lnTo>
                  <a:pt x="30123" y="4816"/>
                </a:lnTo>
                <a:lnTo>
                  <a:pt x="29909" y="4697"/>
                </a:lnTo>
                <a:lnTo>
                  <a:pt x="29659" y="4566"/>
                </a:lnTo>
                <a:lnTo>
                  <a:pt x="29540" y="4506"/>
                </a:lnTo>
                <a:cubicBezTo>
                  <a:pt x="29480" y="4470"/>
                  <a:pt x="29409" y="4447"/>
                  <a:pt x="29337" y="4411"/>
                </a:cubicBezTo>
                <a:lnTo>
                  <a:pt x="29076" y="4280"/>
                </a:lnTo>
                <a:lnTo>
                  <a:pt x="28945" y="4208"/>
                </a:lnTo>
                <a:lnTo>
                  <a:pt x="28778" y="4125"/>
                </a:lnTo>
                <a:lnTo>
                  <a:pt x="28516" y="3994"/>
                </a:lnTo>
                <a:lnTo>
                  <a:pt x="28397" y="3946"/>
                </a:lnTo>
                <a:lnTo>
                  <a:pt x="28206" y="3851"/>
                </a:lnTo>
                <a:lnTo>
                  <a:pt x="27944" y="3732"/>
                </a:lnTo>
                <a:lnTo>
                  <a:pt x="27825" y="3673"/>
                </a:lnTo>
                <a:lnTo>
                  <a:pt x="27611" y="3577"/>
                </a:lnTo>
                <a:lnTo>
                  <a:pt x="27373" y="3470"/>
                </a:lnTo>
                <a:lnTo>
                  <a:pt x="27242" y="3411"/>
                </a:lnTo>
                <a:lnTo>
                  <a:pt x="27028" y="3315"/>
                </a:lnTo>
                <a:lnTo>
                  <a:pt x="26801" y="3220"/>
                </a:lnTo>
                <a:lnTo>
                  <a:pt x="26659" y="3161"/>
                </a:lnTo>
                <a:lnTo>
                  <a:pt x="26432" y="3065"/>
                </a:lnTo>
                <a:lnTo>
                  <a:pt x="26230" y="2982"/>
                </a:lnTo>
                <a:lnTo>
                  <a:pt x="26063" y="2911"/>
                </a:lnTo>
                <a:lnTo>
                  <a:pt x="25837" y="2827"/>
                </a:lnTo>
                <a:lnTo>
                  <a:pt x="25647" y="2744"/>
                </a:lnTo>
                <a:lnTo>
                  <a:pt x="25480" y="2684"/>
                </a:lnTo>
                <a:lnTo>
                  <a:pt x="25242" y="2589"/>
                </a:lnTo>
                <a:lnTo>
                  <a:pt x="25075" y="2530"/>
                </a:lnTo>
                <a:lnTo>
                  <a:pt x="24885" y="2458"/>
                </a:lnTo>
                <a:lnTo>
                  <a:pt x="24646" y="2375"/>
                </a:lnTo>
                <a:lnTo>
                  <a:pt x="24492" y="2315"/>
                </a:lnTo>
                <a:lnTo>
                  <a:pt x="24301" y="2244"/>
                </a:lnTo>
                <a:lnTo>
                  <a:pt x="24051" y="2161"/>
                </a:lnTo>
                <a:lnTo>
                  <a:pt x="23908" y="2113"/>
                </a:lnTo>
                <a:lnTo>
                  <a:pt x="23706" y="2041"/>
                </a:lnTo>
                <a:cubicBezTo>
                  <a:pt x="23622" y="2018"/>
                  <a:pt x="23539" y="1982"/>
                  <a:pt x="23444" y="1958"/>
                </a:cubicBezTo>
                <a:lnTo>
                  <a:pt x="23325" y="1922"/>
                </a:lnTo>
                <a:lnTo>
                  <a:pt x="23111" y="1851"/>
                </a:lnTo>
                <a:lnTo>
                  <a:pt x="22849" y="1768"/>
                </a:lnTo>
                <a:lnTo>
                  <a:pt x="22741" y="1732"/>
                </a:lnTo>
                <a:lnTo>
                  <a:pt x="22515" y="1660"/>
                </a:lnTo>
                <a:lnTo>
                  <a:pt x="22241" y="1589"/>
                </a:lnTo>
                <a:lnTo>
                  <a:pt x="22158" y="1565"/>
                </a:lnTo>
                <a:lnTo>
                  <a:pt x="21908" y="1494"/>
                </a:lnTo>
                <a:lnTo>
                  <a:pt x="21634" y="1410"/>
                </a:lnTo>
                <a:lnTo>
                  <a:pt x="21563" y="1399"/>
                </a:lnTo>
                <a:lnTo>
                  <a:pt x="21313" y="1327"/>
                </a:lnTo>
                <a:lnTo>
                  <a:pt x="21027" y="1256"/>
                </a:lnTo>
                <a:lnTo>
                  <a:pt x="20979" y="1244"/>
                </a:lnTo>
                <a:lnTo>
                  <a:pt x="20705" y="1172"/>
                </a:lnTo>
                <a:lnTo>
                  <a:pt x="20408" y="1101"/>
                </a:lnTo>
                <a:lnTo>
                  <a:pt x="20384" y="1101"/>
                </a:lnTo>
                <a:lnTo>
                  <a:pt x="20098" y="1029"/>
                </a:lnTo>
                <a:lnTo>
                  <a:pt x="19789" y="958"/>
                </a:lnTo>
                <a:lnTo>
                  <a:pt x="19491" y="898"/>
                </a:lnTo>
                <a:lnTo>
                  <a:pt x="19181" y="827"/>
                </a:lnTo>
                <a:lnTo>
                  <a:pt x="18872" y="768"/>
                </a:lnTo>
                <a:lnTo>
                  <a:pt x="18574" y="708"/>
                </a:lnTo>
                <a:lnTo>
                  <a:pt x="18217" y="648"/>
                </a:lnTo>
                <a:lnTo>
                  <a:pt x="17824" y="577"/>
                </a:lnTo>
                <a:cubicBezTo>
                  <a:pt x="17669" y="553"/>
                  <a:pt x="17526" y="517"/>
                  <a:pt x="17360" y="494"/>
                </a:cubicBezTo>
                <a:lnTo>
                  <a:pt x="17110" y="458"/>
                </a:lnTo>
                <a:lnTo>
                  <a:pt x="16753" y="398"/>
                </a:lnTo>
                <a:lnTo>
                  <a:pt x="16479" y="363"/>
                </a:lnTo>
                <a:lnTo>
                  <a:pt x="16133" y="315"/>
                </a:lnTo>
                <a:lnTo>
                  <a:pt x="15860" y="291"/>
                </a:lnTo>
                <a:lnTo>
                  <a:pt x="15526" y="244"/>
                </a:lnTo>
                <a:lnTo>
                  <a:pt x="15252" y="220"/>
                </a:lnTo>
                <a:lnTo>
                  <a:pt x="14907" y="184"/>
                </a:lnTo>
                <a:lnTo>
                  <a:pt x="14633" y="160"/>
                </a:lnTo>
                <a:cubicBezTo>
                  <a:pt x="14526" y="148"/>
                  <a:pt x="14407" y="136"/>
                  <a:pt x="14288" y="125"/>
                </a:cubicBezTo>
                <a:lnTo>
                  <a:pt x="14026" y="101"/>
                </a:lnTo>
                <a:lnTo>
                  <a:pt x="13800" y="89"/>
                </a:lnTo>
                <a:lnTo>
                  <a:pt x="13693" y="89"/>
                </a:lnTo>
                <a:cubicBezTo>
                  <a:pt x="13550" y="77"/>
                  <a:pt x="13419" y="65"/>
                  <a:pt x="13276" y="65"/>
                </a:cubicBezTo>
                <a:lnTo>
                  <a:pt x="13097" y="65"/>
                </a:lnTo>
                <a:cubicBezTo>
                  <a:pt x="12919" y="53"/>
                  <a:pt x="12740" y="41"/>
                  <a:pt x="12573" y="41"/>
                </a:cubicBezTo>
                <a:lnTo>
                  <a:pt x="12371" y="29"/>
                </a:lnTo>
                <a:cubicBezTo>
                  <a:pt x="12145" y="29"/>
                  <a:pt x="11919" y="17"/>
                  <a:pt x="11704" y="6"/>
                </a:cubicBezTo>
                <a:lnTo>
                  <a:pt x="11681" y="6"/>
                </a:lnTo>
                <a:cubicBezTo>
                  <a:pt x="11466" y="2"/>
                  <a:pt x="11252" y="1"/>
                  <a:pt x="11038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5" name="Google Shape;1365;p15">
            <a:extLst>
              <a:ext uri="{FF2B5EF4-FFF2-40B4-BE49-F238E27FC236}">
                <a16:creationId xmlns:a16="http://schemas.microsoft.com/office/drawing/2014/main" id="{F193131C-87A5-48C1-A24A-D9655DC0806E}"/>
              </a:ext>
            </a:extLst>
          </p:cNvPr>
          <p:cNvSpPr>
            <a:spLocks noGrp="1"/>
          </p:cNvSpPr>
          <p:nvPr/>
        </p:nvSpPr>
        <p:spPr>
          <a:xfrm flipH="1">
            <a:off x="-9880440" y="3195393"/>
            <a:ext cx="3611482" cy="3621686"/>
          </a:xfrm>
          <a:custGeom>
            <a:avLst/>
            <a:gdLst/>
            <a:ahLst/>
            <a:cxnLst/>
            <a:rect l="l" t="t" r="r" b="b"/>
            <a:pathLst>
              <a:path w="49554" h="49694">
                <a:moveTo>
                  <a:pt x="12551" y="1"/>
                </a:moveTo>
                <a:cubicBezTo>
                  <a:pt x="12492" y="1"/>
                  <a:pt x="12432" y="7"/>
                  <a:pt x="12371" y="21"/>
                </a:cubicBezTo>
                <a:cubicBezTo>
                  <a:pt x="12073" y="80"/>
                  <a:pt x="11847" y="342"/>
                  <a:pt x="11644" y="569"/>
                </a:cubicBezTo>
                <a:lnTo>
                  <a:pt x="8251" y="4605"/>
                </a:lnTo>
                <a:cubicBezTo>
                  <a:pt x="7882" y="2962"/>
                  <a:pt x="8596" y="1259"/>
                  <a:pt x="10025" y="354"/>
                </a:cubicBezTo>
                <a:lnTo>
                  <a:pt x="10025" y="354"/>
                </a:lnTo>
                <a:cubicBezTo>
                  <a:pt x="9873" y="366"/>
                  <a:pt x="9721" y="372"/>
                  <a:pt x="9569" y="372"/>
                </a:cubicBezTo>
                <a:cubicBezTo>
                  <a:pt x="8557" y="372"/>
                  <a:pt x="7546" y="139"/>
                  <a:pt x="6541" y="139"/>
                </a:cubicBezTo>
                <a:cubicBezTo>
                  <a:pt x="6361" y="139"/>
                  <a:pt x="6181" y="146"/>
                  <a:pt x="6001" y="164"/>
                </a:cubicBezTo>
                <a:cubicBezTo>
                  <a:pt x="1845" y="545"/>
                  <a:pt x="1441" y="3486"/>
                  <a:pt x="619" y="6760"/>
                </a:cubicBezTo>
                <a:cubicBezTo>
                  <a:pt x="583" y="6879"/>
                  <a:pt x="560" y="7010"/>
                  <a:pt x="524" y="7141"/>
                </a:cubicBezTo>
                <a:lnTo>
                  <a:pt x="167" y="7474"/>
                </a:lnTo>
                <a:lnTo>
                  <a:pt x="167" y="7474"/>
                </a:lnTo>
                <a:lnTo>
                  <a:pt x="464" y="7379"/>
                </a:lnTo>
                <a:lnTo>
                  <a:pt x="464" y="7379"/>
                </a:lnTo>
                <a:cubicBezTo>
                  <a:pt x="0" y="9558"/>
                  <a:pt x="119" y="11820"/>
                  <a:pt x="810" y="13927"/>
                </a:cubicBezTo>
                <a:cubicBezTo>
                  <a:pt x="1691" y="16594"/>
                  <a:pt x="3536" y="18833"/>
                  <a:pt x="5989" y="20214"/>
                </a:cubicBezTo>
                <a:cubicBezTo>
                  <a:pt x="6787" y="20666"/>
                  <a:pt x="7668" y="21012"/>
                  <a:pt x="8584" y="21012"/>
                </a:cubicBezTo>
                <a:cubicBezTo>
                  <a:pt x="10263" y="21000"/>
                  <a:pt x="11680" y="19821"/>
                  <a:pt x="12859" y="18630"/>
                </a:cubicBezTo>
                <a:lnTo>
                  <a:pt x="12859" y="18630"/>
                </a:lnTo>
                <a:cubicBezTo>
                  <a:pt x="12073" y="20547"/>
                  <a:pt x="11382" y="22988"/>
                  <a:pt x="12811" y="24488"/>
                </a:cubicBezTo>
                <a:cubicBezTo>
                  <a:pt x="13335" y="25024"/>
                  <a:pt x="14061" y="25334"/>
                  <a:pt x="14752" y="25619"/>
                </a:cubicBezTo>
                <a:cubicBezTo>
                  <a:pt x="16585" y="26369"/>
                  <a:pt x="18467" y="27179"/>
                  <a:pt x="19883" y="28548"/>
                </a:cubicBezTo>
                <a:cubicBezTo>
                  <a:pt x="20324" y="28977"/>
                  <a:pt x="20717" y="29441"/>
                  <a:pt x="21193" y="29810"/>
                </a:cubicBezTo>
                <a:cubicBezTo>
                  <a:pt x="22491" y="30799"/>
                  <a:pt x="24396" y="31025"/>
                  <a:pt x="25277" y="32394"/>
                </a:cubicBezTo>
                <a:cubicBezTo>
                  <a:pt x="25587" y="32882"/>
                  <a:pt x="25729" y="33454"/>
                  <a:pt x="26063" y="33930"/>
                </a:cubicBezTo>
                <a:cubicBezTo>
                  <a:pt x="26493" y="34554"/>
                  <a:pt x="27254" y="34887"/>
                  <a:pt x="28010" y="34887"/>
                </a:cubicBezTo>
                <a:cubicBezTo>
                  <a:pt x="28552" y="34887"/>
                  <a:pt x="29091" y="34716"/>
                  <a:pt x="29504" y="34359"/>
                </a:cubicBezTo>
                <a:lnTo>
                  <a:pt x="29504" y="34359"/>
                </a:lnTo>
                <a:cubicBezTo>
                  <a:pt x="29182" y="35144"/>
                  <a:pt x="28539" y="35763"/>
                  <a:pt x="27742" y="36061"/>
                </a:cubicBezTo>
                <a:cubicBezTo>
                  <a:pt x="28754" y="36549"/>
                  <a:pt x="28635" y="38347"/>
                  <a:pt x="29706" y="38669"/>
                </a:cubicBezTo>
                <a:cubicBezTo>
                  <a:pt x="29830" y="38694"/>
                  <a:pt x="29958" y="38707"/>
                  <a:pt x="30085" y="38707"/>
                </a:cubicBezTo>
                <a:cubicBezTo>
                  <a:pt x="30253" y="38707"/>
                  <a:pt x="30420" y="38685"/>
                  <a:pt x="30575" y="38645"/>
                </a:cubicBezTo>
                <a:cubicBezTo>
                  <a:pt x="31444" y="38466"/>
                  <a:pt x="32302" y="38240"/>
                  <a:pt x="33135" y="37954"/>
                </a:cubicBezTo>
                <a:cubicBezTo>
                  <a:pt x="33290" y="37895"/>
                  <a:pt x="33433" y="37835"/>
                  <a:pt x="33588" y="37787"/>
                </a:cubicBezTo>
                <a:lnTo>
                  <a:pt x="33588" y="37787"/>
                </a:lnTo>
                <a:cubicBezTo>
                  <a:pt x="33480" y="37859"/>
                  <a:pt x="33373" y="37930"/>
                  <a:pt x="33266" y="38002"/>
                </a:cubicBezTo>
                <a:cubicBezTo>
                  <a:pt x="32361" y="38621"/>
                  <a:pt x="31468" y="39240"/>
                  <a:pt x="30563" y="39859"/>
                </a:cubicBezTo>
                <a:cubicBezTo>
                  <a:pt x="30587" y="40014"/>
                  <a:pt x="30647" y="40169"/>
                  <a:pt x="30742" y="40300"/>
                </a:cubicBezTo>
                <a:cubicBezTo>
                  <a:pt x="31049" y="40734"/>
                  <a:pt x="31672" y="40919"/>
                  <a:pt x="32299" y="40919"/>
                </a:cubicBezTo>
                <a:cubicBezTo>
                  <a:pt x="32548" y="40919"/>
                  <a:pt x="32798" y="40890"/>
                  <a:pt x="33028" y="40835"/>
                </a:cubicBezTo>
                <a:cubicBezTo>
                  <a:pt x="34481" y="40490"/>
                  <a:pt x="35778" y="39704"/>
                  <a:pt x="37064" y="38919"/>
                </a:cubicBezTo>
                <a:lnTo>
                  <a:pt x="37064" y="38919"/>
                </a:lnTo>
                <a:cubicBezTo>
                  <a:pt x="36421" y="40252"/>
                  <a:pt x="35409" y="41371"/>
                  <a:pt x="34147" y="42145"/>
                </a:cubicBezTo>
                <a:cubicBezTo>
                  <a:pt x="33861" y="42312"/>
                  <a:pt x="33528" y="42574"/>
                  <a:pt x="33635" y="42883"/>
                </a:cubicBezTo>
                <a:cubicBezTo>
                  <a:pt x="33707" y="43038"/>
                  <a:pt x="33838" y="43169"/>
                  <a:pt x="34004" y="43229"/>
                </a:cubicBezTo>
                <a:cubicBezTo>
                  <a:pt x="34647" y="43586"/>
                  <a:pt x="35302" y="43931"/>
                  <a:pt x="35945" y="44288"/>
                </a:cubicBezTo>
                <a:cubicBezTo>
                  <a:pt x="36302" y="44479"/>
                  <a:pt x="36671" y="44681"/>
                  <a:pt x="37076" y="44681"/>
                </a:cubicBezTo>
                <a:cubicBezTo>
                  <a:pt x="37421" y="44645"/>
                  <a:pt x="37755" y="44550"/>
                  <a:pt x="38064" y="44384"/>
                </a:cubicBezTo>
                <a:lnTo>
                  <a:pt x="40969" y="43038"/>
                </a:lnTo>
                <a:lnTo>
                  <a:pt x="38326" y="46003"/>
                </a:lnTo>
                <a:cubicBezTo>
                  <a:pt x="38374" y="47134"/>
                  <a:pt x="39469" y="47944"/>
                  <a:pt x="40565" y="48170"/>
                </a:cubicBezTo>
                <a:cubicBezTo>
                  <a:pt x="41023" y="48264"/>
                  <a:pt x="41488" y="48288"/>
                  <a:pt x="41955" y="48288"/>
                </a:cubicBezTo>
                <a:cubicBezTo>
                  <a:pt x="42427" y="48288"/>
                  <a:pt x="42901" y="48264"/>
                  <a:pt x="43375" y="48264"/>
                </a:cubicBezTo>
                <a:cubicBezTo>
                  <a:pt x="43554" y="48264"/>
                  <a:pt x="43732" y="48267"/>
                  <a:pt x="43910" y="48277"/>
                </a:cubicBezTo>
                <a:cubicBezTo>
                  <a:pt x="45029" y="48325"/>
                  <a:pt x="46256" y="48706"/>
                  <a:pt x="46792" y="49694"/>
                </a:cubicBezTo>
                <a:lnTo>
                  <a:pt x="46815" y="49348"/>
                </a:lnTo>
                <a:cubicBezTo>
                  <a:pt x="46542" y="46717"/>
                  <a:pt x="48851" y="44491"/>
                  <a:pt x="49256" y="41871"/>
                </a:cubicBezTo>
                <a:cubicBezTo>
                  <a:pt x="49554" y="39931"/>
                  <a:pt x="48780" y="38002"/>
                  <a:pt x="48018" y="36180"/>
                </a:cubicBezTo>
                <a:cubicBezTo>
                  <a:pt x="47732" y="35502"/>
                  <a:pt x="47446" y="34811"/>
                  <a:pt x="46923" y="34275"/>
                </a:cubicBezTo>
                <a:cubicBezTo>
                  <a:pt x="46528" y="33872"/>
                  <a:pt x="45971" y="33588"/>
                  <a:pt x="45415" y="33588"/>
                </a:cubicBezTo>
                <a:cubicBezTo>
                  <a:pt x="45249" y="33588"/>
                  <a:pt x="45084" y="33613"/>
                  <a:pt x="44922" y="33668"/>
                </a:cubicBezTo>
                <a:cubicBezTo>
                  <a:pt x="44803" y="33168"/>
                  <a:pt x="45375" y="32787"/>
                  <a:pt x="45684" y="32370"/>
                </a:cubicBezTo>
                <a:cubicBezTo>
                  <a:pt x="46327" y="31513"/>
                  <a:pt x="45863" y="30298"/>
                  <a:pt x="45399" y="29334"/>
                </a:cubicBezTo>
                <a:cubicBezTo>
                  <a:pt x="44970" y="28477"/>
                  <a:pt x="44541" y="27608"/>
                  <a:pt x="43863" y="26953"/>
                </a:cubicBezTo>
                <a:cubicBezTo>
                  <a:pt x="43310" y="26429"/>
                  <a:pt x="42568" y="26058"/>
                  <a:pt x="41824" y="26058"/>
                </a:cubicBezTo>
                <a:cubicBezTo>
                  <a:pt x="41637" y="26058"/>
                  <a:pt x="41451" y="26081"/>
                  <a:pt x="41267" y="26131"/>
                </a:cubicBezTo>
                <a:lnTo>
                  <a:pt x="42827" y="25060"/>
                </a:lnTo>
                <a:cubicBezTo>
                  <a:pt x="42471" y="24979"/>
                  <a:pt x="42112" y="24939"/>
                  <a:pt x="41756" y="24939"/>
                </a:cubicBezTo>
                <a:cubicBezTo>
                  <a:pt x="40382" y="24939"/>
                  <a:pt x="39050" y="25527"/>
                  <a:pt x="38124" y="26596"/>
                </a:cubicBezTo>
                <a:cubicBezTo>
                  <a:pt x="37648" y="26596"/>
                  <a:pt x="37302" y="26048"/>
                  <a:pt x="37350" y="25584"/>
                </a:cubicBezTo>
                <a:cubicBezTo>
                  <a:pt x="37398" y="25107"/>
                  <a:pt x="37695" y="24691"/>
                  <a:pt x="37993" y="24322"/>
                </a:cubicBezTo>
                <a:cubicBezTo>
                  <a:pt x="38814" y="23298"/>
                  <a:pt x="39743" y="22369"/>
                  <a:pt x="40755" y="21536"/>
                </a:cubicBezTo>
                <a:cubicBezTo>
                  <a:pt x="38802" y="19023"/>
                  <a:pt x="36516" y="16785"/>
                  <a:pt x="33969" y="14868"/>
                </a:cubicBezTo>
                <a:cubicBezTo>
                  <a:pt x="32064" y="16273"/>
                  <a:pt x="30790" y="15880"/>
                  <a:pt x="28706" y="17011"/>
                </a:cubicBezTo>
                <a:cubicBezTo>
                  <a:pt x="29444" y="15344"/>
                  <a:pt x="30385" y="14154"/>
                  <a:pt x="31659" y="12832"/>
                </a:cubicBezTo>
                <a:cubicBezTo>
                  <a:pt x="31409" y="12642"/>
                  <a:pt x="26265" y="7974"/>
                  <a:pt x="23146" y="5831"/>
                </a:cubicBezTo>
                <a:cubicBezTo>
                  <a:pt x="20014" y="3676"/>
                  <a:pt x="16693" y="1795"/>
                  <a:pt x="13240" y="200"/>
                </a:cubicBezTo>
                <a:cubicBezTo>
                  <a:pt x="13020" y="104"/>
                  <a:pt x="12792" y="1"/>
                  <a:pt x="12551" y="1"/>
                </a:cubicBezTo>
                <a:close/>
              </a:path>
            </a:pathLst>
          </a:custGeom>
          <a:solidFill>
            <a:srgbClr val="3E694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6" name="Google Shape;1366;p15">
            <a:extLst>
              <a:ext uri="{FF2B5EF4-FFF2-40B4-BE49-F238E27FC236}">
                <a16:creationId xmlns:a16="http://schemas.microsoft.com/office/drawing/2014/main" id="{29C9525F-1F38-4E57-A1D6-A4761216304C}"/>
              </a:ext>
            </a:extLst>
          </p:cNvPr>
          <p:cNvSpPr>
            <a:spLocks noGrp="1"/>
          </p:cNvSpPr>
          <p:nvPr/>
        </p:nvSpPr>
        <p:spPr>
          <a:xfrm flipH="1">
            <a:off x="-9296454" y="3510161"/>
            <a:ext cx="3954236" cy="3189800"/>
          </a:xfrm>
          <a:custGeom>
            <a:avLst/>
            <a:gdLst/>
            <a:ahLst/>
            <a:cxnLst/>
            <a:rect l="l" t="t" r="r" b="b"/>
            <a:pathLst>
              <a:path w="54257" h="43768">
                <a:moveTo>
                  <a:pt x="48" y="0"/>
                </a:moveTo>
                <a:lnTo>
                  <a:pt x="0" y="179"/>
                </a:lnTo>
                <a:cubicBezTo>
                  <a:pt x="4810" y="1417"/>
                  <a:pt x="12811" y="3870"/>
                  <a:pt x="26861" y="10811"/>
                </a:cubicBezTo>
                <a:cubicBezTo>
                  <a:pt x="39696" y="17157"/>
                  <a:pt x="50887" y="30706"/>
                  <a:pt x="54066" y="43767"/>
                </a:cubicBezTo>
                <a:lnTo>
                  <a:pt x="54257" y="43720"/>
                </a:lnTo>
                <a:cubicBezTo>
                  <a:pt x="51054" y="30611"/>
                  <a:pt x="39827" y="17014"/>
                  <a:pt x="26944" y="10644"/>
                </a:cubicBezTo>
                <a:cubicBezTo>
                  <a:pt x="12895" y="3691"/>
                  <a:pt x="4858" y="1238"/>
                  <a:pt x="48" y="0"/>
                </a:cubicBezTo>
                <a:close/>
              </a:path>
            </a:pathLst>
          </a:custGeom>
          <a:solidFill>
            <a:srgbClr val="4F4B4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2"/>
              </a:solidFill>
            </a:endParaRPr>
          </a:p>
        </p:txBody>
      </p:sp>
      <p:sp>
        <p:nvSpPr>
          <p:cNvPr id="1367" name="Google Shape;1367;p15">
            <a:extLst>
              <a:ext uri="{FF2B5EF4-FFF2-40B4-BE49-F238E27FC236}">
                <a16:creationId xmlns:a16="http://schemas.microsoft.com/office/drawing/2014/main" id="{E1AADA6A-D5EF-4DA3-8C7B-CB5115CD5774}"/>
              </a:ext>
            </a:extLst>
          </p:cNvPr>
          <p:cNvSpPr>
            <a:spLocks noGrp="1"/>
          </p:cNvSpPr>
          <p:nvPr/>
        </p:nvSpPr>
        <p:spPr>
          <a:xfrm flipH="1">
            <a:off x="-12107863" y="5964897"/>
            <a:ext cx="394862" cy="176660"/>
          </a:xfrm>
          <a:custGeom>
            <a:avLst/>
            <a:gdLst/>
            <a:ahLst/>
            <a:cxnLst/>
            <a:rect l="l" t="t" r="r" b="b"/>
            <a:pathLst>
              <a:path w="5418" h="2424">
                <a:moveTo>
                  <a:pt x="2703" y="1"/>
                </a:moveTo>
                <a:cubicBezTo>
                  <a:pt x="1798" y="620"/>
                  <a:pt x="905" y="1239"/>
                  <a:pt x="0" y="1858"/>
                </a:cubicBezTo>
                <a:cubicBezTo>
                  <a:pt x="24" y="2013"/>
                  <a:pt x="84" y="2156"/>
                  <a:pt x="179" y="2287"/>
                </a:cubicBezTo>
                <a:cubicBezTo>
                  <a:pt x="552" y="2378"/>
                  <a:pt x="937" y="2424"/>
                  <a:pt x="1323" y="2424"/>
                </a:cubicBezTo>
                <a:cubicBezTo>
                  <a:pt x="1590" y="2424"/>
                  <a:pt x="1857" y="2402"/>
                  <a:pt x="2120" y="2358"/>
                </a:cubicBezTo>
                <a:cubicBezTo>
                  <a:pt x="3286" y="2180"/>
                  <a:pt x="4358" y="1668"/>
                  <a:pt x="5418" y="1144"/>
                </a:cubicBezTo>
                <a:cubicBezTo>
                  <a:pt x="4632" y="560"/>
                  <a:pt x="3596" y="394"/>
                  <a:pt x="2703" y="1"/>
                </a:cubicBezTo>
                <a:close/>
              </a:path>
            </a:pathLst>
          </a:custGeom>
          <a:solidFill>
            <a:srgbClr val="8EB355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8" name="Google Shape;1368;p15">
            <a:extLst>
              <a:ext uri="{FF2B5EF4-FFF2-40B4-BE49-F238E27FC236}">
                <a16:creationId xmlns:a16="http://schemas.microsoft.com/office/drawing/2014/main" id="{B036793D-BB72-48AC-80A1-3C18B39B606B}"/>
              </a:ext>
            </a:extLst>
          </p:cNvPr>
          <p:cNvSpPr>
            <a:spLocks noGrp="1"/>
          </p:cNvSpPr>
          <p:nvPr/>
        </p:nvSpPr>
        <p:spPr>
          <a:xfrm flipH="1">
            <a:off x="-9939399" y="4210390"/>
            <a:ext cx="2355983" cy="1805741"/>
          </a:xfrm>
          <a:custGeom>
            <a:avLst/>
            <a:gdLst/>
            <a:ahLst/>
            <a:cxnLst/>
            <a:rect l="l" t="t" r="r" b="b"/>
            <a:pathLst>
              <a:path w="32327" h="24777">
                <a:moveTo>
                  <a:pt x="1" y="0"/>
                </a:moveTo>
                <a:cubicBezTo>
                  <a:pt x="870" y="2667"/>
                  <a:pt x="2727" y="4906"/>
                  <a:pt x="5168" y="6287"/>
                </a:cubicBezTo>
                <a:cubicBezTo>
                  <a:pt x="5966" y="6727"/>
                  <a:pt x="6847" y="7085"/>
                  <a:pt x="7764" y="7085"/>
                </a:cubicBezTo>
                <a:cubicBezTo>
                  <a:pt x="9442" y="7073"/>
                  <a:pt x="10871" y="5894"/>
                  <a:pt x="12038" y="4703"/>
                </a:cubicBezTo>
                <a:lnTo>
                  <a:pt x="12038" y="4703"/>
                </a:lnTo>
                <a:cubicBezTo>
                  <a:pt x="11264" y="6620"/>
                  <a:pt x="10561" y="9061"/>
                  <a:pt x="12002" y="10549"/>
                </a:cubicBezTo>
                <a:cubicBezTo>
                  <a:pt x="12526" y="11097"/>
                  <a:pt x="13240" y="11395"/>
                  <a:pt x="13943" y="11692"/>
                </a:cubicBezTo>
                <a:cubicBezTo>
                  <a:pt x="15776" y="12442"/>
                  <a:pt x="17646" y="13240"/>
                  <a:pt x="19074" y="14621"/>
                </a:cubicBezTo>
                <a:cubicBezTo>
                  <a:pt x="19515" y="15038"/>
                  <a:pt x="19896" y="15514"/>
                  <a:pt x="20372" y="15871"/>
                </a:cubicBezTo>
                <a:cubicBezTo>
                  <a:pt x="21670" y="16872"/>
                  <a:pt x="23575" y="17098"/>
                  <a:pt x="24468" y="18467"/>
                </a:cubicBezTo>
                <a:cubicBezTo>
                  <a:pt x="24778" y="18943"/>
                  <a:pt x="24920" y="19527"/>
                  <a:pt x="25254" y="20003"/>
                </a:cubicBezTo>
                <a:cubicBezTo>
                  <a:pt x="25684" y="20627"/>
                  <a:pt x="26445" y="20960"/>
                  <a:pt x="27199" y="20960"/>
                </a:cubicBezTo>
                <a:cubicBezTo>
                  <a:pt x="27739" y="20960"/>
                  <a:pt x="28275" y="20789"/>
                  <a:pt x="28683" y="20432"/>
                </a:cubicBezTo>
                <a:lnTo>
                  <a:pt x="28683" y="20432"/>
                </a:lnTo>
                <a:cubicBezTo>
                  <a:pt x="28361" y="21217"/>
                  <a:pt x="27730" y="21836"/>
                  <a:pt x="26933" y="22134"/>
                </a:cubicBezTo>
                <a:cubicBezTo>
                  <a:pt x="27945" y="22622"/>
                  <a:pt x="27826" y="24420"/>
                  <a:pt x="28897" y="24730"/>
                </a:cubicBezTo>
                <a:cubicBezTo>
                  <a:pt x="29024" y="24761"/>
                  <a:pt x="29152" y="24777"/>
                  <a:pt x="29281" y="24777"/>
                </a:cubicBezTo>
                <a:cubicBezTo>
                  <a:pt x="29444" y="24777"/>
                  <a:pt x="29607" y="24752"/>
                  <a:pt x="29766" y="24706"/>
                </a:cubicBezTo>
                <a:cubicBezTo>
                  <a:pt x="30635" y="24539"/>
                  <a:pt x="31493" y="24301"/>
                  <a:pt x="32326" y="24015"/>
                </a:cubicBezTo>
                <a:cubicBezTo>
                  <a:pt x="32040" y="23884"/>
                  <a:pt x="31767" y="23718"/>
                  <a:pt x="31528" y="23503"/>
                </a:cubicBezTo>
                <a:cubicBezTo>
                  <a:pt x="30707" y="22753"/>
                  <a:pt x="30433" y="21575"/>
                  <a:pt x="30838" y="20539"/>
                </a:cubicBezTo>
                <a:cubicBezTo>
                  <a:pt x="31147" y="19800"/>
                  <a:pt x="31743" y="18788"/>
                  <a:pt x="31076" y="18336"/>
                </a:cubicBezTo>
                <a:cubicBezTo>
                  <a:pt x="30754" y="18110"/>
                  <a:pt x="30266" y="18181"/>
                  <a:pt x="30016" y="17884"/>
                </a:cubicBezTo>
                <a:cubicBezTo>
                  <a:pt x="29814" y="17634"/>
                  <a:pt x="29897" y="17276"/>
                  <a:pt x="29885" y="16955"/>
                </a:cubicBezTo>
                <a:cubicBezTo>
                  <a:pt x="29885" y="16824"/>
                  <a:pt x="29850" y="16693"/>
                  <a:pt x="29790" y="16574"/>
                </a:cubicBezTo>
                <a:cubicBezTo>
                  <a:pt x="30028" y="15729"/>
                  <a:pt x="29826" y="14693"/>
                  <a:pt x="29588" y="13788"/>
                </a:cubicBezTo>
                <a:cubicBezTo>
                  <a:pt x="29540" y="13609"/>
                  <a:pt x="29469" y="13407"/>
                  <a:pt x="29302" y="13323"/>
                </a:cubicBezTo>
                <a:cubicBezTo>
                  <a:pt x="29242" y="13306"/>
                  <a:pt x="29180" y="13297"/>
                  <a:pt x="29117" y="13297"/>
                </a:cubicBezTo>
                <a:cubicBezTo>
                  <a:pt x="29055" y="13297"/>
                  <a:pt x="28992" y="13306"/>
                  <a:pt x="28933" y="13323"/>
                </a:cubicBezTo>
                <a:cubicBezTo>
                  <a:pt x="28134" y="13572"/>
                  <a:pt x="27521" y="14485"/>
                  <a:pt x="26748" y="14485"/>
                </a:cubicBezTo>
                <a:cubicBezTo>
                  <a:pt x="26669" y="14485"/>
                  <a:pt x="26587" y="14476"/>
                  <a:pt x="26504" y="14455"/>
                </a:cubicBezTo>
                <a:cubicBezTo>
                  <a:pt x="26182" y="14383"/>
                  <a:pt x="25932" y="14133"/>
                  <a:pt x="25706" y="13895"/>
                </a:cubicBezTo>
                <a:cubicBezTo>
                  <a:pt x="24742" y="12847"/>
                  <a:pt x="23968" y="11657"/>
                  <a:pt x="23396" y="10359"/>
                </a:cubicBezTo>
                <a:cubicBezTo>
                  <a:pt x="22693" y="10904"/>
                  <a:pt x="21857" y="11482"/>
                  <a:pt x="20999" y="11482"/>
                </a:cubicBezTo>
                <a:cubicBezTo>
                  <a:pt x="20827" y="11482"/>
                  <a:pt x="20653" y="11458"/>
                  <a:pt x="20479" y="11407"/>
                </a:cubicBezTo>
                <a:cubicBezTo>
                  <a:pt x="19634" y="11145"/>
                  <a:pt x="19134" y="10264"/>
                  <a:pt x="18872" y="9418"/>
                </a:cubicBezTo>
                <a:cubicBezTo>
                  <a:pt x="18598" y="8573"/>
                  <a:pt x="18479" y="7656"/>
                  <a:pt x="17991" y="6918"/>
                </a:cubicBezTo>
                <a:cubicBezTo>
                  <a:pt x="17419" y="6025"/>
                  <a:pt x="16431" y="5501"/>
                  <a:pt x="15586" y="4846"/>
                </a:cubicBezTo>
                <a:cubicBezTo>
                  <a:pt x="14741" y="4191"/>
                  <a:pt x="13979" y="3191"/>
                  <a:pt x="14205" y="2155"/>
                </a:cubicBezTo>
                <a:cubicBezTo>
                  <a:pt x="14084" y="2124"/>
                  <a:pt x="13960" y="2111"/>
                  <a:pt x="13836" y="2111"/>
                </a:cubicBezTo>
                <a:cubicBezTo>
                  <a:pt x="13141" y="2111"/>
                  <a:pt x="12407" y="2523"/>
                  <a:pt x="11743" y="2523"/>
                </a:cubicBezTo>
                <a:cubicBezTo>
                  <a:pt x="11523" y="2523"/>
                  <a:pt x="11310" y="2478"/>
                  <a:pt x="11109" y="2358"/>
                </a:cubicBezTo>
                <a:cubicBezTo>
                  <a:pt x="10764" y="2144"/>
                  <a:pt x="10561" y="1763"/>
                  <a:pt x="10240" y="1524"/>
                </a:cubicBezTo>
                <a:cubicBezTo>
                  <a:pt x="9971" y="1323"/>
                  <a:pt x="9652" y="1242"/>
                  <a:pt x="9321" y="1242"/>
                </a:cubicBezTo>
                <a:cubicBezTo>
                  <a:pt x="8889" y="1242"/>
                  <a:pt x="8435" y="1378"/>
                  <a:pt x="8037" y="1560"/>
                </a:cubicBezTo>
                <a:cubicBezTo>
                  <a:pt x="7344" y="1866"/>
                  <a:pt x="6663" y="2299"/>
                  <a:pt x="5901" y="2299"/>
                </a:cubicBezTo>
                <a:cubicBezTo>
                  <a:pt x="5891" y="2299"/>
                  <a:pt x="5881" y="2298"/>
                  <a:pt x="5870" y="2298"/>
                </a:cubicBezTo>
                <a:cubicBezTo>
                  <a:pt x="5313" y="2298"/>
                  <a:pt x="4778" y="2072"/>
                  <a:pt x="4221" y="2072"/>
                </a:cubicBezTo>
                <a:cubicBezTo>
                  <a:pt x="4208" y="2072"/>
                  <a:pt x="4194" y="2072"/>
                  <a:pt x="4180" y="2072"/>
                </a:cubicBezTo>
                <a:cubicBezTo>
                  <a:pt x="3807" y="2072"/>
                  <a:pt x="3402" y="2189"/>
                  <a:pt x="3022" y="2189"/>
                </a:cubicBezTo>
                <a:cubicBezTo>
                  <a:pt x="2832" y="2189"/>
                  <a:pt x="2648" y="2159"/>
                  <a:pt x="2477" y="2072"/>
                </a:cubicBezTo>
                <a:cubicBezTo>
                  <a:pt x="2096" y="1882"/>
                  <a:pt x="1894" y="1453"/>
                  <a:pt x="1644" y="1120"/>
                </a:cubicBezTo>
                <a:cubicBezTo>
                  <a:pt x="1239" y="572"/>
                  <a:pt x="655" y="179"/>
                  <a:pt x="1" y="0"/>
                </a:cubicBezTo>
                <a:close/>
              </a:path>
            </a:pathLst>
          </a:custGeom>
          <a:solidFill>
            <a:srgbClr val="8EB355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0" name="Google Shape;1370;p15">
            <a:extLst>
              <a:ext uri="{FF2B5EF4-FFF2-40B4-BE49-F238E27FC236}">
                <a16:creationId xmlns:a16="http://schemas.microsoft.com/office/drawing/2014/main" id="{65803751-C590-4A0D-AE92-603513EF308D}"/>
              </a:ext>
            </a:extLst>
          </p:cNvPr>
          <p:cNvSpPr>
            <a:spLocks noGrp="1"/>
          </p:cNvSpPr>
          <p:nvPr/>
        </p:nvSpPr>
        <p:spPr>
          <a:xfrm>
            <a:off x="593646" y="3946089"/>
            <a:ext cx="633010" cy="1514800"/>
          </a:xfrm>
          <a:custGeom>
            <a:avLst/>
            <a:gdLst/>
            <a:ahLst/>
            <a:cxnLst/>
            <a:rect l="l" t="t" r="r" b="b"/>
            <a:pathLst>
              <a:path w="25320" h="60591">
                <a:moveTo>
                  <a:pt x="25319" y="1"/>
                </a:moveTo>
                <a:lnTo>
                  <a:pt x="25319" y="1"/>
                </a:lnTo>
                <a:cubicBezTo>
                  <a:pt x="8707" y="18881"/>
                  <a:pt x="268" y="28755"/>
                  <a:pt x="1" y="59744"/>
                </a:cubicBezTo>
                <a:cubicBezTo>
                  <a:pt x="1" y="60315"/>
                  <a:pt x="200" y="60591"/>
                  <a:pt x="443" y="60591"/>
                </a:cubicBezTo>
                <a:cubicBezTo>
                  <a:pt x="697" y="60591"/>
                  <a:pt x="998" y="60290"/>
                  <a:pt x="1168" y="59710"/>
                </a:cubicBezTo>
                <a:cubicBezTo>
                  <a:pt x="6973" y="36761"/>
                  <a:pt x="14311" y="18214"/>
                  <a:pt x="25319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1" name="Google Shape;1371;p15">
            <a:extLst>
              <a:ext uri="{FF2B5EF4-FFF2-40B4-BE49-F238E27FC236}">
                <a16:creationId xmlns:a16="http://schemas.microsoft.com/office/drawing/2014/main" id="{B91D5883-0A89-432D-A238-717ED0D292FA}"/>
              </a:ext>
            </a:extLst>
          </p:cNvPr>
          <p:cNvSpPr>
            <a:spLocks noGrp="1"/>
          </p:cNvSpPr>
          <p:nvPr/>
        </p:nvSpPr>
        <p:spPr>
          <a:xfrm>
            <a:off x="438544" y="4048665"/>
            <a:ext cx="360281" cy="1412349"/>
          </a:xfrm>
          <a:custGeom>
            <a:avLst/>
            <a:gdLst/>
            <a:ahLst/>
            <a:cxnLst/>
            <a:rect l="l" t="t" r="r" b="b"/>
            <a:pathLst>
              <a:path w="14411" h="56493">
                <a:moveTo>
                  <a:pt x="14411" y="1"/>
                </a:moveTo>
                <a:cubicBezTo>
                  <a:pt x="4837" y="19281"/>
                  <a:pt x="1" y="29288"/>
                  <a:pt x="6305" y="55841"/>
                </a:cubicBezTo>
                <a:cubicBezTo>
                  <a:pt x="6409" y="56285"/>
                  <a:pt x="6598" y="56493"/>
                  <a:pt x="6776" y="56493"/>
                </a:cubicBezTo>
                <a:cubicBezTo>
                  <a:pt x="6999" y="56493"/>
                  <a:pt x="7206" y="56167"/>
                  <a:pt x="7206" y="55574"/>
                </a:cubicBezTo>
                <a:cubicBezTo>
                  <a:pt x="7139" y="34892"/>
                  <a:pt x="9207" y="17647"/>
                  <a:pt x="14411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2" name="Google Shape;1372;p15">
            <a:extLst>
              <a:ext uri="{FF2B5EF4-FFF2-40B4-BE49-F238E27FC236}">
                <a16:creationId xmlns:a16="http://schemas.microsoft.com/office/drawing/2014/main" id="{5490BB29-6924-41A3-8450-2EE951A6F669}"/>
              </a:ext>
            </a:extLst>
          </p:cNvPr>
          <p:cNvSpPr>
            <a:spLocks noGrp="1"/>
          </p:cNvSpPr>
          <p:nvPr/>
        </p:nvSpPr>
        <p:spPr>
          <a:xfrm>
            <a:off x="-16789" y="4021990"/>
            <a:ext cx="616960" cy="1400798"/>
          </a:xfrm>
          <a:custGeom>
            <a:avLst/>
            <a:gdLst/>
            <a:ahLst/>
            <a:cxnLst/>
            <a:rect l="l" t="t" r="r" b="b"/>
            <a:pathLst>
              <a:path w="24678" h="56031">
                <a:moveTo>
                  <a:pt x="1" y="0"/>
                </a:moveTo>
                <a:lnTo>
                  <a:pt x="1" y="0"/>
                </a:lnTo>
                <a:cubicBezTo>
                  <a:pt x="5504" y="7139"/>
                  <a:pt x="10208" y="17380"/>
                  <a:pt x="14277" y="27987"/>
                </a:cubicBezTo>
                <a:cubicBezTo>
                  <a:pt x="17780" y="37027"/>
                  <a:pt x="20749" y="46133"/>
                  <a:pt x="23617" y="55540"/>
                </a:cubicBezTo>
                <a:cubicBezTo>
                  <a:pt x="23726" y="55879"/>
                  <a:pt x="23928" y="56031"/>
                  <a:pt x="24123" y="56031"/>
                </a:cubicBezTo>
                <a:cubicBezTo>
                  <a:pt x="24408" y="56031"/>
                  <a:pt x="24677" y="55708"/>
                  <a:pt x="24618" y="55173"/>
                </a:cubicBezTo>
                <a:cubicBezTo>
                  <a:pt x="24118" y="49803"/>
                  <a:pt x="23517" y="44332"/>
                  <a:pt x="22450" y="38828"/>
                </a:cubicBezTo>
                <a:cubicBezTo>
                  <a:pt x="21082" y="31523"/>
                  <a:pt x="18847" y="23984"/>
                  <a:pt x="15678" y="18314"/>
                </a:cubicBezTo>
                <a:cubicBezTo>
                  <a:pt x="13910" y="15178"/>
                  <a:pt x="12009" y="12676"/>
                  <a:pt x="10041" y="10375"/>
                </a:cubicBezTo>
                <a:cubicBezTo>
                  <a:pt x="6739" y="6505"/>
                  <a:pt x="3370" y="3003"/>
                  <a:pt x="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3" name="Google Shape;1373;p15">
            <a:extLst>
              <a:ext uri="{FF2B5EF4-FFF2-40B4-BE49-F238E27FC236}">
                <a16:creationId xmlns:a16="http://schemas.microsoft.com/office/drawing/2014/main" id="{01E7BBFE-D5ED-41CC-A9FD-30D262E62FD4}"/>
              </a:ext>
            </a:extLst>
          </p:cNvPr>
          <p:cNvSpPr>
            <a:spLocks noGrp="1"/>
          </p:cNvSpPr>
          <p:nvPr/>
        </p:nvSpPr>
        <p:spPr>
          <a:xfrm>
            <a:off x="406018" y="4493998"/>
            <a:ext cx="271054" cy="975741"/>
          </a:xfrm>
          <a:custGeom>
            <a:avLst/>
            <a:gdLst/>
            <a:ahLst/>
            <a:cxnLst/>
            <a:rect l="l" t="t" r="r" b="b"/>
            <a:pathLst>
              <a:path w="10842" h="39029">
                <a:moveTo>
                  <a:pt x="1" y="1"/>
                </a:moveTo>
                <a:cubicBezTo>
                  <a:pt x="6939" y="10341"/>
                  <a:pt x="10842" y="21016"/>
                  <a:pt x="7539" y="39029"/>
                </a:cubicBezTo>
              </a:path>
            </a:pathLst>
          </a:custGeom>
          <a:noFill/>
          <a:ln w="5000" cmpd="sng">
            <a:solidFill>
              <a:schemeClr val="lt2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4" name="Google Shape;1374;p15">
            <a:extLst>
              <a:ext uri="{FF2B5EF4-FFF2-40B4-BE49-F238E27FC236}">
                <a16:creationId xmlns:a16="http://schemas.microsoft.com/office/drawing/2014/main" id="{58D1E1DF-BBFF-4BA8-88D4-C49E41BE6243}"/>
              </a:ext>
            </a:extLst>
          </p:cNvPr>
          <p:cNvSpPr>
            <a:spLocks noGrp="1"/>
          </p:cNvSpPr>
          <p:nvPr/>
        </p:nvSpPr>
        <p:spPr>
          <a:xfrm>
            <a:off x="344317" y="3901888"/>
            <a:ext cx="251879" cy="1567026"/>
          </a:xfrm>
          <a:custGeom>
            <a:avLst/>
            <a:gdLst/>
            <a:ahLst/>
            <a:cxnLst/>
            <a:rect l="l" t="t" r="r" b="b"/>
            <a:pathLst>
              <a:path w="10075" h="62680">
                <a:moveTo>
                  <a:pt x="9841" y="1"/>
                </a:moveTo>
                <a:cubicBezTo>
                  <a:pt x="0" y="18114"/>
                  <a:pt x="0" y="41030"/>
                  <a:pt x="10074" y="62679"/>
                </a:cubicBezTo>
              </a:path>
            </a:pathLst>
          </a:custGeom>
          <a:noFill/>
          <a:ln w="5000" cmpd="sng">
            <a:solidFill>
              <a:schemeClr val="lt2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5" name="Google Shape;1375;p15">
            <a:extLst>
              <a:ext uri="{FF2B5EF4-FFF2-40B4-BE49-F238E27FC236}">
                <a16:creationId xmlns:a16="http://schemas.microsoft.com/office/drawing/2014/main" id="{6BC40F3A-B176-4B74-9262-DCB9E8ECFC08}"/>
              </a:ext>
            </a:extLst>
          </p:cNvPr>
          <p:cNvSpPr>
            <a:spLocks noGrp="1"/>
          </p:cNvSpPr>
          <p:nvPr/>
        </p:nvSpPr>
        <p:spPr>
          <a:xfrm>
            <a:off x="587271" y="4331370"/>
            <a:ext cx="714436" cy="1148994"/>
          </a:xfrm>
          <a:custGeom>
            <a:avLst/>
            <a:gdLst/>
            <a:ahLst/>
            <a:cxnLst/>
            <a:rect l="l" t="t" r="r" b="b"/>
            <a:pathLst>
              <a:path w="28577" h="45959">
                <a:moveTo>
                  <a:pt x="28576" y="1"/>
                </a:moveTo>
                <a:cubicBezTo>
                  <a:pt x="25040" y="1969"/>
                  <a:pt x="21471" y="4404"/>
                  <a:pt x="17935" y="7239"/>
                </a:cubicBezTo>
                <a:cubicBezTo>
                  <a:pt x="15867" y="8907"/>
                  <a:pt x="13766" y="10742"/>
                  <a:pt x="11798" y="13177"/>
                </a:cubicBezTo>
                <a:cubicBezTo>
                  <a:pt x="8262" y="17647"/>
                  <a:pt x="5460" y="24018"/>
                  <a:pt x="3558" y="30356"/>
                </a:cubicBezTo>
                <a:cubicBezTo>
                  <a:pt x="2091" y="35193"/>
                  <a:pt x="1057" y="40096"/>
                  <a:pt x="123" y="44933"/>
                </a:cubicBezTo>
                <a:cubicBezTo>
                  <a:pt x="0" y="45564"/>
                  <a:pt x="238" y="45959"/>
                  <a:pt x="533" y="45959"/>
                </a:cubicBezTo>
                <a:cubicBezTo>
                  <a:pt x="722" y="45959"/>
                  <a:pt x="934" y="45798"/>
                  <a:pt x="1090" y="45433"/>
                </a:cubicBezTo>
                <a:cubicBezTo>
                  <a:pt x="4626" y="37428"/>
                  <a:pt x="8262" y="29789"/>
                  <a:pt x="12398" y="22317"/>
                </a:cubicBezTo>
                <a:cubicBezTo>
                  <a:pt x="17235" y="13577"/>
                  <a:pt x="22639" y="5305"/>
                  <a:pt x="28576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6" name="Google Shape;1376;p15">
            <a:extLst>
              <a:ext uri="{FF2B5EF4-FFF2-40B4-BE49-F238E27FC236}">
                <a16:creationId xmlns:a16="http://schemas.microsoft.com/office/drawing/2014/main" id="{D54598CB-2814-4B5D-89AE-85AB568DB65C}"/>
              </a:ext>
            </a:extLst>
          </p:cNvPr>
          <p:cNvSpPr>
            <a:spLocks noGrp="1"/>
          </p:cNvSpPr>
          <p:nvPr/>
        </p:nvSpPr>
        <p:spPr>
          <a:xfrm>
            <a:off x="55762" y="4739177"/>
            <a:ext cx="558459" cy="740687"/>
          </a:xfrm>
          <a:custGeom>
            <a:avLst/>
            <a:gdLst/>
            <a:ahLst/>
            <a:cxnLst/>
            <a:rect l="l" t="t" r="r" b="b"/>
            <a:pathLst>
              <a:path w="22338" h="29627">
                <a:moveTo>
                  <a:pt x="1" y="1"/>
                </a:moveTo>
                <a:lnTo>
                  <a:pt x="1" y="1"/>
                </a:lnTo>
                <a:cubicBezTo>
                  <a:pt x="9474" y="7373"/>
                  <a:pt x="15945" y="16546"/>
                  <a:pt x="21316" y="29222"/>
                </a:cubicBezTo>
                <a:cubicBezTo>
                  <a:pt x="21431" y="29502"/>
                  <a:pt x="21609" y="29627"/>
                  <a:pt x="21784" y="29627"/>
                </a:cubicBezTo>
                <a:cubicBezTo>
                  <a:pt x="22065" y="29627"/>
                  <a:pt x="22337" y="29303"/>
                  <a:pt x="22317" y="28788"/>
                </a:cubicBezTo>
                <a:cubicBezTo>
                  <a:pt x="21182" y="8440"/>
                  <a:pt x="14011" y="5471"/>
                  <a:pt x="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7" name="Google Shape;1377;p15">
            <a:extLst>
              <a:ext uri="{FF2B5EF4-FFF2-40B4-BE49-F238E27FC236}">
                <a16:creationId xmlns:a16="http://schemas.microsoft.com/office/drawing/2014/main" id="{14A0BB1B-B16D-4009-A0E3-C8D2DA72E1B3}"/>
              </a:ext>
            </a:extLst>
          </p:cNvPr>
          <p:cNvSpPr>
            <a:spLocks noGrp="1"/>
          </p:cNvSpPr>
          <p:nvPr/>
        </p:nvSpPr>
        <p:spPr>
          <a:xfrm>
            <a:off x="597521" y="4825904"/>
            <a:ext cx="667486" cy="644186"/>
          </a:xfrm>
          <a:custGeom>
            <a:avLst/>
            <a:gdLst/>
            <a:ahLst/>
            <a:cxnLst/>
            <a:rect l="l" t="t" r="r" b="b"/>
            <a:pathLst>
              <a:path w="26699" h="25767">
                <a:moveTo>
                  <a:pt x="26698" y="1"/>
                </a:moveTo>
                <a:lnTo>
                  <a:pt x="26698" y="1"/>
                </a:lnTo>
                <a:cubicBezTo>
                  <a:pt x="11988" y="3170"/>
                  <a:pt x="4449" y="4971"/>
                  <a:pt x="113" y="24852"/>
                </a:cubicBezTo>
                <a:cubicBezTo>
                  <a:pt x="0" y="25393"/>
                  <a:pt x="268" y="25766"/>
                  <a:pt x="577" y="25766"/>
                </a:cubicBezTo>
                <a:cubicBezTo>
                  <a:pt x="726" y="25766"/>
                  <a:pt x="884" y="25680"/>
                  <a:pt x="1013" y="25486"/>
                </a:cubicBezTo>
                <a:cubicBezTo>
                  <a:pt x="8352" y="13811"/>
                  <a:pt x="16191" y="5805"/>
                  <a:pt x="26698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8" name="Google Shape;1378;p15">
            <a:extLst>
              <a:ext uri="{FF2B5EF4-FFF2-40B4-BE49-F238E27FC236}">
                <a16:creationId xmlns:a16="http://schemas.microsoft.com/office/drawing/2014/main" id="{835741A7-0B90-4A09-AC69-9D4491EBC89A}"/>
              </a:ext>
            </a:extLst>
          </p:cNvPr>
          <p:cNvSpPr>
            <a:spLocks noGrp="1"/>
          </p:cNvSpPr>
          <p:nvPr/>
        </p:nvSpPr>
        <p:spPr>
          <a:xfrm>
            <a:off x="485245" y="3479706"/>
            <a:ext cx="514558" cy="520733"/>
          </a:xfrm>
          <a:custGeom>
            <a:avLst/>
            <a:gdLst/>
            <a:ahLst/>
            <a:cxnLst/>
            <a:rect l="l" t="t" r="r" b="b"/>
            <a:pathLst>
              <a:path w="20582" h="20829">
                <a:moveTo>
                  <a:pt x="5326" y="1"/>
                </a:moveTo>
                <a:cubicBezTo>
                  <a:pt x="5148" y="1"/>
                  <a:pt x="4980" y="40"/>
                  <a:pt x="4837" y="143"/>
                </a:cubicBezTo>
                <a:cubicBezTo>
                  <a:pt x="4237" y="510"/>
                  <a:pt x="4170" y="1344"/>
                  <a:pt x="4170" y="2077"/>
                </a:cubicBezTo>
                <a:cubicBezTo>
                  <a:pt x="4137" y="2344"/>
                  <a:pt x="4137" y="2544"/>
                  <a:pt x="4137" y="2711"/>
                </a:cubicBezTo>
                <a:lnTo>
                  <a:pt x="4137" y="2878"/>
                </a:lnTo>
                <a:cubicBezTo>
                  <a:pt x="4070" y="3078"/>
                  <a:pt x="4070" y="3245"/>
                  <a:pt x="4037" y="3478"/>
                </a:cubicBezTo>
                <a:cubicBezTo>
                  <a:pt x="4037" y="3645"/>
                  <a:pt x="4037" y="3745"/>
                  <a:pt x="4003" y="3879"/>
                </a:cubicBezTo>
                <a:cubicBezTo>
                  <a:pt x="3870" y="4713"/>
                  <a:pt x="3703" y="5513"/>
                  <a:pt x="3470" y="6314"/>
                </a:cubicBezTo>
                <a:cubicBezTo>
                  <a:pt x="3270" y="6881"/>
                  <a:pt x="3036" y="7415"/>
                  <a:pt x="2836" y="8015"/>
                </a:cubicBezTo>
                <a:cubicBezTo>
                  <a:pt x="2702" y="8382"/>
                  <a:pt x="2536" y="8749"/>
                  <a:pt x="2369" y="9149"/>
                </a:cubicBezTo>
                <a:cubicBezTo>
                  <a:pt x="2135" y="9683"/>
                  <a:pt x="1869" y="10250"/>
                  <a:pt x="1635" y="10817"/>
                </a:cubicBezTo>
                <a:cubicBezTo>
                  <a:pt x="834" y="12585"/>
                  <a:pt x="1" y="14520"/>
                  <a:pt x="601" y="16521"/>
                </a:cubicBezTo>
                <a:lnTo>
                  <a:pt x="701" y="16888"/>
                </a:lnTo>
                <a:cubicBezTo>
                  <a:pt x="801" y="17021"/>
                  <a:pt x="834" y="17088"/>
                  <a:pt x="868" y="17222"/>
                </a:cubicBezTo>
                <a:cubicBezTo>
                  <a:pt x="968" y="17322"/>
                  <a:pt x="1001" y="17422"/>
                  <a:pt x="1035" y="17522"/>
                </a:cubicBezTo>
                <a:cubicBezTo>
                  <a:pt x="1035" y="17555"/>
                  <a:pt x="1101" y="17555"/>
                  <a:pt x="1101" y="17588"/>
                </a:cubicBezTo>
                <a:cubicBezTo>
                  <a:pt x="1135" y="17689"/>
                  <a:pt x="1168" y="17822"/>
                  <a:pt x="1268" y="17889"/>
                </a:cubicBezTo>
                <a:cubicBezTo>
                  <a:pt x="1301" y="17989"/>
                  <a:pt x="1368" y="18055"/>
                  <a:pt x="1435" y="18156"/>
                </a:cubicBezTo>
                <a:cubicBezTo>
                  <a:pt x="1502" y="18222"/>
                  <a:pt x="1535" y="18322"/>
                  <a:pt x="1635" y="18389"/>
                </a:cubicBezTo>
                <a:lnTo>
                  <a:pt x="1668" y="18422"/>
                </a:lnTo>
                <a:cubicBezTo>
                  <a:pt x="1802" y="18556"/>
                  <a:pt x="1935" y="18723"/>
                  <a:pt x="2102" y="18856"/>
                </a:cubicBezTo>
                <a:cubicBezTo>
                  <a:pt x="2269" y="19023"/>
                  <a:pt x="2369" y="19156"/>
                  <a:pt x="2536" y="19256"/>
                </a:cubicBezTo>
                <a:lnTo>
                  <a:pt x="2936" y="19523"/>
                </a:lnTo>
                <a:cubicBezTo>
                  <a:pt x="3169" y="19690"/>
                  <a:pt x="3470" y="19857"/>
                  <a:pt x="3770" y="20024"/>
                </a:cubicBezTo>
                <a:cubicBezTo>
                  <a:pt x="3837" y="20057"/>
                  <a:pt x="3970" y="20090"/>
                  <a:pt x="4037" y="20157"/>
                </a:cubicBezTo>
                <a:lnTo>
                  <a:pt x="4103" y="20157"/>
                </a:lnTo>
                <a:cubicBezTo>
                  <a:pt x="4170" y="20190"/>
                  <a:pt x="4304" y="20224"/>
                  <a:pt x="4370" y="20257"/>
                </a:cubicBezTo>
                <a:cubicBezTo>
                  <a:pt x="4470" y="20324"/>
                  <a:pt x="4604" y="20357"/>
                  <a:pt x="4671" y="20390"/>
                </a:cubicBezTo>
                <a:cubicBezTo>
                  <a:pt x="4771" y="20457"/>
                  <a:pt x="4871" y="20491"/>
                  <a:pt x="4971" y="20524"/>
                </a:cubicBezTo>
                <a:cubicBezTo>
                  <a:pt x="5171" y="20557"/>
                  <a:pt x="5438" y="20657"/>
                  <a:pt x="5638" y="20691"/>
                </a:cubicBezTo>
                <a:cubicBezTo>
                  <a:pt x="5705" y="20691"/>
                  <a:pt x="5805" y="20724"/>
                  <a:pt x="5871" y="20724"/>
                </a:cubicBezTo>
                <a:cubicBezTo>
                  <a:pt x="6227" y="20791"/>
                  <a:pt x="6591" y="20828"/>
                  <a:pt x="6951" y="20828"/>
                </a:cubicBezTo>
                <a:cubicBezTo>
                  <a:pt x="7841" y="20828"/>
                  <a:pt x="8709" y="20603"/>
                  <a:pt x="9374" y="20057"/>
                </a:cubicBezTo>
                <a:cubicBezTo>
                  <a:pt x="9808" y="19723"/>
                  <a:pt x="10174" y="19356"/>
                  <a:pt x="10508" y="18956"/>
                </a:cubicBezTo>
                <a:cubicBezTo>
                  <a:pt x="10541" y="18856"/>
                  <a:pt x="10608" y="18823"/>
                  <a:pt x="10641" y="18789"/>
                </a:cubicBezTo>
                <a:cubicBezTo>
                  <a:pt x="11642" y="17488"/>
                  <a:pt x="12376" y="15987"/>
                  <a:pt x="13544" y="14820"/>
                </a:cubicBezTo>
                <a:cubicBezTo>
                  <a:pt x="15311" y="13119"/>
                  <a:pt x="17480" y="11884"/>
                  <a:pt x="19615" y="10784"/>
                </a:cubicBezTo>
                <a:cubicBezTo>
                  <a:pt x="19615" y="10717"/>
                  <a:pt x="19648" y="10717"/>
                  <a:pt x="19648" y="10717"/>
                </a:cubicBezTo>
                <a:cubicBezTo>
                  <a:pt x="20015" y="10550"/>
                  <a:pt x="20448" y="10317"/>
                  <a:pt x="20515" y="9883"/>
                </a:cubicBezTo>
                <a:cubicBezTo>
                  <a:pt x="20582" y="9649"/>
                  <a:pt x="20482" y="9349"/>
                  <a:pt x="20382" y="9149"/>
                </a:cubicBezTo>
                <a:cubicBezTo>
                  <a:pt x="20215" y="8982"/>
                  <a:pt x="19981" y="8816"/>
                  <a:pt x="19715" y="8715"/>
                </a:cubicBezTo>
                <a:cubicBezTo>
                  <a:pt x="19000" y="8442"/>
                  <a:pt x="18232" y="8301"/>
                  <a:pt x="17445" y="8301"/>
                </a:cubicBezTo>
                <a:cubicBezTo>
                  <a:pt x="16983" y="8301"/>
                  <a:pt x="16514" y="8350"/>
                  <a:pt x="16045" y="8449"/>
                </a:cubicBezTo>
                <a:cubicBezTo>
                  <a:pt x="16179" y="8182"/>
                  <a:pt x="16346" y="7882"/>
                  <a:pt x="16412" y="7648"/>
                </a:cubicBezTo>
                <a:cubicBezTo>
                  <a:pt x="16512" y="7448"/>
                  <a:pt x="16579" y="7214"/>
                  <a:pt x="16646" y="7014"/>
                </a:cubicBezTo>
                <a:cubicBezTo>
                  <a:pt x="16746" y="6614"/>
                  <a:pt x="16712" y="6147"/>
                  <a:pt x="16579" y="5780"/>
                </a:cubicBezTo>
                <a:cubicBezTo>
                  <a:pt x="16512" y="5513"/>
                  <a:pt x="16346" y="5313"/>
                  <a:pt x="16145" y="5146"/>
                </a:cubicBezTo>
                <a:cubicBezTo>
                  <a:pt x="15879" y="4933"/>
                  <a:pt x="15505" y="4869"/>
                  <a:pt x="15110" y="4869"/>
                </a:cubicBezTo>
                <a:cubicBezTo>
                  <a:pt x="15011" y="4869"/>
                  <a:pt x="14911" y="4873"/>
                  <a:pt x="14811" y="4879"/>
                </a:cubicBezTo>
                <a:cubicBezTo>
                  <a:pt x="14511" y="4946"/>
                  <a:pt x="14211" y="4979"/>
                  <a:pt x="13910" y="5113"/>
                </a:cubicBezTo>
                <a:cubicBezTo>
                  <a:pt x="13143" y="5380"/>
                  <a:pt x="12409" y="5880"/>
                  <a:pt x="11742" y="6447"/>
                </a:cubicBezTo>
                <a:cubicBezTo>
                  <a:pt x="11942" y="6047"/>
                  <a:pt x="12042" y="5647"/>
                  <a:pt x="12143" y="5213"/>
                </a:cubicBezTo>
                <a:cubicBezTo>
                  <a:pt x="12209" y="4813"/>
                  <a:pt x="12243" y="4412"/>
                  <a:pt x="12243" y="4045"/>
                </a:cubicBezTo>
                <a:cubicBezTo>
                  <a:pt x="12243" y="3278"/>
                  <a:pt x="11942" y="2511"/>
                  <a:pt x="11342" y="2177"/>
                </a:cubicBezTo>
                <a:cubicBezTo>
                  <a:pt x="11158" y="2067"/>
                  <a:pt x="10934" y="2018"/>
                  <a:pt x="10703" y="2018"/>
                </a:cubicBezTo>
                <a:cubicBezTo>
                  <a:pt x="10514" y="2018"/>
                  <a:pt x="10321" y="2051"/>
                  <a:pt x="10141" y="2111"/>
                </a:cubicBezTo>
                <a:cubicBezTo>
                  <a:pt x="9841" y="2177"/>
                  <a:pt x="9541" y="2311"/>
                  <a:pt x="9307" y="2478"/>
                </a:cubicBezTo>
                <a:cubicBezTo>
                  <a:pt x="8874" y="2745"/>
                  <a:pt x="8507" y="3111"/>
                  <a:pt x="8140" y="3512"/>
                </a:cubicBezTo>
                <a:cubicBezTo>
                  <a:pt x="8073" y="3378"/>
                  <a:pt x="8073" y="3312"/>
                  <a:pt x="8040" y="3178"/>
                </a:cubicBezTo>
                <a:cubicBezTo>
                  <a:pt x="7739" y="2144"/>
                  <a:pt x="7206" y="1177"/>
                  <a:pt x="6372" y="476"/>
                </a:cubicBezTo>
                <a:cubicBezTo>
                  <a:pt x="6172" y="309"/>
                  <a:pt x="5905" y="143"/>
                  <a:pt x="5671" y="43"/>
                </a:cubicBezTo>
                <a:cubicBezTo>
                  <a:pt x="5555" y="17"/>
                  <a:pt x="5439" y="1"/>
                  <a:pt x="5326" y="1"/>
                </a:cubicBezTo>
                <a:close/>
              </a:path>
            </a:pathLst>
          </a:custGeom>
          <a:solidFill>
            <a:srgbClr val="F2B6B6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9" name="Google Shape;1379;p15">
            <a:extLst>
              <a:ext uri="{FF2B5EF4-FFF2-40B4-BE49-F238E27FC236}">
                <a16:creationId xmlns:a16="http://schemas.microsoft.com/office/drawing/2014/main" id="{4638E093-C244-4914-A052-9EC98F6E4B43}"/>
              </a:ext>
            </a:extLst>
          </p:cNvPr>
          <p:cNvSpPr>
            <a:spLocks noGrp="1"/>
          </p:cNvSpPr>
          <p:nvPr/>
        </p:nvSpPr>
        <p:spPr>
          <a:xfrm>
            <a:off x="615347" y="3506606"/>
            <a:ext cx="406981" cy="389481"/>
          </a:xfrm>
          <a:custGeom>
            <a:avLst/>
            <a:gdLst/>
            <a:ahLst/>
            <a:cxnLst/>
            <a:rect l="l" t="t" r="r" b="b"/>
            <a:pathLst>
              <a:path w="16279" h="15579">
                <a:moveTo>
                  <a:pt x="0" y="15578"/>
                </a:moveTo>
                <a:cubicBezTo>
                  <a:pt x="2836" y="9040"/>
                  <a:pt x="9807" y="2102"/>
                  <a:pt x="16279" y="1"/>
                </a:cubicBezTo>
              </a:path>
            </a:pathLst>
          </a:custGeom>
          <a:solidFill>
            <a:schemeClr val="lt2"/>
          </a:solidFill>
          <a:ln w="5000" cmpd="sng">
            <a:solidFill>
              <a:schemeClr val="lt2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0" name="Google Shape;1380;p15">
            <a:extLst>
              <a:ext uri="{FF2B5EF4-FFF2-40B4-BE49-F238E27FC236}">
                <a16:creationId xmlns:a16="http://schemas.microsoft.com/office/drawing/2014/main" id="{E4C9AFFB-2103-4A57-A6BD-8B0AF58836BD}"/>
              </a:ext>
            </a:extLst>
          </p:cNvPr>
          <p:cNvSpPr>
            <a:spLocks noGrp="1"/>
          </p:cNvSpPr>
          <p:nvPr/>
        </p:nvSpPr>
        <p:spPr>
          <a:xfrm>
            <a:off x="1011453" y="3481681"/>
            <a:ext cx="35050" cy="49050"/>
          </a:xfrm>
          <a:custGeom>
            <a:avLst/>
            <a:gdLst/>
            <a:ahLst/>
            <a:cxnLst/>
            <a:rect l="l" t="t" r="r" b="b"/>
            <a:pathLst>
              <a:path w="1402" h="1962">
                <a:moveTo>
                  <a:pt x="558" y="1"/>
                </a:moveTo>
                <a:cubicBezTo>
                  <a:pt x="516" y="1"/>
                  <a:pt x="474" y="10"/>
                  <a:pt x="435" y="30"/>
                </a:cubicBezTo>
                <a:cubicBezTo>
                  <a:pt x="134" y="130"/>
                  <a:pt x="1" y="631"/>
                  <a:pt x="168" y="1198"/>
                </a:cubicBezTo>
                <a:cubicBezTo>
                  <a:pt x="310" y="1652"/>
                  <a:pt x="572" y="1961"/>
                  <a:pt x="832" y="1961"/>
                </a:cubicBezTo>
                <a:cubicBezTo>
                  <a:pt x="878" y="1961"/>
                  <a:pt x="923" y="1952"/>
                  <a:pt x="968" y="1932"/>
                </a:cubicBezTo>
                <a:cubicBezTo>
                  <a:pt x="1268" y="1832"/>
                  <a:pt x="1402" y="1298"/>
                  <a:pt x="1202" y="764"/>
                </a:cubicBezTo>
                <a:cubicBezTo>
                  <a:pt x="1060" y="310"/>
                  <a:pt x="797" y="1"/>
                  <a:pt x="558" y="1"/>
                </a:cubicBezTo>
                <a:close/>
              </a:path>
            </a:pathLst>
          </a:custGeom>
          <a:solidFill>
            <a:schemeClr val="lt2"/>
          </a:solidFill>
          <a:ln w="9525" cmpd="sng">
            <a:solidFill>
              <a:schemeClr val="lt2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1" name="Google Shape;1381;p15">
            <a:extLst>
              <a:ext uri="{FF2B5EF4-FFF2-40B4-BE49-F238E27FC236}">
                <a16:creationId xmlns:a16="http://schemas.microsoft.com/office/drawing/2014/main" id="{5D08A33E-3755-48D0-8BE4-FE6279259F73}"/>
              </a:ext>
            </a:extLst>
          </p:cNvPr>
          <p:cNvSpPr>
            <a:spLocks noGrp="1"/>
          </p:cNvSpPr>
          <p:nvPr/>
        </p:nvSpPr>
        <p:spPr>
          <a:xfrm>
            <a:off x="601997" y="3474080"/>
            <a:ext cx="320255" cy="419507"/>
          </a:xfrm>
          <a:custGeom>
            <a:avLst/>
            <a:gdLst/>
            <a:ahLst/>
            <a:cxnLst/>
            <a:rect l="l" t="t" r="r" b="b"/>
            <a:pathLst>
              <a:path w="12810" h="16780">
                <a:moveTo>
                  <a:pt x="1" y="16779"/>
                </a:moveTo>
                <a:cubicBezTo>
                  <a:pt x="4837" y="7506"/>
                  <a:pt x="9341" y="2736"/>
                  <a:pt x="12810" y="1"/>
                </a:cubicBezTo>
              </a:path>
            </a:pathLst>
          </a:custGeom>
          <a:solidFill>
            <a:schemeClr val="lt2"/>
          </a:solidFill>
          <a:ln w="5000" cmpd="sng">
            <a:solidFill>
              <a:schemeClr val="lt2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2" name="Google Shape;1382;p15">
            <a:extLst>
              <a:ext uri="{FF2B5EF4-FFF2-40B4-BE49-F238E27FC236}">
                <a16:creationId xmlns:a16="http://schemas.microsoft.com/office/drawing/2014/main" id="{945BCA73-F7AD-442E-8FAE-43632D6B99CB}"/>
              </a:ext>
            </a:extLst>
          </p:cNvPr>
          <p:cNvSpPr>
            <a:spLocks noGrp="1"/>
          </p:cNvSpPr>
          <p:nvPr/>
        </p:nvSpPr>
        <p:spPr>
          <a:xfrm>
            <a:off x="907227" y="3448780"/>
            <a:ext cx="40875" cy="43950"/>
          </a:xfrm>
          <a:custGeom>
            <a:avLst/>
            <a:gdLst/>
            <a:ahLst/>
            <a:cxnLst/>
            <a:rect l="l" t="t" r="r" b="b"/>
            <a:pathLst>
              <a:path w="1635" h="1758">
                <a:moveTo>
                  <a:pt x="489" y="1"/>
                </a:moveTo>
                <a:cubicBezTo>
                  <a:pt x="405" y="1"/>
                  <a:pt x="329" y="26"/>
                  <a:pt x="267" y="79"/>
                </a:cubicBezTo>
                <a:cubicBezTo>
                  <a:pt x="0" y="279"/>
                  <a:pt x="100" y="779"/>
                  <a:pt x="367" y="1246"/>
                </a:cubicBezTo>
                <a:cubicBezTo>
                  <a:pt x="637" y="1565"/>
                  <a:pt x="925" y="1758"/>
                  <a:pt x="1164" y="1758"/>
                </a:cubicBezTo>
                <a:cubicBezTo>
                  <a:pt x="1251" y="1758"/>
                  <a:pt x="1331" y="1733"/>
                  <a:pt x="1401" y="1680"/>
                </a:cubicBezTo>
                <a:cubicBezTo>
                  <a:pt x="1635" y="1446"/>
                  <a:pt x="1601" y="946"/>
                  <a:pt x="1268" y="512"/>
                </a:cubicBezTo>
                <a:cubicBezTo>
                  <a:pt x="1022" y="193"/>
                  <a:pt x="723" y="1"/>
                  <a:pt x="489" y="1"/>
                </a:cubicBezTo>
                <a:close/>
              </a:path>
            </a:pathLst>
          </a:custGeom>
          <a:solidFill>
            <a:schemeClr val="lt2"/>
          </a:solidFill>
          <a:ln w="9525" cmpd="sng">
            <a:solidFill>
              <a:schemeClr val="lt2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3" name="Google Shape;1383;p15">
            <a:extLst>
              <a:ext uri="{FF2B5EF4-FFF2-40B4-BE49-F238E27FC236}">
                <a16:creationId xmlns:a16="http://schemas.microsoft.com/office/drawing/2014/main" id="{F5CCF645-4FE5-4BE4-A1DC-0A86970D994D}"/>
              </a:ext>
            </a:extLst>
          </p:cNvPr>
          <p:cNvSpPr>
            <a:spLocks noGrp="1"/>
          </p:cNvSpPr>
          <p:nvPr/>
        </p:nvSpPr>
        <p:spPr>
          <a:xfrm>
            <a:off x="615347" y="3635033"/>
            <a:ext cx="420332" cy="261054"/>
          </a:xfrm>
          <a:custGeom>
            <a:avLst/>
            <a:gdLst/>
            <a:ahLst/>
            <a:cxnLst/>
            <a:rect l="l" t="t" r="r" b="b"/>
            <a:pathLst>
              <a:path w="16813" h="10442">
                <a:moveTo>
                  <a:pt x="0" y="10441"/>
                </a:moveTo>
                <a:cubicBezTo>
                  <a:pt x="3970" y="4471"/>
                  <a:pt x="10241" y="701"/>
                  <a:pt x="16812" y="1"/>
                </a:cubicBezTo>
              </a:path>
            </a:pathLst>
          </a:custGeom>
          <a:solidFill>
            <a:schemeClr val="lt2"/>
          </a:solidFill>
          <a:ln w="5000" cmpd="sng">
            <a:solidFill>
              <a:schemeClr val="lt2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4" name="Google Shape;1384;p15">
            <a:extLst>
              <a:ext uri="{FF2B5EF4-FFF2-40B4-BE49-F238E27FC236}">
                <a16:creationId xmlns:a16="http://schemas.microsoft.com/office/drawing/2014/main" id="{3D1DD826-2AD6-48B8-B08D-F2C4B187F1AB}"/>
              </a:ext>
            </a:extLst>
          </p:cNvPr>
          <p:cNvSpPr>
            <a:spLocks noGrp="1"/>
          </p:cNvSpPr>
          <p:nvPr/>
        </p:nvSpPr>
        <p:spPr>
          <a:xfrm>
            <a:off x="1028154" y="3611508"/>
            <a:ext cx="28375" cy="51125"/>
          </a:xfrm>
          <a:custGeom>
            <a:avLst/>
            <a:gdLst/>
            <a:ahLst/>
            <a:cxnLst/>
            <a:rect l="l" t="t" r="r" b="b"/>
            <a:pathLst>
              <a:path w="1135" h="2045">
                <a:moveTo>
                  <a:pt x="562" y="1"/>
                </a:moveTo>
                <a:cubicBezTo>
                  <a:pt x="542" y="1"/>
                  <a:pt x="521" y="3"/>
                  <a:pt x="500" y="8"/>
                </a:cubicBezTo>
                <a:cubicBezTo>
                  <a:pt x="234" y="41"/>
                  <a:pt x="0" y="541"/>
                  <a:pt x="67" y="1108"/>
                </a:cubicBezTo>
                <a:cubicBezTo>
                  <a:pt x="99" y="1653"/>
                  <a:pt x="377" y="2044"/>
                  <a:pt x="636" y="2044"/>
                </a:cubicBezTo>
                <a:cubicBezTo>
                  <a:pt x="646" y="2044"/>
                  <a:pt x="657" y="2044"/>
                  <a:pt x="667" y="2042"/>
                </a:cubicBezTo>
                <a:cubicBezTo>
                  <a:pt x="967" y="1942"/>
                  <a:pt x="1134" y="1442"/>
                  <a:pt x="1134" y="908"/>
                </a:cubicBezTo>
                <a:cubicBezTo>
                  <a:pt x="1103" y="411"/>
                  <a:pt x="840" y="1"/>
                  <a:pt x="562" y="1"/>
                </a:cubicBezTo>
                <a:close/>
              </a:path>
            </a:pathLst>
          </a:custGeom>
          <a:solidFill>
            <a:schemeClr val="lt2"/>
          </a:solidFill>
          <a:ln w="9525" cmpd="sng">
            <a:solidFill>
              <a:schemeClr val="lt2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5" name="Google Shape;1385;p15">
            <a:extLst>
              <a:ext uri="{FF2B5EF4-FFF2-40B4-BE49-F238E27FC236}">
                <a16:creationId xmlns:a16="http://schemas.microsoft.com/office/drawing/2014/main" id="{204A2D6F-90B6-4F0F-AFA2-FA4BF3EDDAF7}"/>
              </a:ext>
            </a:extLst>
          </p:cNvPr>
          <p:cNvSpPr>
            <a:spLocks noGrp="1"/>
          </p:cNvSpPr>
          <p:nvPr/>
        </p:nvSpPr>
        <p:spPr>
          <a:xfrm>
            <a:off x="558621" y="3399029"/>
            <a:ext cx="145977" cy="455357"/>
          </a:xfrm>
          <a:custGeom>
            <a:avLst/>
            <a:gdLst/>
            <a:ahLst/>
            <a:cxnLst/>
            <a:rect l="l" t="t" r="r" b="b"/>
            <a:pathLst>
              <a:path w="5839" h="18214">
                <a:moveTo>
                  <a:pt x="1" y="18214"/>
                </a:moveTo>
                <a:cubicBezTo>
                  <a:pt x="4437" y="12543"/>
                  <a:pt x="5838" y="6572"/>
                  <a:pt x="4604" y="1"/>
                </a:cubicBezTo>
              </a:path>
            </a:pathLst>
          </a:custGeom>
          <a:solidFill>
            <a:schemeClr val="lt2"/>
          </a:solidFill>
          <a:ln w="5000" cmpd="sng">
            <a:solidFill>
              <a:schemeClr val="lt2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6" name="Google Shape;1386;p15">
            <a:extLst>
              <a:ext uri="{FF2B5EF4-FFF2-40B4-BE49-F238E27FC236}">
                <a16:creationId xmlns:a16="http://schemas.microsoft.com/office/drawing/2014/main" id="{18C57872-9881-43A3-AF40-B6ADA5DBCD6D}"/>
              </a:ext>
            </a:extLst>
          </p:cNvPr>
          <p:cNvSpPr>
            <a:spLocks noGrp="1"/>
          </p:cNvSpPr>
          <p:nvPr/>
        </p:nvSpPr>
        <p:spPr>
          <a:xfrm>
            <a:off x="647022" y="3376879"/>
            <a:ext cx="50075" cy="29300"/>
          </a:xfrm>
          <a:custGeom>
            <a:avLst/>
            <a:gdLst/>
            <a:ahLst/>
            <a:cxnLst/>
            <a:rect l="l" t="t" r="r" b="b"/>
            <a:pathLst>
              <a:path w="2003" h="1172">
                <a:moveTo>
                  <a:pt x="1324" y="0"/>
                </a:moveTo>
                <a:cubicBezTo>
                  <a:pt x="1196" y="0"/>
                  <a:pt x="1053" y="17"/>
                  <a:pt x="901" y="53"/>
                </a:cubicBezTo>
                <a:cubicBezTo>
                  <a:pt x="368" y="186"/>
                  <a:pt x="1" y="553"/>
                  <a:pt x="1" y="820"/>
                </a:cubicBezTo>
                <a:cubicBezTo>
                  <a:pt x="25" y="1041"/>
                  <a:pt x="286" y="1172"/>
                  <a:pt x="634" y="1172"/>
                </a:cubicBezTo>
                <a:cubicBezTo>
                  <a:pt x="759" y="1172"/>
                  <a:pt x="895" y="1155"/>
                  <a:pt x="1035" y="1120"/>
                </a:cubicBezTo>
                <a:cubicBezTo>
                  <a:pt x="1569" y="987"/>
                  <a:pt x="2002" y="620"/>
                  <a:pt x="1969" y="320"/>
                </a:cubicBezTo>
                <a:cubicBezTo>
                  <a:pt x="1920" y="124"/>
                  <a:pt x="1675" y="0"/>
                  <a:pt x="1324" y="0"/>
                </a:cubicBezTo>
                <a:close/>
              </a:path>
            </a:pathLst>
          </a:custGeom>
          <a:solidFill>
            <a:schemeClr val="lt2"/>
          </a:solidFill>
          <a:ln w="9525" cmpd="sng">
            <a:solidFill>
              <a:schemeClr val="lt2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7" name="Google Shape;1387;p15">
            <a:extLst>
              <a:ext uri="{FF2B5EF4-FFF2-40B4-BE49-F238E27FC236}">
                <a16:creationId xmlns:a16="http://schemas.microsoft.com/office/drawing/2014/main" id="{5EF824F9-6DC2-4465-81A2-E5C39C8A1E79}"/>
              </a:ext>
            </a:extLst>
          </p:cNvPr>
          <p:cNvSpPr>
            <a:spLocks noGrp="1"/>
          </p:cNvSpPr>
          <p:nvPr/>
        </p:nvSpPr>
        <p:spPr>
          <a:xfrm>
            <a:off x="615347" y="3604183"/>
            <a:ext cx="316905" cy="291904"/>
          </a:xfrm>
          <a:custGeom>
            <a:avLst/>
            <a:gdLst/>
            <a:ahLst/>
            <a:cxnLst/>
            <a:rect l="l" t="t" r="r" b="b"/>
            <a:pathLst>
              <a:path w="12676" h="11676">
                <a:moveTo>
                  <a:pt x="0" y="11675"/>
                </a:moveTo>
                <a:cubicBezTo>
                  <a:pt x="3836" y="5404"/>
                  <a:pt x="7672" y="2502"/>
                  <a:pt x="12676" y="0"/>
                </a:cubicBezTo>
              </a:path>
            </a:pathLst>
          </a:custGeom>
          <a:solidFill>
            <a:schemeClr val="lt2"/>
          </a:solidFill>
          <a:ln w="5000" cmpd="sng">
            <a:solidFill>
              <a:schemeClr val="lt2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8" name="Google Shape;1388;p15">
            <a:extLst>
              <a:ext uri="{FF2B5EF4-FFF2-40B4-BE49-F238E27FC236}">
                <a16:creationId xmlns:a16="http://schemas.microsoft.com/office/drawing/2014/main" id="{FC305DDF-FCBD-4135-88C6-0312EA1A3423}"/>
              </a:ext>
            </a:extLst>
          </p:cNvPr>
          <p:cNvSpPr>
            <a:spLocks noGrp="1"/>
          </p:cNvSpPr>
          <p:nvPr/>
        </p:nvSpPr>
        <p:spPr>
          <a:xfrm>
            <a:off x="922227" y="3579257"/>
            <a:ext cx="34225" cy="48200"/>
          </a:xfrm>
          <a:custGeom>
            <a:avLst/>
            <a:gdLst/>
            <a:ahLst/>
            <a:cxnLst/>
            <a:rect l="l" t="t" r="r" b="b"/>
            <a:pathLst>
              <a:path w="1369" h="1928">
                <a:moveTo>
                  <a:pt x="460" y="1"/>
                </a:moveTo>
                <a:cubicBezTo>
                  <a:pt x="417" y="1"/>
                  <a:pt x="374" y="10"/>
                  <a:pt x="334" y="30"/>
                </a:cubicBezTo>
                <a:cubicBezTo>
                  <a:pt x="67" y="164"/>
                  <a:pt x="1" y="664"/>
                  <a:pt x="167" y="1198"/>
                </a:cubicBezTo>
                <a:cubicBezTo>
                  <a:pt x="338" y="1623"/>
                  <a:pt x="604" y="1928"/>
                  <a:pt x="865" y="1928"/>
                </a:cubicBezTo>
                <a:cubicBezTo>
                  <a:pt x="911" y="1928"/>
                  <a:pt x="956" y="1918"/>
                  <a:pt x="1001" y="1898"/>
                </a:cubicBezTo>
                <a:cubicBezTo>
                  <a:pt x="1302" y="1798"/>
                  <a:pt x="1368" y="1231"/>
                  <a:pt x="1168" y="731"/>
                </a:cubicBezTo>
                <a:cubicBezTo>
                  <a:pt x="998" y="305"/>
                  <a:pt x="707" y="1"/>
                  <a:pt x="460" y="1"/>
                </a:cubicBezTo>
                <a:close/>
              </a:path>
            </a:pathLst>
          </a:custGeom>
          <a:solidFill>
            <a:schemeClr val="lt2"/>
          </a:solidFill>
          <a:ln w="9525" cmpd="sng">
            <a:solidFill>
              <a:schemeClr val="lt2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9" name="Google Shape;1389;p15">
            <a:extLst>
              <a:ext uri="{FF2B5EF4-FFF2-40B4-BE49-F238E27FC236}">
                <a16:creationId xmlns:a16="http://schemas.microsoft.com/office/drawing/2014/main" id="{69170C97-9EC1-449D-AE8C-401FF2343B92}"/>
              </a:ext>
            </a:extLst>
          </p:cNvPr>
          <p:cNvSpPr>
            <a:spLocks noGrp="1"/>
          </p:cNvSpPr>
          <p:nvPr/>
        </p:nvSpPr>
        <p:spPr>
          <a:xfrm>
            <a:off x="558621" y="3456580"/>
            <a:ext cx="184328" cy="397806"/>
          </a:xfrm>
          <a:custGeom>
            <a:avLst/>
            <a:gdLst/>
            <a:ahLst/>
            <a:cxnLst/>
            <a:rect l="l" t="t" r="r" b="b"/>
            <a:pathLst>
              <a:path w="7373" h="15912">
                <a:moveTo>
                  <a:pt x="1" y="15912"/>
                </a:moveTo>
                <a:cubicBezTo>
                  <a:pt x="5572" y="11475"/>
                  <a:pt x="6772" y="6905"/>
                  <a:pt x="7373" y="0"/>
                </a:cubicBezTo>
              </a:path>
            </a:pathLst>
          </a:custGeom>
          <a:solidFill>
            <a:schemeClr val="lt2"/>
          </a:solidFill>
          <a:ln w="5000" cmpd="sng">
            <a:solidFill>
              <a:schemeClr val="lt2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0" name="Google Shape;1390;p15">
            <a:extLst>
              <a:ext uri="{FF2B5EF4-FFF2-40B4-BE49-F238E27FC236}">
                <a16:creationId xmlns:a16="http://schemas.microsoft.com/office/drawing/2014/main" id="{C2FA8C88-F5DD-4447-B687-49A9570E7D8E}"/>
              </a:ext>
            </a:extLst>
          </p:cNvPr>
          <p:cNvSpPr>
            <a:spLocks noGrp="1"/>
          </p:cNvSpPr>
          <p:nvPr/>
        </p:nvSpPr>
        <p:spPr>
          <a:xfrm>
            <a:off x="717073" y="3434055"/>
            <a:ext cx="49225" cy="28375"/>
          </a:xfrm>
          <a:custGeom>
            <a:avLst/>
            <a:gdLst/>
            <a:ahLst/>
            <a:cxnLst/>
            <a:rect l="l" t="t" r="r" b="b"/>
            <a:pathLst>
              <a:path w="1969" h="1135">
                <a:moveTo>
                  <a:pt x="1068" y="1"/>
                </a:moveTo>
                <a:cubicBezTo>
                  <a:pt x="568" y="34"/>
                  <a:pt x="68" y="267"/>
                  <a:pt x="34" y="534"/>
                </a:cubicBezTo>
                <a:cubicBezTo>
                  <a:pt x="1" y="835"/>
                  <a:pt x="401" y="1135"/>
                  <a:pt x="901" y="1135"/>
                </a:cubicBezTo>
                <a:cubicBezTo>
                  <a:pt x="1435" y="1135"/>
                  <a:pt x="1902" y="901"/>
                  <a:pt x="1936" y="568"/>
                </a:cubicBezTo>
                <a:cubicBezTo>
                  <a:pt x="1969" y="301"/>
                  <a:pt x="1569" y="1"/>
                  <a:pt x="1068" y="1"/>
                </a:cubicBezTo>
                <a:close/>
              </a:path>
            </a:pathLst>
          </a:custGeom>
          <a:solidFill>
            <a:schemeClr val="lt2"/>
          </a:solidFill>
          <a:ln w="9525" cmpd="sng">
            <a:solidFill>
              <a:schemeClr val="lt2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1" name="Google Shape;1391;p15">
            <a:extLst>
              <a:ext uri="{FF2B5EF4-FFF2-40B4-BE49-F238E27FC236}">
                <a16:creationId xmlns:a16="http://schemas.microsoft.com/office/drawing/2014/main" id="{C3118314-B5BC-4F1E-A73A-A0C0EECD2051}"/>
              </a:ext>
            </a:extLst>
          </p:cNvPr>
          <p:cNvSpPr>
            <a:spLocks noGrp="1"/>
          </p:cNvSpPr>
          <p:nvPr/>
        </p:nvSpPr>
        <p:spPr>
          <a:xfrm>
            <a:off x="548621" y="3745385"/>
            <a:ext cx="427007" cy="255054"/>
          </a:xfrm>
          <a:custGeom>
            <a:avLst/>
            <a:gdLst/>
            <a:ahLst/>
            <a:cxnLst/>
            <a:rect l="l" t="t" r="r" b="b"/>
            <a:pathLst>
              <a:path w="17080" h="10202">
                <a:moveTo>
                  <a:pt x="14869" y="1"/>
                </a:moveTo>
                <a:cubicBezTo>
                  <a:pt x="10466" y="1"/>
                  <a:pt x="6766" y="1789"/>
                  <a:pt x="5505" y="2592"/>
                </a:cubicBezTo>
                <a:cubicBezTo>
                  <a:pt x="5471" y="2592"/>
                  <a:pt x="5471" y="2625"/>
                  <a:pt x="5438" y="2625"/>
                </a:cubicBezTo>
                <a:lnTo>
                  <a:pt x="5405" y="2692"/>
                </a:lnTo>
                <a:cubicBezTo>
                  <a:pt x="5238" y="2758"/>
                  <a:pt x="5104" y="2892"/>
                  <a:pt x="4971" y="2959"/>
                </a:cubicBezTo>
                <a:cubicBezTo>
                  <a:pt x="4837" y="3059"/>
                  <a:pt x="4671" y="3192"/>
                  <a:pt x="4571" y="3259"/>
                </a:cubicBezTo>
                <a:cubicBezTo>
                  <a:pt x="4270" y="3526"/>
                  <a:pt x="4004" y="3726"/>
                  <a:pt x="3737" y="3959"/>
                </a:cubicBezTo>
                <a:cubicBezTo>
                  <a:pt x="3403" y="4260"/>
                  <a:pt x="3003" y="4593"/>
                  <a:pt x="2669" y="4960"/>
                </a:cubicBezTo>
                <a:cubicBezTo>
                  <a:pt x="1635" y="6061"/>
                  <a:pt x="735" y="7295"/>
                  <a:pt x="1" y="8629"/>
                </a:cubicBezTo>
                <a:lnTo>
                  <a:pt x="401" y="8896"/>
                </a:lnTo>
                <a:cubicBezTo>
                  <a:pt x="634" y="9063"/>
                  <a:pt x="935" y="9230"/>
                  <a:pt x="1235" y="9397"/>
                </a:cubicBezTo>
                <a:cubicBezTo>
                  <a:pt x="1302" y="9430"/>
                  <a:pt x="1435" y="9463"/>
                  <a:pt x="1502" y="9530"/>
                </a:cubicBezTo>
                <a:lnTo>
                  <a:pt x="1568" y="9530"/>
                </a:lnTo>
                <a:cubicBezTo>
                  <a:pt x="1635" y="9563"/>
                  <a:pt x="1769" y="9597"/>
                  <a:pt x="1835" y="9630"/>
                </a:cubicBezTo>
                <a:cubicBezTo>
                  <a:pt x="1935" y="9697"/>
                  <a:pt x="2069" y="9730"/>
                  <a:pt x="2136" y="9763"/>
                </a:cubicBezTo>
                <a:cubicBezTo>
                  <a:pt x="2236" y="9830"/>
                  <a:pt x="2336" y="9864"/>
                  <a:pt x="2436" y="9897"/>
                </a:cubicBezTo>
                <a:cubicBezTo>
                  <a:pt x="2636" y="9930"/>
                  <a:pt x="2903" y="10030"/>
                  <a:pt x="3103" y="10064"/>
                </a:cubicBezTo>
                <a:cubicBezTo>
                  <a:pt x="3170" y="10064"/>
                  <a:pt x="3270" y="10097"/>
                  <a:pt x="3336" y="10097"/>
                </a:cubicBezTo>
                <a:cubicBezTo>
                  <a:pt x="3692" y="10164"/>
                  <a:pt x="4056" y="10201"/>
                  <a:pt x="4416" y="10201"/>
                </a:cubicBezTo>
                <a:cubicBezTo>
                  <a:pt x="5306" y="10201"/>
                  <a:pt x="6174" y="9976"/>
                  <a:pt x="6839" y="9430"/>
                </a:cubicBezTo>
                <a:cubicBezTo>
                  <a:pt x="7273" y="9096"/>
                  <a:pt x="7639" y="8729"/>
                  <a:pt x="7973" y="8329"/>
                </a:cubicBezTo>
                <a:cubicBezTo>
                  <a:pt x="8006" y="8229"/>
                  <a:pt x="8073" y="8196"/>
                  <a:pt x="8106" y="8162"/>
                </a:cubicBezTo>
                <a:cubicBezTo>
                  <a:pt x="9107" y="6861"/>
                  <a:pt x="9841" y="5360"/>
                  <a:pt x="11009" y="4193"/>
                </a:cubicBezTo>
                <a:cubicBezTo>
                  <a:pt x="12776" y="2492"/>
                  <a:pt x="14945" y="1257"/>
                  <a:pt x="17080" y="157"/>
                </a:cubicBezTo>
                <a:cubicBezTo>
                  <a:pt x="16329" y="49"/>
                  <a:pt x="15590" y="1"/>
                  <a:pt x="14869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2" name="Google Shape;1392;p15">
            <a:extLst>
              <a:ext uri="{FF2B5EF4-FFF2-40B4-BE49-F238E27FC236}">
                <a16:creationId xmlns:a16="http://schemas.microsoft.com/office/drawing/2014/main" id="{BF7277E9-0452-4593-86FE-17B201B0628B}"/>
              </a:ext>
            </a:extLst>
          </p:cNvPr>
          <p:cNvSpPr>
            <a:spLocks noGrp="1"/>
          </p:cNvSpPr>
          <p:nvPr/>
        </p:nvSpPr>
        <p:spPr>
          <a:xfrm>
            <a:off x="486070" y="3532456"/>
            <a:ext cx="265229" cy="467983"/>
          </a:xfrm>
          <a:custGeom>
            <a:avLst/>
            <a:gdLst/>
            <a:ahLst/>
            <a:cxnLst/>
            <a:rect l="l" t="t" r="r" b="b"/>
            <a:pathLst>
              <a:path w="10609" h="18719">
                <a:moveTo>
                  <a:pt x="4171" y="1"/>
                </a:moveTo>
                <a:cubicBezTo>
                  <a:pt x="4137" y="234"/>
                  <a:pt x="4137" y="434"/>
                  <a:pt x="4137" y="601"/>
                </a:cubicBezTo>
                <a:lnTo>
                  <a:pt x="4137" y="768"/>
                </a:lnTo>
                <a:cubicBezTo>
                  <a:pt x="4104" y="1001"/>
                  <a:pt x="4104" y="1202"/>
                  <a:pt x="4037" y="1368"/>
                </a:cubicBezTo>
                <a:cubicBezTo>
                  <a:pt x="4037" y="1535"/>
                  <a:pt x="4037" y="1635"/>
                  <a:pt x="4004" y="1769"/>
                </a:cubicBezTo>
                <a:cubicBezTo>
                  <a:pt x="3870" y="2603"/>
                  <a:pt x="3704" y="3403"/>
                  <a:pt x="3470" y="4204"/>
                </a:cubicBezTo>
                <a:cubicBezTo>
                  <a:pt x="3270" y="4771"/>
                  <a:pt x="3036" y="5338"/>
                  <a:pt x="2836" y="5905"/>
                </a:cubicBezTo>
                <a:cubicBezTo>
                  <a:pt x="2736" y="6272"/>
                  <a:pt x="2569" y="6672"/>
                  <a:pt x="2403" y="7039"/>
                </a:cubicBezTo>
                <a:cubicBezTo>
                  <a:pt x="2136" y="7573"/>
                  <a:pt x="1902" y="8140"/>
                  <a:pt x="1635" y="8707"/>
                </a:cubicBezTo>
                <a:cubicBezTo>
                  <a:pt x="835" y="10508"/>
                  <a:pt x="1" y="12410"/>
                  <a:pt x="601" y="14411"/>
                </a:cubicBezTo>
                <a:lnTo>
                  <a:pt x="735" y="14778"/>
                </a:lnTo>
                <a:cubicBezTo>
                  <a:pt x="801" y="14911"/>
                  <a:pt x="835" y="14978"/>
                  <a:pt x="902" y="15112"/>
                </a:cubicBezTo>
                <a:cubicBezTo>
                  <a:pt x="968" y="15212"/>
                  <a:pt x="1002" y="15312"/>
                  <a:pt x="1068" y="15412"/>
                </a:cubicBezTo>
                <a:cubicBezTo>
                  <a:pt x="1068" y="15445"/>
                  <a:pt x="1102" y="15445"/>
                  <a:pt x="1102" y="15478"/>
                </a:cubicBezTo>
                <a:cubicBezTo>
                  <a:pt x="1135" y="15579"/>
                  <a:pt x="1168" y="15712"/>
                  <a:pt x="1268" y="15779"/>
                </a:cubicBezTo>
                <a:cubicBezTo>
                  <a:pt x="1302" y="15879"/>
                  <a:pt x="1402" y="15945"/>
                  <a:pt x="1435" y="16046"/>
                </a:cubicBezTo>
                <a:cubicBezTo>
                  <a:pt x="1502" y="16112"/>
                  <a:pt x="1569" y="16212"/>
                  <a:pt x="1635" y="16279"/>
                </a:cubicBezTo>
                <a:lnTo>
                  <a:pt x="1669" y="16346"/>
                </a:lnTo>
                <a:cubicBezTo>
                  <a:pt x="1802" y="16446"/>
                  <a:pt x="1936" y="16613"/>
                  <a:pt x="2102" y="16746"/>
                </a:cubicBezTo>
                <a:cubicBezTo>
                  <a:pt x="2236" y="16879"/>
                  <a:pt x="2403" y="16980"/>
                  <a:pt x="2569" y="17113"/>
                </a:cubicBezTo>
                <a:lnTo>
                  <a:pt x="2636" y="17213"/>
                </a:lnTo>
                <a:cubicBezTo>
                  <a:pt x="2736" y="17280"/>
                  <a:pt x="2803" y="17313"/>
                  <a:pt x="2903" y="17413"/>
                </a:cubicBezTo>
                <a:cubicBezTo>
                  <a:pt x="3136" y="17580"/>
                  <a:pt x="3437" y="17747"/>
                  <a:pt x="3737" y="17914"/>
                </a:cubicBezTo>
                <a:cubicBezTo>
                  <a:pt x="3804" y="17947"/>
                  <a:pt x="3937" y="17980"/>
                  <a:pt x="4004" y="18047"/>
                </a:cubicBezTo>
                <a:lnTo>
                  <a:pt x="4070" y="18047"/>
                </a:lnTo>
                <a:cubicBezTo>
                  <a:pt x="4137" y="18080"/>
                  <a:pt x="4271" y="18114"/>
                  <a:pt x="4337" y="18147"/>
                </a:cubicBezTo>
                <a:cubicBezTo>
                  <a:pt x="4437" y="18214"/>
                  <a:pt x="4571" y="18247"/>
                  <a:pt x="4638" y="18280"/>
                </a:cubicBezTo>
                <a:cubicBezTo>
                  <a:pt x="4738" y="18347"/>
                  <a:pt x="4838" y="18381"/>
                  <a:pt x="4938" y="18414"/>
                </a:cubicBezTo>
                <a:cubicBezTo>
                  <a:pt x="5138" y="18447"/>
                  <a:pt x="5405" y="18547"/>
                  <a:pt x="5605" y="18581"/>
                </a:cubicBezTo>
                <a:cubicBezTo>
                  <a:pt x="5672" y="18581"/>
                  <a:pt x="5772" y="18614"/>
                  <a:pt x="5838" y="18614"/>
                </a:cubicBezTo>
                <a:cubicBezTo>
                  <a:pt x="6194" y="18681"/>
                  <a:pt x="6558" y="18718"/>
                  <a:pt x="6918" y="18718"/>
                </a:cubicBezTo>
                <a:cubicBezTo>
                  <a:pt x="7808" y="18718"/>
                  <a:pt x="8676" y="18493"/>
                  <a:pt x="9341" y="17947"/>
                </a:cubicBezTo>
                <a:cubicBezTo>
                  <a:pt x="9775" y="17613"/>
                  <a:pt x="10141" y="17246"/>
                  <a:pt x="10475" y="16846"/>
                </a:cubicBezTo>
                <a:cubicBezTo>
                  <a:pt x="10508" y="16746"/>
                  <a:pt x="10575" y="16713"/>
                  <a:pt x="10608" y="16679"/>
                </a:cubicBezTo>
                <a:cubicBezTo>
                  <a:pt x="10575" y="15545"/>
                  <a:pt x="10075" y="14511"/>
                  <a:pt x="9541" y="13444"/>
                </a:cubicBezTo>
                <a:cubicBezTo>
                  <a:pt x="9107" y="12710"/>
                  <a:pt x="8540" y="11909"/>
                  <a:pt x="8173" y="11075"/>
                </a:cubicBezTo>
                <a:cubicBezTo>
                  <a:pt x="8140" y="11042"/>
                  <a:pt x="8140" y="11042"/>
                  <a:pt x="8140" y="11009"/>
                </a:cubicBezTo>
                <a:lnTo>
                  <a:pt x="8140" y="10942"/>
                </a:lnTo>
                <a:cubicBezTo>
                  <a:pt x="8107" y="10875"/>
                  <a:pt x="8040" y="10742"/>
                  <a:pt x="8007" y="10608"/>
                </a:cubicBezTo>
                <a:cubicBezTo>
                  <a:pt x="7973" y="10508"/>
                  <a:pt x="7940" y="10375"/>
                  <a:pt x="7873" y="10208"/>
                </a:cubicBezTo>
                <a:cubicBezTo>
                  <a:pt x="7873" y="10175"/>
                  <a:pt x="7840" y="10075"/>
                  <a:pt x="7840" y="10008"/>
                </a:cubicBezTo>
                <a:cubicBezTo>
                  <a:pt x="7806" y="9708"/>
                  <a:pt x="7773" y="9441"/>
                  <a:pt x="7773" y="9174"/>
                </a:cubicBezTo>
                <a:cubicBezTo>
                  <a:pt x="7706" y="8640"/>
                  <a:pt x="7706" y="8140"/>
                  <a:pt x="7706" y="7673"/>
                </a:cubicBezTo>
                <a:cubicBezTo>
                  <a:pt x="7673" y="6706"/>
                  <a:pt x="7640" y="5705"/>
                  <a:pt x="7306" y="4771"/>
                </a:cubicBezTo>
                <a:cubicBezTo>
                  <a:pt x="7206" y="4537"/>
                  <a:pt x="7106" y="4237"/>
                  <a:pt x="6939" y="4004"/>
                </a:cubicBezTo>
                <a:cubicBezTo>
                  <a:pt x="6506" y="3336"/>
                  <a:pt x="5938" y="2769"/>
                  <a:pt x="5438" y="2202"/>
                </a:cubicBezTo>
                <a:cubicBezTo>
                  <a:pt x="4838" y="1535"/>
                  <a:pt x="4304" y="768"/>
                  <a:pt x="4171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3" name="Google Shape;1393;p15">
            <a:extLst>
              <a:ext uri="{FF2B5EF4-FFF2-40B4-BE49-F238E27FC236}">
                <a16:creationId xmlns:a16="http://schemas.microsoft.com/office/drawing/2014/main" id="{44D3C8E6-616B-4FEA-8EBD-0059A82E4E7D}"/>
              </a:ext>
            </a:extLst>
          </p:cNvPr>
          <p:cNvSpPr>
            <a:spLocks noGrp="1"/>
          </p:cNvSpPr>
          <p:nvPr/>
        </p:nvSpPr>
        <p:spPr>
          <a:xfrm>
            <a:off x="-6789" y="4098091"/>
            <a:ext cx="483708" cy="475558"/>
          </a:xfrm>
          <a:custGeom>
            <a:avLst/>
            <a:gdLst/>
            <a:ahLst/>
            <a:cxnLst/>
            <a:rect l="l" t="t" r="r" b="b"/>
            <a:pathLst>
              <a:path w="19348" h="19022">
                <a:moveTo>
                  <a:pt x="11996" y="0"/>
                </a:moveTo>
                <a:cubicBezTo>
                  <a:pt x="11837" y="0"/>
                  <a:pt x="11684" y="45"/>
                  <a:pt x="11542" y="125"/>
                </a:cubicBezTo>
                <a:cubicBezTo>
                  <a:pt x="11342" y="259"/>
                  <a:pt x="11175" y="426"/>
                  <a:pt x="11009" y="626"/>
                </a:cubicBezTo>
                <a:cubicBezTo>
                  <a:pt x="10442" y="1426"/>
                  <a:pt x="10141" y="2394"/>
                  <a:pt x="10108" y="3394"/>
                </a:cubicBezTo>
                <a:lnTo>
                  <a:pt x="10108" y="3728"/>
                </a:lnTo>
                <a:cubicBezTo>
                  <a:pt x="9674" y="3428"/>
                  <a:pt x="9274" y="3161"/>
                  <a:pt x="8807" y="2994"/>
                </a:cubicBezTo>
                <a:cubicBezTo>
                  <a:pt x="8507" y="2927"/>
                  <a:pt x="8273" y="2827"/>
                  <a:pt x="7973" y="2827"/>
                </a:cubicBezTo>
                <a:cubicBezTo>
                  <a:pt x="7540" y="2827"/>
                  <a:pt x="7173" y="2927"/>
                  <a:pt x="6872" y="3161"/>
                </a:cubicBezTo>
                <a:cubicBezTo>
                  <a:pt x="6439" y="3595"/>
                  <a:pt x="6305" y="4328"/>
                  <a:pt x="6472" y="5062"/>
                </a:cubicBezTo>
                <a:cubicBezTo>
                  <a:pt x="6505" y="5396"/>
                  <a:pt x="6639" y="5729"/>
                  <a:pt x="6806" y="6063"/>
                </a:cubicBezTo>
                <a:cubicBezTo>
                  <a:pt x="6972" y="6397"/>
                  <a:pt x="7173" y="6730"/>
                  <a:pt x="7373" y="7064"/>
                </a:cubicBezTo>
                <a:cubicBezTo>
                  <a:pt x="6672" y="6730"/>
                  <a:pt x="5938" y="6397"/>
                  <a:pt x="5171" y="6296"/>
                </a:cubicBezTo>
                <a:cubicBezTo>
                  <a:pt x="5021" y="6280"/>
                  <a:pt x="4879" y="6271"/>
                  <a:pt x="4742" y="6271"/>
                </a:cubicBezTo>
                <a:cubicBezTo>
                  <a:pt x="4604" y="6271"/>
                  <a:pt x="4471" y="6280"/>
                  <a:pt x="4337" y="6296"/>
                </a:cubicBezTo>
                <a:cubicBezTo>
                  <a:pt x="3870" y="6330"/>
                  <a:pt x="3470" y="6497"/>
                  <a:pt x="3203" y="6797"/>
                </a:cubicBezTo>
                <a:cubicBezTo>
                  <a:pt x="3036" y="6964"/>
                  <a:pt x="2970" y="7164"/>
                  <a:pt x="2936" y="7431"/>
                </a:cubicBezTo>
                <a:cubicBezTo>
                  <a:pt x="2870" y="7764"/>
                  <a:pt x="2970" y="8164"/>
                  <a:pt x="3136" y="8565"/>
                </a:cubicBezTo>
                <a:cubicBezTo>
                  <a:pt x="3203" y="8765"/>
                  <a:pt x="3337" y="8932"/>
                  <a:pt x="3470" y="9098"/>
                </a:cubicBezTo>
                <a:lnTo>
                  <a:pt x="3970" y="9732"/>
                </a:lnTo>
                <a:cubicBezTo>
                  <a:pt x="2803" y="9732"/>
                  <a:pt x="1635" y="10066"/>
                  <a:pt x="701" y="10733"/>
                </a:cubicBezTo>
                <a:cubicBezTo>
                  <a:pt x="501" y="10833"/>
                  <a:pt x="301" y="11000"/>
                  <a:pt x="168" y="11233"/>
                </a:cubicBezTo>
                <a:cubicBezTo>
                  <a:pt x="34" y="11433"/>
                  <a:pt x="1" y="11734"/>
                  <a:pt x="134" y="11934"/>
                </a:cubicBezTo>
                <a:cubicBezTo>
                  <a:pt x="301" y="12267"/>
                  <a:pt x="701" y="12401"/>
                  <a:pt x="1102" y="12501"/>
                </a:cubicBezTo>
                <a:lnTo>
                  <a:pt x="1135" y="12501"/>
                </a:lnTo>
                <a:cubicBezTo>
                  <a:pt x="1368" y="12568"/>
                  <a:pt x="1669" y="12634"/>
                  <a:pt x="1936" y="12734"/>
                </a:cubicBezTo>
                <a:cubicBezTo>
                  <a:pt x="3804" y="13268"/>
                  <a:pt x="5672" y="13835"/>
                  <a:pt x="7339" y="14903"/>
                </a:cubicBezTo>
                <a:cubicBezTo>
                  <a:pt x="8640" y="15670"/>
                  <a:pt x="9608" y="16904"/>
                  <a:pt x="10775" y="17805"/>
                </a:cubicBezTo>
                <a:lnTo>
                  <a:pt x="10875" y="17938"/>
                </a:lnTo>
                <a:cubicBezTo>
                  <a:pt x="11276" y="18238"/>
                  <a:pt x="11676" y="18505"/>
                  <a:pt x="12143" y="18739"/>
                </a:cubicBezTo>
                <a:cubicBezTo>
                  <a:pt x="12579" y="18934"/>
                  <a:pt x="13042" y="19021"/>
                  <a:pt x="13517" y="19021"/>
                </a:cubicBezTo>
                <a:cubicBezTo>
                  <a:pt x="14096" y="19021"/>
                  <a:pt x="14692" y="18892"/>
                  <a:pt x="15278" y="18672"/>
                </a:cubicBezTo>
                <a:cubicBezTo>
                  <a:pt x="15378" y="18639"/>
                  <a:pt x="15512" y="18605"/>
                  <a:pt x="15612" y="18572"/>
                </a:cubicBezTo>
                <a:cubicBezTo>
                  <a:pt x="15812" y="18472"/>
                  <a:pt x="15979" y="18405"/>
                  <a:pt x="16179" y="18272"/>
                </a:cubicBezTo>
                <a:cubicBezTo>
                  <a:pt x="16513" y="18072"/>
                  <a:pt x="16880" y="17805"/>
                  <a:pt x="17213" y="17504"/>
                </a:cubicBezTo>
                <a:cubicBezTo>
                  <a:pt x="17313" y="17471"/>
                  <a:pt x="17347" y="17438"/>
                  <a:pt x="17380" y="17404"/>
                </a:cubicBezTo>
                <a:lnTo>
                  <a:pt x="17613" y="17171"/>
                </a:lnTo>
                <a:cubicBezTo>
                  <a:pt x="17780" y="17004"/>
                  <a:pt x="17880" y="16904"/>
                  <a:pt x="18014" y="16737"/>
                </a:cubicBezTo>
                <a:lnTo>
                  <a:pt x="18114" y="16637"/>
                </a:lnTo>
                <a:cubicBezTo>
                  <a:pt x="18147" y="16570"/>
                  <a:pt x="18214" y="16470"/>
                  <a:pt x="18281" y="16404"/>
                </a:cubicBezTo>
                <a:cubicBezTo>
                  <a:pt x="18381" y="16170"/>
                  <a:pt x="18547" y="15970"/>
                  <a:pt x="18681" y="15737"/>
                </a:cubicBezTo>
                <a:lnTo>
                  <a:pt x="18681" y="15670"/>
                </a:lnTo>
                <a:cubicBezTo>
                  <a:pt x="18714" y="15570"/>
                  <a:pt x="18781" y="15470"/>
                  <a:pt x="18814" y="15403"/>
                </a:cubicBezTo>
                <a:lnTo>
                  <a:pt x="18948" y="15136"/>
                </a:lnTo>
                <a:cubicBezTo>
                  <a:pt x="18981" y="14936"/>
                  <a:pt x="19048" y="14769"/>
                  <a:pt x="19114" y="14569"/>
                </a:cubicBezTo>
                <a:cubicBezTo>
                  <a:pt x="19114" y="14469"/>
                  <a:pt x="19148" y="14436"/>
                  <a:pt x="19148" y="14336"/>
                </a:cubicBezTo>
                <a:cubicBezTo>
                  <a:pt x="19148" y="14269"/>
                  <a:pt x="19181" y="14169"/>
                  <a:pt x="19181" y="14069"/>
                </a:cubicBezTo>
                <a:cubicBezTo>
                  <a:pt x="19215" y="13969"/>
                  <a:pt x="19215" y="13835"/>
                  <a:pt x="19215" y="13768"/>
                </a:cubicBezTo>
                <a:cubicBezTo>
                  <a:pt x="19348" y="11834"/>
                  <a:pt x="18214" y="10299"/>
                  <a:pt x="17280" y="8898"/>
                </a:cubicBezTo>
                <a:cubicBezTo>
                  <a:pt x="16379" y="7664"/>
                  <a:pt x="15479" y="6497"/>
                  <a:pt x="14711" y="5229"/>
                </a:cubicBezTo>
                <a:cubicBezTo>
                  <a:pt x="14511" y="4895"/>
                  <a:pt x="14344" y="4562"/>
                  <a:pt x="14178" y="4162"/>
                </a:cubicBezTo>
                <a:cubicBezTo>
                  <a:pt x="14011" y="3828"/>
                  <a:pt x="13844" y="3461"/>
                  <a:pt x="13711" y="3094"/>
                </a:cubicBezTo>
                <a:lnTo>
                  <a:pt x="13477" y="2327"/>
                </a:lnTo>
                <a:cubicBezTo>
                  <a:pt x="13444" y="2160"/>
                  <a:pt x="13344" y="1927"/>
                  <a:pt x="13310" y="1660"/>
                </a:cubicBezTo>
                <a:cubicBezTo>
                  <a:pt x="13144" y="993"/>
                  <a:pt x="12877" y="259"/>
                  <a:pt x="12310" y="59"/>
                </a:cubicBezTo>
                <a:cubicBezTo>
                  <a:pt x="12204" y="19"/>
                  <a:pt x="12099" y="0"/>
                  <a:pt x="11996" y="0"/>
                </a:cubicBezTo>
                <a:close/>
              </a:path>
            </a:pathLst>
          </a:custGeom>
          <a:solidFill>
            <a:srgbClr val="F2B6B6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4" name="Google Shape;1394;p15">
            <a:extLst>
              <a:ext uri="{FF2B5EF4-FFF2-40B4-BE49-F238E27FC236}">
                <a16:creationId xmlns:a16="http://schemas.microsoft.com/office/drawing/2014/main" id="{7259BC2F-10DB-463B-BEBF-B12D8344A1C9}"/>
              </a:ext>
            </a:extLst>
          </p:cNvPr>
          <p:cNvSpPr>
            <a:spLocks noGrp="1"/>
          </p:cNvSpPr>
          <p:nvPr/>
        </p:nvSpPr>
        <p:spPr>
          <a:xfrm>
            <a:off x="-72665" y="4203793"/>
            <a:ext cx="443682" cy="265204"/>
          </a:xfrm>
          <a:custGeom>
            <a:avLst/>
            <a:gdLst/>
            <a:ahLst/>
            <a:cxnLst/>
            <a:rect l="l" t="t" r="r" b="b"/>
            <a:pathLst>
              <a:path w="17747" h="10608">
                <a:moveTo>
                  <a:pt x="17747" y="10608"/>
                </a:moveTo>
                <a:cubicBezTo>
                  <a:pt x="13844" y="5337"/>
                  <a:pt x="6172" y="534"/>
                  <a:pt x="1" y="0"/>
                </a:cubicBezTo>
              </a:path>
            </a:pathLst>
          </a:custGeom>
          <a:noFill/>
          <a:ln w="5000" cmpd="sng">
            <a:solidFill>
              <a:schemeClr val="lt2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5" name="Google Shape;1395;p15">
            <a:extLst>
              <a:ext uri="{FF2B5EF4-FFF2-40B4-BE49-F238E27FC236}">
                <a16:creationId xmlns:a16="http://schemas.microsoft.com/office/drawing/2014/main" id="{2C21CBCF-E405-4DA2-894E-6C0AE336DCCB}"/>
              </a:ext>
            </a:extLst>
          </p:cNvPr>
          <p:cNvSpPr>
            <a:spLocks noGrp="1"/>
          </p:cNvSpPr>
          <p:nvPr/>
        </p:nvSpPr>
        <p:spPr>
          <a:xfrm>
            <a:off x="9887" y="4154592"/>
            <a:ext cx="371981" cy="310255"/>
          </a:xfrm>
          <a:custGeom>
            <a:avLst/>
            <a:gdLst/>
            <a:ahLst/>
            <a:cxnLst/>
            <a:rect l="l" t="t" r="r" b="b"/>
            <a:pathLst>
              <a:path w="14879" h="12410">
                <a:moveTo>
                  <a:pt x="14878" y="12409"/>
                </a:moveTo>
                <a:cubicBezTo>
                  <a:pt x="8640" y="5071"/>
                  <a:pt x="3637" y="1735"/>
                  <a:pt x="1" y="0"/>
                </a:cubicBezTo>
              </a:path>
            </a:pathLst>
          </a:custGeom>
          <a:noFill/>
          <a:ln w="5000" cmpd="sng">
            <a:solidFill>
              <a:schemeClr val="lt2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6" name="Google Shape;1396;p15">
            <a:extLst>
              <a:ext uri="{FF2B5EF4-FFF2-40B4-BE49-F238E27FC236}">
                <a16:creationId xmlns:a16="http://schemas.microsoft.com/office/drawing/2014/main" id="{D930630C-1277-4EFC-B0BF-9434FDD2726D}"/>
              </a:ext>
            </a:extLst>
          </p:cNvPr>
          <p:cNvSpPr>
            <a:spLocks noGrp="1"/>
          </p:cNvSpPr>
          <p:nvPr/>
        </p:nvSpPr>
        <p:spPr>
          <a:xfrm>
            <a:off x="-11789" y="4131967"/>
            <a:ext cx="32550" cy="41925"/>
          </a:xfrm>
          <a:custGeom>
            <a:avLst/>
            <a:gdLst/>
            <a:ahLst/>
            <a:cxnLst/>
            <a:rect l="l" t="t" r="r" b="b"/>
            <a:pathLst>
              <a:path w="1302" h="1677">
                <a:moveTo>
                  <a:pt x="809" y="1"/>
                </a:moveTo>
                <a:cubicBezTo>
                  <a:pt x="570" y="1"/>
                  <a:pt x="303" y="226"/>
                  <a:pt x="167" y="605"/>
                </a:cubicBezTo>
                <a:cubicBezTo>
                  <a:pt x="1" y="1039"/>
                  <a:pt x="34" y="1539"/>
                  <a:pt x="268" y="1639"/>
                </a:cubicBezTo>
                <a:cubicBezTo>
                  <a:pt x="318" y="1664"/>
                  <a:pt x="372" y="1676"/>
                  <a:pt x="427" y="1676"/>
                </a:cubicBezTo>
                <a:cubicBezTo>
                  <a:pt x="665" y="1676"/>
                  <a:pt x="933" y="1451"/>
                  <a:pt x="1068" y="1072"/>
                </a:cubicBezTo>
                <a:cubicBezTo>
                  <a:pt x="1302" y="605"/>
                  <a:pt x="1202" y="138"/>
                  <a:pt x="968" y="38"/>
                </a:cubicBezTo>
                <a:cubicBezTo>
                  <a:pt x="918" y="13"/>
                  <a:pt x="864" y="1"/>
                  <a:pt x="809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7" name="Google Shape;1397;p15">
            <a:extLst>
              <a:ext uri="{FF2B5EF4-FFF2-40B4-BE49-F238E27FC236}">
                <a16:creationId xmlns:a16="http://schemas.microsoft.com/office/drawing/2014/main" id="{63E2DCCF-91CA-425F-A9AB-72538BF042F8}"/>
              </a:ext>
            </a:extLst>
          </p:cNvPr>
          <p:cNvSpPr>
            <a:spLocks noGrp="1"/>
          </p:cNvSpPr>
          <p:nvPr/>
        </p:nvSpPr>
        <p:spPr>
          <a:xfrm>
            <a:off x="-59315" y="4304695"/>
            <a:ext cx="430332" cy="164302"/>
          </a:xfrm>
          <a:custGeom>
            <a:avLst/>
            <a:gdLst/>
            <a:ahLst/>
            <a:cxnLst/>
            <a:rect l="l" t="t" r="r" b="b"/>
            <a:pathLst>
              <a:path w="17213" h="6572">
                <a:moveTo>
                  <a:pt x="17213" y="6572"/>
                </a:moveTo>
                <a:cubicBezTo>
                  <a:pt x="12443" y="2035"/>
                  <a:pt x="6071" y="1"/>
                  <a:pt x="0" y="668"/>
                </a:cubicBezTo>
              </a:path>
            </a:pathLst>
          </a:custGeom>
          <a:noFill/>
          <a:ln w="5000" cmpd="sng">
            <a:solidFill>
              <a:schemeClr val="lt2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8" name="Google Shape;1398;p15">
            <a:extLst>
              <a:ext uri="{FF2B5EF4-FFF2-40B4-BE49-F238E27FC236}">
                <a16:creationId xmlns:a16="http://schemas.microsoft.com/office/drawing/2014/main" id="{A1283D76-3EB7-429C-B6CE-6889BFD07237}"/>
              </a:ext>
            </a:extLst>
          </p:cNvPr>
          <p:cNvSpPr>
            <a:spLocks noGrp="1"/>
          </p:cNvSpPr>
          <p:nvPr/>
        </p:nvSpPr>
        <p:spPr>
          <a:xfrm>
            <a:off x="216715" y="4036990"/>
            <a:ext cx="196003" cy="383656"/>
          </a:xfrm>
          <a:custGeom>
            <a:avLst/>
            <a:gdLst/>
            <a:ahLst/>
            <a:cxnLst/>
            <a:rect l="l" t="t" r="r" b="b"/>
            <a:pathLst>
              <a:path w="7840" h="15346">
                <a:moveTo>
                  <a:pt x="7839" y="15345"/>
                </a:moveTo>
                <a:cubicBezTo>
                  <a:pt x="2702" y="11176"/>
                  <a:pt x="201" y="6105"/>
                  <a:pt x="1" y="1"/>
                </a:cubicBezTo>
              </a:path>
            </a:pathLst>
          </a:custGeom>
          <a:noFill/>
          <a:ln w="5000" cmpd="sng">
            <a:solidFill>
              <a:schemeClr val="lt2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9" name="Google Shape;1399;p15">
            <a:extLst>
              <a:ext uri="{FF2B5EF4-FFF2-40B4-BE49-F238E27FC236}">
                <a16:creationId xmlns:a16="http://schemas.microsoft.com/office/drawing/2014/main" id="{D0BF05E7-BFA8-4442-889C-12B1A3BA4723}"/>
              </a:ext>
            </a:extLst>
          </p:cNvPr>
          <p:cNvSpPr>
            <a:spLocks noGrp="1"/>
          </p:cNvSpPr>
          <p:nvPr/>
        </p:nvSpPr>
        <p:spPr>
          <a:xfrm>
            <a:off x="192590" y="4016890"/>
            <a:ext cx="49050" cy="24400"/>
          </a:xfrm>
          <a:custGeom>
            <a:avLst/>
            <a:gdLst/>
            <a:ahLst/>
            <a:cxnLst/>
            <a:rect l="l" t="t" r="r" b="b"/>
            <a:pathLst>
              <a:path w="1962" h="976">
                <a:moveTo>
                  <a:pt x="791" y="1"/>
                </a:moveTo>
                <a:cubicBezTo>
                  <a:pt x="342" y="1"/>
                  <a:pt x="1" y="193"/>
                  <a:pt x="32" y="471"/>
                </a:cubicBezTo>
                <a:cubicBezTo>
                  <a:pt x="65" y="705"/>
                  <a:pt x="532" y="972"/>
                  <a:pt x="1032" y="972"/>
                </a:cubicBezTo>
                <a:cubicBezTo>
                  <a:pt x="1069" y="974"/>
                  <a:pt x="1105" y="975"/>
                  <a:pt x="1140" y="975"/>
                </a:cubicBezTo>
                <a:cubicBezTo>
                  <a:pt x="1593" y="975"/>
                  <a:pt x="1961" y="783"/>
                  <a:pt x="1900" y="505"/>
                </a:cubicBezTo>
                <a:cubicBezTo>
                  <a:pt x="1866" y="238"/>
                  <a:pt x="1466" y="4"/>
                  <a:pt x="899" y="4"/>
                </a:cubicBezTo>
                <a:cubicBezTo>
                  <a:pt x="862" y="2"/>
                  <a:pt x="826" y="1"/>
                  <a:pt x="791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0" name="Google Shape;1400;p15">
            <a:extLst>
              <a:ext uri="{FF2B5EF4-FFF2-40B4-BE49-F238E27FC236}">
                <a16:creationId xmlns:a16="http://schemas.microsoft.com/office/drawing/2014/main" id="{8A5214AF-6D87-4248-8854-26E90CCDAFB0}"/>
              </a:ext>
            </a:extLst>
          </p:cNvPr>
          <p:cNvSpPr>
            <a:spLocks noGrp="1"/>
          </p:cNvSpPr>
          <p:nvPr/>
        </p:nvSpPr>
        <p:spPr>
          <a:xfrm>
            <a:off x="27412" y="4272169"/>
            <a:ext cx="343605" cy="196828"/>
          </a:xfrm>
          <a:custGeom>
            <a:avLst/>
            <a:gdLst/>
            <a:ahLst/>
            <a:cxnLst/>
            <a:rect l="l" t="t" r="r" b="b"/>
            <a:pathLst>
              <a:path w="13744" h="7873">
                <a:moveTo>
                  <a:pt x="13744" y="7873"/>
                </a:moveTo>
                <a:cubicBezTo>
                  <a:pt x="9007" y="3036"/>
                  <a:pt x="4971" y="1268"/>
                  <a:pt x="0" y="1"/>
                </a:cubicBezTo>
              </a:path>
            </a:pathLst>
          </a:custGeom>
          <a:noFill/>
          <a:ln w="5000" cmpd="sng">
            <a:solidFill>
              <a:schemeClr val="lt2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1" name="Google Shape;1401;p15">
            <a:extLst>
              <a:ext uri="{FF2B5EF4-FFF2-40B4-BE49-F238E27FC236}">
                <a16:creationId xmlns:a16="http://schemas.microsoft.com/office/drawing/2014/main" id="{9093771D-C1FD-45D0-89BC-C99B05661C43}"/>
              </a:ext>
            </a:extLst>
          </p:cNvPr>
          <p:cNvSpPr>
            <a:spLocks noGrp="1"/>
          </p:cNvSpPr>
          <p:nvPr/>
        </p:nvSpPr>
        <p:spPr>
          <a:xfrm>
            <a:off x="8237" y="4251269"/>
            <a:ext cx="25875" cy="45175"/>
          </a:xfrm>
          <a:custGeom>
            <a:avLst/>
            <a:gdLst/>
            <a:ahLst/>
            <a:cxnLst/>
            <a:rect l="l" t="t" r="r" b="b"/>
            <a:pathLst>
              <a:path w="1035" h="1807">
                <a:moveTo>
                  <a:pt x="526" y="0"/>
                </a:moveTo>
                <a:cubicBezTo>
                  <a:pt x="246" y="0"/>
                  <a:pt x="32" y="326"/>
                  <a:pt x="0" y="803"/>
                </a:cubicBezTo>
                <a:cubicBezTo>
                  <a:pt x="0" y="1304"/>
                  <a:pt x="167" y="1771"/>
                  <a:pt x="401" y="1804"/>
                </a:cubicBezTo>
                <a:cubicBezTo>
                  <a:pt x="414" y="1805"/>
                  <a:pt x="428" y="1806"/>
                  <a:pt x="442" y="1806"/>
                </a:cubicBezTo>
                <a:cubicBezTo>
                  <a:pt x="722" y="1806"/>
                  <a:pt x="937" y="1481"/>
                  <a:pt x="1001" y="1003"/>
                </a:cubicBezTo>
                <a:cubicBezTo>
                  <a:pt x="1034" y="503"/>
                  <a:pt x="868" y="36"/>
                  <a:pt x="567" y="3"/>
                </a:cubicBezTo>
                <a:cubicBezTo>
                  <a:pt x="553" y="1"/>
                  <a:pt x="540" y="0"/>
                  <a:pt x="52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2" name="Google Shape;1402;p15">
            <a:extLst>
              <a:ext uri="{FF2B5EF4-FFF2-40B4-BE49-F238E27FC236}">
                <a16:creationId xmlns:a16="http://schemas.microsoft.com/office/drawing/2014/main" id="{189FE2BE-5219-40CC-B93D-7B5FC9A55BAD}"/>
              </a:ext>
            </a:extLst>
          </p:cNvPr>
          <p:cNvSpPr>
            <a:spLocks noGrp="1"/>
          </p:cNvSpPr>
          <p:nvPr/>
        </p:nvSpPr>
        <p:spPr>
          <a:xfrm>
            <a:off x="166689" y="4102041"/>
            <a:ext cx="246029" cy="318605"/>
          </a:xfrm>
          <a:custGeom>
            <a:avLst/>
            <a:gdLst/>
            <a:ahLst/>
            <a:cxnLst/>
            <a:rect l="l" t="t" r="r" b="b"/>
            <a:pathLst>
              <a:path w="9841" h="12744">
                <a:moveTo>
                  <a:pt x="9840" y="12743"/>
                </a:moveTo>
                <a:cubicBezTo>
                  <a:pt x="3903" y="9941"/>
                  <a:pt x="1901" y="6072"/>
                  <a:pt x="0" y="1"/>
                </a:cubicBezTo>
              </a:path>
            </a:pathLst>
          </a:custGeom>
          <a:noFill/>
          <a:ln w="5000" cmpd="sng">
            <a:solidFill>
              <a:schemeClr val="lt2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3" name="Google Shape;1403;p15">
            <a:extLst>
              <a:ext uri="{FF2B5EF4-FFF2-40B4-BE49-F238E27FC236}">
                <a16:creationId xmlns:a16="http://schemas.microsoft.com/office/drawing/2014/main" id="{CF372CC8-B721-4AD4-B9A8-F1DC5E8E96F7}"/>
              </a:ext>
            </a:extLst>
          </p:cNvPr>
          <p:cNvSpPr>
            <a:spLocks noGrp="1"/>
          </p:cNvSpPr>
          <p:nvPr/>
        </p:nvSpPr>
        <p:spPr>
          <a:xfrm>
            <a:off x="142489" y="4082241"/>
            <a:ext cx="46725" cy="26625"/>
          </a:xfrm>
          <a:custGeom>
            <a:avLst/>
            <a:gdLst/>
            <a:ahLst/>
            <a:cxnLst/>
            <a:rect l="l" t="t" r="r" b="b"/>
            <a:pathLst>
              <a:path w="1869" h="1065">
                <a:moveTo>
                  <a:pt x="1165" y="0"/>
                </a:moveTo>
                <a:cubicBezTo>
                  <a:pt x="1030" y="0"/>
                  <a:pt x="884" y="19"/>
                  <a:pt x="735" y="59"/>
                </a:cubicBezTo>
                <a:cubicBezTo>
                  <a:pt x="301" y="192"/>
                  <a:pt x="1" y="493"/>
                  <a:pt x="67" y="759"/>
                </a:cubicBezTo>
                <a:cubicBezTo>
                  <a:pt x="142" y="958"/>
                  <a:pt x="438" y="1064"/>
                  <a:pt x="778" y="1064"/>
                </a:cubicBezTo>
                <a:cubicBezTo>
                  <a:pt x="894" y="1064"/>
                  <a:pt x="1016" y="1052"/>
                  <a:pt x="1135" y="1026"/>
                </a:cubicBezTo>
                <a:cubicBezTo>
                  <a:pt x="1569" y="893"/>
                  <a:pt x="1869" y="559"/>
                  <a:pt x="1802" y="292"/>
                </a:cubicBezTo>
                <a:cubicBezTo>
                  <a:pt x="1732" y="105"/>
                  <a:pt x="1481" y="0"/>
                  <a:pt x="1165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4" name="Google Shape;1404;p15">
            <a:extLst>
              <a:ext uri="{FF2B5EF4-FFF2-40B4-BE49-F238E27FC236}">
                <a16:creationId xmlns:a16="http://schemas.microsoft.com/office/drawing/2014/main" id="{09EA8994-6391-4650-B7AB-FA228FC394A4}"/>
              </a:ext>
            </a:extLst>
          </p:cNvPr>
          <p:cNvSpPr>
            <a:spLocks noGrp="1"/>
          </p:cNvSpPr>
          <p:nvPr/>
        </p:nvSpPr>
        <p:spPr>
          <a:xfrm>
            <a:off x="20737" y="4386121"/>
            <a:ext cx="423682" cy="187528"/>
          </a:xfrm>
          <a:custGeom>
            <a:avLst/>
            <a:gdLst/>
            <a:ahLst/>
            <a:cxnLst/>
            <a:rect l="l" t="t" r="r" b="b"/>
            <a:pathLst>
              <a:path w="16947" h="7501">
                <a:moveTo>
                  <a:pt x="5533" y="1"/>
                </a:moveTo>
                <a:cubicBezTo>
                  <a:pt x="3824" y="1"/>
                  <a:pt x="1898" y="246"/>
                  <a:pt x="1" y="980"/>
                </a:cubicBezTo>
                <a:cubicBezTo>
                  <a:pt x="234" y="1047"/>
                  <a:pt x="534" y="1113"/>
                  <a:pt x="768" y="1213"/>
                </a:cubicBezTo>
                <a:cubicBezTo>
                  <a:pt x="2636" y="1747"/>
                  <a:pt x="4537" y="2314"/>
                  <a:pt x="6205" y="3382"/>
                </a:cubicBezTo>
                <a:cubicBezTo>
                  <a:pt x="7506" y="4149"/>
                  <a:pt x="8440" y="5383"/>
                  <a:pt x="9607" y="6284"/>
                </a:cubicBezTo>
                <a:lnTo>
                  <a:pt x="9741" y="6417"/>
                </a:lnTo>
                <a:cubicBezTo>
                  <a:pt x="10108" y="6717"/>
                  <a:pt x="10541" y="6984"/>
                  <a:pt x="10975" y="7218"/>
                </a:cubicBezTo>
                <a:cubicBezTo>
                  <a:pt x="11411" y="7413"/>
                  <a:pt x="11881" y="7500"/>
                  <a:pt x="12360" y="7500"/>
                </a:cubicBezTo>
                <a:cubicBezTo>
                  <a:pt x="12944" y="7500"/>
                  <a:pt x="13543" y="7371"/>
                  <a:pt x="14111" y="7151"/>
                </a:cubicBezTo>
                <a:cubicBezTo>
                  <a:pt x="14244" y="7118"/>
                  <a:pt x="14378" y="7084"/>
                  <a:pt x="14444" y="7051"/>
                </a:cubicBezTo>
                <a:cubicBezTo>
                  <a:pt x="14644" y="6951"/>
                  <a:pt x="14845" y="6884"/>
                  <a:pt x="15045" y="6751"/>
                </a:cubicBezTo>
                <a:cubicBezTo>
                  <a:pt x="15378" y="6551"/>
                  <a:pt x="15745" y="6284"/>
                  <a:pt x="16079" y="5983"/>
                </a:cubicBezTo>
                <a:cubicBezTo>
                  <a:pt x="16179" y="5950"/>
                  <a:pt x="16212" y="5917"/>
                  <a:pt x="16246" y="5883"/>
                </a:cubicBezTo>
                <a:lnTo>
                  <a:pt x="16446" y="5650"/>
                </a:lnTo>
                <a:cubicBezTo>
                  <a:pt x="16612" y="5483"/>
                  <a:pt x="16746" y="5383"/>
                  <a:pt x="16879" y="5216"/>
                </a:cubicBezTo>
                <a:lnTo>
                  <a:pt x="16946" y="5116"/>
                </a:lnTo>
                <a:cubicBezTo>
                  <a:pt x="16045" y="4082"/>
                  <a:pt x="14945" y="3115"/>
                  <a:pt x="13877" y="2381"/>
                </a:cubicBezTo>
                <a:cubicBezTo>
                  <a:pt x="13477" y="2114"/>
                  <a:pt x="13077" y="1881"/>
                  <a:pt x="12710" y="1647"/>
                </a:cubicBezTo>
                <a:cubicBezTo>
                  <a:pt x="12409" y="1547"/>
                  <a:pt x="12109" y="1380"/>
                  <a:pt x="11809" y="1247"/>
                </a:cubicBezTo>
                <a:cubicBezTo>
                  <a:pt x="11676" y="1147"/>
                  <a:pt x="11542" y="1080"/>
                  <a:pt x="11375" y="1047"/>
                </a:cubicBezTo>
                <a:cubicBezTo>
                  <a:pt x="11242" y="980"/>
                  <a:pt x="11075" y="913"/>
                  <a:pt x="10942" y="880"/>
                </a:cubicBezTo>
                <a:cubicBezTo>
                  <a:pt x="10908" y="813"/>
                  <a:pt x="10908" y="813"/>
                  <a:pt x="10875" y="813"/>
                </a:cubicBezTo>
                <a:cubicBezTo>
                  <a:pt x="10808" y="813"/>
                  <a:pt x="10808" y="780"/>
                  <a:pt x="10775" y="780"/>
                </a:cubicBezTo>
                <a:cubicBezTo>
                  <a:pt x="9917" y="487"/>
                  <a:pt x="7940" y="1"/>
                  <a:pt x="5533" y="1"/>
                </a:cubicBezTo>
                <a:close/>
              </a:path>
            </a:pathLst>
          </a:custGeom>
          <a:solidFill>
            <a:srgbClr val="FFCCCC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5" name="Google Shape;1405;p15">
            <a:extLst>
              <a:ext uri="{FF2B5EF4-FFF2-40B4-BE49-F238E27FC236}">
                <a16:creationId xmlns:a16="http://schemas.microsoft.com/office/drawing/2014/main" id="{11A709FA-FF4E-4880-BB43-F09C8D8874EA}"/>
              </a:ext>
            </a:extLst>
          </p:cNvPr>
          <p:cNvSpPr>
            <a:spLocks noGrp="1"/>
          </p:cNvSpPr>
          <p:nvPr/>
        </p:nvSpPr>
        <p:spPr>
          <a:xfrm>
            <a:off x="255916" y="4137917"/>
            <a:ext cx="221003" cy="435732"/>
          </a:xfrm>
          <a:custGeom>
            <a:avLst/>
            <a:gdLst/>
            <a:ahLst/>
            <a:cxnLst/>
            <a:rect l="l" t="t" r="r" b="b"/>
            <a:pathLst>
              <a:path w="8840" h="17429">
                <a:moveTo>
                  <a:pt x="2636" y="0"/>
                </a:moveTo>
                <a:lnTo>
                  <a:pt x="2636" y="0"/>
                </a:lnTo>
                <a:cubicBezTo>
                  <a:pt x="2669" y="701"/>
                  <a:pt x="2335" y="1501"/>
                  <a:pt x="1968" y="2202"/>
                </a:cubicBezTo>
                <a:cubicBezTo>
                  <a:pt x="1635" y="2835"/>
                  <a:pt x="1201" y="3469"/>
                  <a:pt x="1001" y="4136"/>
                </a:cubicBezTo>
                <a:cubicBezTo>
                  <a:pt x="934" y="4370"/>
                  <a:pt x="868" y="4670"/>
                  <a:pt x="834" y="4904"/>
                </a:cubicBezTo>
                <a:cubicBezTo>
                  <a:pt x="701" y="5838"/>
                  <a:pt x="868" y="6705"/>
                  <a:pt x="1034" y="7572"/>
                </a:cubicBezTo>
                <a:cubicBezTo>
                  <a:pt x="1134" y="8006"/>
                  <a:pt x="1201" y="8473"/>
                  <a:pt x="1301" y="8906"/>
                </a:cubicBezTo>
                <a:cubicBezTo>
                  <a:pt x="1335" y="9173"/>
                  <a:pt x="1368" y="9407"/>
                  <a:pt x="1368" y="9674"/>
                </a:cubicBezTo>
                <a:lnTo>
                  <a:pt x="1368" y="9874"/>
                </a:lnTo>
                <a:lnTo>
                  <a:pt x="1368" y="10307"/>
                </a:lnTo>
                <a:cubicBezTo>
                  <a:pt x="1368" y="10374"/>
                  <a:pt x="1335" y="10508"/>
                  <a:pt x="1335" y="10641"/>
                </a:cubicBezTo>
                <a:lnTo>
                  <a:pt x="1335" y="10674"/>
                </a:lnTo>
                <a:lnTo>
                  <a:pt x="1335" y="10741"/>
                </a:lnTo>
                <a:cubicBezTo>
                  <a:pt x="1201" y="11575"/>
                  <a:pt x="868" y="12376"/>
                  <a:pt x="601" y="13176"/>
                </a:cubicBezTo>
                <a:cubicBezTo>
                  <a:pt x="267" y="14177"/>
                  <a:pt x="0" y="15211"/>
                  <a:pt x="200" y="16212"/>
                </a:cubicBezTo>
                <a:lnTo>
                  <a:pt x="334" y="16345"/>
                </a:lnTo>
                <a:cubicBezTo>
                  <a:pt x="701" y="16645"/>
                  <a:pt x="1134" y="16912"/>
                  <a:pt x="1601" y="17146"/>
                </a:cubicBezTo>
                <a:cubicBezTo>
                  <a:pt x="2022" y="17341"/>
                  <a:pt x="2484" y="17428"/>
                  <a:pt x="2959" y="17428"/>
                </a:cubicBezTo>
                <a:cubicBezTo>
                  <a:pt x="3537" y="17428"/>
                  <a:pt x="4136" y="17299"/>
                  <a:pt x="4704" y="17079"/>
                </a:cubicBezTo>
                <a:cubicBezTo>
                  <a:pt x="4837" y="17046"/>
                  <a:pt x="4971" y="17012"/>
                  <a:pt x="5037" y="16979"/>
                </a:cubicBezTo>
                <a:cubicBezTo>
                  <a:pt x="5271" y="16879"/>
                  <a:pt x="5438" y="16812"/>
                  <a:pt x="5638" y="16679"/>
                </a:cubicBezTo>
                <a:cubicBezTo>
                  <a:pt x="5971" y="16479"/>
                  <a:pt x="6338" y="16212"/>
                  <a:pt x="6672" y="15911"/>
                </a:cubicBezTo>
                <a:cubicBezTo>
                  <a:pt x="6772" y="15878"/>
                  <a:pt x="6805" y="15845"/>
                  <a:pt x="6839" y="15811"/>
                </a:cubicBezTo>
                <a:lnTo>
                  <a:pt x="7039" y="15578"/>
                </a:lnTo>
                <a:cubicBezTo>
                  <a:pt x="7205" y="15411"/>
                  <a:pt x="7339" y="15311"/>
                  <a:pt x="7472" y="15144"/>
                </a:cubicBezTo>
                <a:cubicBezTo>
                  <a:pt x="7506" y="15078"/>
                  <a:pt x="7539" y="15078"/>
                  <a:pt x="7539" y="15044"/>
                </a:cubicBezTo>
                <a:cubicBezTo>
                  <a:pt x="7639" y="14977"/>
                  <a:pt x="7706" y="14877"/>
                  <a:pt x="7773" y="14811"/>
                </a:cubicBezTo>
                <a:cubicBezTo>
                  <a:pt x="7873" y="14577"/>
                  <a:pt x="8039" y="14377"/>
                  <a:pt x="8173" y="14144"/>
                </a:cubicBezTo>
                <a:lnTo>
                  <a:pt x="8173" y="14077"/>
                </a:lnTo>
                <a:cubicBezTo>
                  <a:pt x="8206" y="13977"/>
                  <a:pt x="8273" y="13877"/>
                  <a:pt x="8306" y="13810"/>
                </a:cubicBezTo>
                <a:lnTo>
                  <a:pt x="8440" y="13543"/>
                </a:lnTo>
                <a:cubicBezTo>
                  <a:pt x="8473" y="13343"/>
                  <a:pt x="8540" y="13176"/>
                  <a:pt x="8606" y="12976"/>
                </a:cubicBezTo>
                <a:cubicBezTo>
                  <a:pt x="8606" y="12876"/>
                  <a:pt x="8640" y="12843"/>
                  <a:pt x="8640" y="12743"/>
                </a:cubicBezTo>
                <a:cubicBezTo>
                  <a:pt x="8640" y="12676"/>
                  <a:pt x="8673" y="12576"/>
                  <a:pt x="8673" y="12476"/>
                </a:cubicBezTo>
                <a:cubicBezTo>
                  <a:pt x="8707" y="12376"/>
                  <a:pt x="8707" y="12242"/>
                  <a:pt x="8707" y="12175"/>
                </a:cubicBezTo>
                <a:cubicBezTo>
                  <a:pt x="8840" y="10241"/>
                  <a:pt x="7706" y="8706"/>
                  <a:pt x="6572" y="7205"/>
                </a:cubicBezTo>
                <a:cubicBezTo>
                  <a:pt x="5704" y="6004"/>
                  <a:pt x="4804" y="4837"/>
                  <a:pt x="4037" y="3536"/>
                </a:cubicBezTo>
                <a:cubicBezTo>
                  <a:pt x="3836" y="3202"/>
                  <a:pt x="3670" y="2869"/>
                  <a:pt x="3503" y="2502"/>
                </a:cubicBezTo>
                <a:cubicBezTo>
                  <a:pt x="3336" y="2168"/>
                  <a:pt x="3169" y="1801"/>
                  <a:pt x="3036" y="1401"/>
                </a:cubicBezTo>
                <a:lnTo>
                  <a:pt x="2802" y="667"/>
                </a:lnTo>
                <a:cubicBezTo>
                  <a:pt x="2769" y="500"/>
                  <a:pt x="2669" y="234"/>
                  <a:pt x="2636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20" name="Google Shape;1406;p15"/>
          <p:cNvPicPr>
            <a:picLocks noChangeAspect="1"/>
          </p:cNvPicPr>
          <p:nvPr/>
        </p:nvPicPr>
        <p:blipFill>
          <a:blip r:embed="rId2">
            <a:alphaModFix amt="49000"/>
          </a:blip>
          <a:stretch>
            <a:fillRect/>
          </a:stretch>
        </p:blipFill>
        <p:spPr>
          <a:xfrm>
            <a:off x="5972650" y="-574420"/>
            <a:ext cx="3742525" cy="3347995"/>
          </a:xfrm>
          <a:prstGeom prst="rect">
            <a:avLst/>
          </a:prstGeom>
          <a:ln>
            <a:noFill/>
          </a:ln>
        </p:spPr>
      </p:pic>
      <p:pic>
        <p:nvPicPr>
          <p:cNvPr id="1521" name="Google Shape;1407;p15"/>
          <p:cNvPicPr>
            <a:picLocks noChangeAspect="1"/>
          </p:cNvPicPr>
          <p:nvPr/>
        </p:nvPicPr>
        <p:blipFill>
          <a:blip r:embed="rId2">
            <a:alphaModFix amt="49000"/>
          </a:blip>
          <a:stretch>
            <a:fillRect/>
          </a:stretch>
        </p:blipFill>
        <p:spPr>
          <a:xfrm>
            <a:off x="-662400" y="3514327"/>
            <a:ext cx="2328150" cy="2082724"/>
          </a:xfrm>
          <a:prstGeom prst="rect">
            <a:avLst/>
          </a:prstGeom>
          <a:ln>
            <a:noFill/>
          </a:ln>
        </p:spPr>
      </p:pic>
      <p:pic>
        <p:nvPicPr>
          <p:cNvPr id="1522" name="Google Shape;1408;p15"/>
          <p:cNvPicPr>
            <a:picLocks noChangeAspect="1"/>
          </p:cNvPicPr>
          <p:nvPr/>
        </p:nvPicPr>
        <p:blipFill>
          <a:blip r:embed="rId2">
            <a:alphaModFix amt="49000"/>
          </a:blip>
          <a:stretch>
            <a:fillRect/>
          </a:stretch>
        </p:blipFill>
        <p:spPr>
          <a:xfrm>
            <a:off x="5972650" y="2772130"/>
            <a:ext cx="3742525" cy="3347995"/>
          </a:xfrm>
          <a:prstGeom prst="rect">
            <a:avLst/>
          </a:prstGeom>
          <a:ln>
            <a:noFill/>
          </a:ln>
        </p:spPr>
      </p:pic>
      <p:pic>
        <p:nvPicPr>
          <p:cNvPr id="1523" name="Google Shape;1409;p15"/>
          <p:cNvPicPr>
            <a:picLocks noChangeAspect="1"/>
          </p:cNvPicPr>
          <p:nvPr/>
        </p:nvPicPr>
        <p:blipFill>
          <a:blip r:embed="rId2">
            <a:alphaModFix amt="49000"/>
          </a:blip>
          <a:stretch>
            <a:fillRect/>
          </a:stretch>
        </p:blipFill>
        <p:spPr>
          <a:xfrm>
            <a:off x="-30275" y="-92595"/>
            <a:ext cx="3742525" cy="3347995"/>
          </a:xfrm>
          <a:prstGeom prst="rect">
            <a:avLst/>
          </a:prstGeom>
          <a:ln>
            <a:noFill/>
          </a:ln>
        </p:spPr>
      </p:pic>
      <p:sp>
        <p:nvSpPr>
          <p:cNvPr id="1410" name="Google Shape;1410;p15">
            <a:extLst>
              <a:ext uri="{FF2B5EF4-FFF2-40B4-BE49-F238E27FC236}">
                <a16:creationId xmlns:a16="http://schemas.microsoft.com/office/drawing/2014/main" id="{E9A0C5B2-5643-4E0A-A01D-7F123EE82A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750" y="2332025"/>
            <a:ext cx="4064700" cy="8418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Autofit/>
          </a:bodyPr>
          <a:lstStyle>
            <a:lvl1pPr algn="r">
              <a:spcBef>
                <a:spcPts val="0"/>
              </a:spcBef>
              <a:spcAft>
                <a:spcPts val="0"/>
              </a:spcAft>
              <a:buSzPts val="3600"/>
              <a:buNone/>
              <a:defRPr sz="4900"/>
            </a:lvl1pPr>
            <a:lvl2pPr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411" name="Google Shape;1411;p15">
            <a:extLst>
              <a:ext uri="{FF2B5EF4-FFF2-40B4-BE49-F238E27FC236}">
                <a16:creationId xmlns:a16="http://schemas.microsoft.com/office/drawing/2014/main" id="{CD34ECEE-0506-442C-B76D-1E57275ACAB6}"/>
              </a:ext>
            </a:extLst>
          </p:cNvPr>
          <p:cNvSpPr>
            <a:spLocks noGrp="1"/>
          </p:cNvSpPr>
          <p:nvPr>
            <p:ph type="title" idx="2" hasCustomPrompt="1"/>
          </p:nvPr>
        </p:nvSpPr>
        <p:spPr>
          <a:xfrm>
            <a:off x="3538750" y="1337825"/>
            <a:ext cx="1241700" cy="8418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Autofit/>
          </a:bodyPr>
          <a:lstStyle>
            <a:lvl1pPr algn="r"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solidFill>
                  <a:schemeClr val="dk2"/>
                </a:solidFill>
              </a:defRPr>
            </a:lvl1pPr>
            <a:lvl2pPr algn="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algn="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algn="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algn="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algn="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algn="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algn="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algn="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412" name="Google Shape;1412;p15">
            <a:extLst>
              <a:ext uri="{FF2B5EF4-FFF2-40B4-BE49-F238E27FC236}">
                <a16:creationId xmlns:a16="http://schemas.microsoft.com/office/drawing/2014/main" id="{38DCBE6D-83A5-4A1F-B1F9-79BB8AAE0C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5750" y="3132175"/>
            <a:ext cx="4064700" cy="7134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F4EA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>
            <a:extLst>
              <a:ext uri="{FF2B5EF4-FFF2-40B4-BE49-F238E27FC236}">
                <a16:creationId xmlns:a16="http://schemas.microsoft.com/office/drawing/2014/main" id="{E048B46F-06DD-45EE-A26D-65E90DE605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365234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Sriracha"/>
              <a:buNone/>
              <a:defRPr sz="2800">
                <a:solidFill>
                  <a:schemeClr val="dk2"/>
                </a:solidFill>
                <a:latin typeface="Sriracha"/>
                <a:ea typeface="Sriracha"/>
                <a:cs typeface="Sriracha"/>
              </a:defRPr>
            </a:lvl1pPr>
            <a:lvl2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angers"/>
              <a:buNone/>
              <a:defRPr sz="2800">
                <a:solidFill>
                  <a:schemeClr val="dk1"/>
                </a:solidFill>
                <a:latin typeface="Bangers"/>
                <a:ea typeface="Bangers"/>
                <a:cs typeface="Bangers"/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angers"/>
              <a:buNone/>
              <a:defRPr sz="2800">
                <a:solidFill>
                  <a:schemeClr val="dk1"/>
                </a:solidFill>
                <a:latin typeface="Bangers"/>
                <a:ea typeface="Bangers"/>
                <a:cs typeface="Bangers"/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angers"/>
              <a:buNone/>
              <a:defRPr sz="2800">
                <a:solidFill>
                  <a:schemeClr val="dk1"/>
                </a:solidFill>
                <a:latin typeface="Bangers"/>
                <a:ea typeface="Bangers"/>
                <a:cs typeface="Bangers"/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angers"/>
              <a:buNone/>
              <a:defRPr sz="2800">
                <a:solidFill>
                  <a:schemeClr val="dk1"/>
                </a:solidFill>
                <a:latin typeface="Bangers"/>
                <a:ea typeface="Bangers"/>
                <a:cs typeface="Bangers"/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angers"/>
              <a:buNone/>
              <a:defRPr sz="2800">
                <a:solidFill>
                  <a:schemeClr val="dk1"/>
                </a:solidFill>
                <a:latin typeface="Bangers"/>
                <a:ea typeface="Bangers"/>
                <a:cs typeface="Bangers"/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angers"/>
              <a:buNone/>
              <a:defRPr sz="2800">
                <a:solidFill>
                  <a:schemeClr val="dk1"/>
                </a:solidFill>
                <a:latin typeface="Bangers"/>
                <a:ea typeface="Bangers"/>
                <a:cs typeface="Bangers"/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angers"/>
              <a:buNone/>
              <a:defRPr sz="2800">
                <a:solidFill>
                  <a:schemeClr val="dk1"/>
                </a:solidFill>
                <a:latin typeface="Bangers"/>
                <a:ea typeface="Bangers"/>
                <a:cs typeface="Bangers"/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angers"/>
              <a:buNone/>
              <a:defRPr sz="2800">
                <a:solidFill>
                  <a:schemeClr val="dk1"/>
                </a:solidFill>
                <a:latin typeface="Bangers"/>
                <a:ea typeface="Bangers"/>
                <a:cs typeface="Bangers"/>
              </a:defRPr>
            </a:lvl9pPr>
          </a:lstStyle>
          <a:p>
            <a:endParaRPr/>
          </a:p>
        </p:txBody>
      </p:sp>
      <p:sp>
        <p:nvSpPr>
          <p:cNvPr id="7" name="Google Shape;7;p1">
            <a:extLst>
              <a:ext uri="{FF2B5EF4-FFF2-40B4-BE49-F238E27FC236}">
                <a16:creationId xmlns:a16="http://schemas.microsoft.com/office/drawing/2014/main" id="{8FCBB52E-5DC0-4A14-BD3E-ACAE77AAA8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>
            <a:lvl1pPr marL="45720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Barlow"/>
              <a:buChar char="●"/>
              <a:defRPr>
                <a:solidFill>
                  <a:schemeClr val="dk2"/>
                </a:solidFill>
                <a:latin typeface="Barlow"/>
                <a:ea typeface="Barlow"/>
                <a:cs typeface="Barlow"/>
              </a:defRPr>
            </a:lvl1pPr>
            <a:lvl2pPr marL="914400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Barlow"/>
              <a:buChar char="○"/>
              <a:defRPr>
                <a:solidFill>
                  <a:schemeClr val="dk2"/>
                </a:solidFill>
                <a:latin typeface="Barlow"/>
                <a:ea typeface="Barlow"/>
                <a:cs typeface="Barlow"/>
              </a:defRPr>
            </a:lvl2pPr>
            <a:lvl3pPr marL="1371600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Barlow"/>
              <a:buChar char="■"/>
              <a:defRPr>
                <a:solidFill>
                  <a:schemeClr val="dk2"/>
                </a:solidFill>
                <a:latin typeface="Barlow"/>
                <a:ea typeface="Barlow"/>
                <a:cs typeface="Barlow"/>
              </a:defRPr>
            </a:lvl3pPr>
            <a:lvl4pPr marL="1828800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Barlow"/>
              <a:buChar char="●"/>
              <a:defRPr>
                <a:solidFill>
                  <a:schemeClr val="dk2"/>
                </a:solidFill>
                <a:latin typeface="Barlow"/>
                <a:ea typeface="Barlow"/>
                <a:cs typeface="Barlow"/>
              </a:defRPr>
            </a:lvl4pPr>
            <a:lvl5pPr marL="2286000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Barlow"/>
              <a:buChar char="○"/>
              <a:defRPr>
                <a:solidFill>
                  <a:schemeClr val="dk2"/>
                </a:solidFill>
                <a:latin typeface="Barlow"/>
                <a:ea typeface="Barlow"/>
                <a:cs typeface="Barlow"/>
              </a:defRPr>
            </a:lvl5pPr>
            <a:lvl6pPr marL="2743200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Barlow"/>
              <a:buChar char="■"/>
              <a:defRPr>
                <a:solidFill>
                  <a:schemeClr val="dk2"/>
                </a:solidFill>
                <a:latin typeface="Barlow"/>
                <a:ea typeface="Barlow"/>
                <a:cs typeface="Barlow"/>
              </a:defRPr>
            </a:lvl6pPr>
            <a:lvl7pPr marL="3200400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Barlow"/>
              <a:buChar char="●"/>
              <a:defRPr>
                <a:solidFill>
                  <a:schemeClr val="dk2"/>
                </a:solidFill>
                <a:latin typeface="Barlow"/>
                <a:ea typeface="Barlow"/>
                <a:cs typeface="Barlow"/>
              </a:defRPr>
            </a:lvl7pPr>
            <a:lvl8pPr marL="3657600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Barlow"/>
              <a:buChar char="○"/>
              <a:defRPr>
                <a:solidFill>
                  <a:schemeClr val="dk2"/>
                </a:solidFill>
                <a:latin typeface="Barlow"/>
                <a:ea typeface="Barlow"/>
                <a:cs typeface="Barlow"/>
              </a:defRPr>
            </a:lvl8pPr>
            <a:lvl9pPr marL="4114800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Barlow"/>
              <a:buChar char="■"/>
              <a:defRPr>
                <a:solidFill>
                  <a:schemeClr val="dk2"/>
                </a:solidFill>
                <a:latin typeface="Barlow"/>
                <a:ea typeface="Barlow"/>
                <a:cs typeface="Barlow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</p:sldLayoutIdLst>
  <p:hf sldNum="0" hdr="0" ftr="0" dt="0"/>
  <p:txStyles>
    <p:title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7" Type="http://schemas.openxmlformats.org/officeDocument/2006/relationships/image" Target="../media/image8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0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9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24">
            <a:extLst>
              <a:ext uri="{FF2B5EF4-FFF2-40B4-BE49-F238E27FC236}">
                <a16:creationId xmlns:a16="http://schemas.microsoft.com/office/drawing/2014/main" id="{EDFE913B-2D7F-461D-9D4B-129A513BDC73}"/>
              </a:ext>
            </a:extLst>
          </p:cNvPr>
          <p:cNvSpPr>
            <a:spLocks noGrp="1"/>
          </p:cNvSpPr>
          <p:nvPr/>
        </p:nvSpPr>
        <p:spPr>
          <a:xfrm>
            <a:off x="317289" y="2299906"/>
            <a:ext cx="72718" cy="56711"/>
          </a:xfrm>
          <a:custGeom>
            <a:avLst/>
            <a:gdLst/>
            <a:ahLst/>
            <a:cxnLst/>
            <a:rect l="l" t="t" r="r" b="b"/>
            <a:pathLst>
              <a:path w="2694" h="2101">
                <a:moveTo>
                  <a:pt x="1347" y="1"/>
                </a:moveTo>
                <a:cubicBezTo>
                  <a:pt x="0" y="1"/>
                  <a:pt x="0" y="2100"/>
                  <a:pt x="1347" y="2100"/>
                </a:cubicBezTo>
                <a:cubicBezTo>
                  <a:pt x="2693" y="2100"/>
                  <a:pt x="2693" y="1"/>
                  <a:pt x="1347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p24">
            <a:extLst>
              <a:ext uri="{FF2B5EF4-FFF2-40B4-BE49-F238E27FC236}">
                <a16:creationId xmlns:a16="http://schemas.microsoft.com/office/drawing/2014/main" id="{6B2BA95A-0099-4F63-86A5-188D53017EBD}"/>
              </a:ext>
            </a:extLst>
          </p:cNvPr>
          <p:cNvSpPr>
            <a:spLocks noGrp="1"/>
          </p:cNvSpPr>
          <p:nvPr/>
        </p:nvSpPr>
        <p:spPr>
          <a:xfrm>
            <a:off x="373352" y="2187779"/>
            <a:ext cx="72718" cy="56090"/>
          </a:xfrm>
          <a:custGeom>
            <a:avLst/>
            <a:gdLst/>
            <a:ahLst/>
            <a:cxnLst/>
            <a:rect l="l" t="t" r="r" b="b"/>
            <a:pathLst>
              <a:path w="2694" h="2078">
                <a:moveTo>
                  <a:pt x="1347" y="0"/>
                </a:moveTo>
                <a:cubicBezTo>
                  <a:pt x="0" y="0"/>
                  <a:pt x="0" y="2077"/>
                  <a:pt x="1347" y="2077"/>
                </a:cubicBezTo>
                <a:cubicBezTo>
                  <a:pt x="2694" y="2077"/>
                  <a:pt x="2694" y="0"/>
                  <a:pt x="1347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0" name="Google Shape;340;p24">
            <a:extLst>
              <a:ext uri="{FF2B5EF4-FFF2-40B4-BE49-F238E27FC236}">
                <a16:creationId xmlns:a16="http://schemas.microsoft.com/office/drawing/2014/main" id="{42319A74-5FFA-4D59-8B80-5924D2F5D52E}"/>
              </a:ext>
            </a:extLst>
          </p:cNvPr>
          <p:cNvSpPr>
            <a:spLocks noGrp="1"/>
          </p:cNvSpPr>
          <p:nvPr/>
        </p:nvSpPr>
        <p:spPr>
          <a:xfrm>
            <a:off x="430036" y="2299906"/>
            <a:ext cx="72097" cy="56711"/>
          </a:xfrm>
          <a:custGeom>
            <a:avLst/>
            <a:gdLst/>
            <a:ahLst/>
            <a:cxnLst/>
            <a:rect l="l" t="t" r="r" b="b"/>
            <a:pathLst>
              <a:path w="2671" h="2101">
                <a:moveTo>
                  <a:pt x="1347" y="1"/>
                </a:moveTo>
                <a:cubicBezTo>
                  <a:pt x="0" y="1"/>
                  <a:pt x="0" y="2100"/>
                  <a:pt x="1347" y="2100"/>
                </a:cubicBezTo>
                <a:cubicBezTo>
                  <a:pt x="2671" y="2100"/>
                  <a:pt x="2671" y="1"/>
                  <a:pt x="1347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1" name="Google Shape;341;p24">
            <a:extLst>
              <a:ext uri="{FF2B5EF4-FFF2-40B4-BE49-F238E27FC236}">
                <a16:creationId xmlns:a16="http://schemas.microsoft.com/office/drawing/2014/main" id="{5EA151EB-C7C3-447A-9E87-1CB0DEF24417}"/>
              </a:ext>
            </a:extLst>
          </p:cNvPr>
          <p:cNvSpPr>
            <a:spLocks noGrp="1"/>
          </p:cNvSpPr>
          <p:nvPr/>
        </p:nvSpPr>
        <p:spPr>
          <a:xfrm>
            <a:off x="7518656" y="2759087"/>
            <a:ext cx="1081001" cy="865316"/>
          </a:xfrm>
          <a:custGeom>
            <a:avLst/>
            <a:gdLst/>
            <a:ahLst/>
            <a:cxnLst/>
            <a:rect l="l" t="t" r="r" b="b"/>
            <a:pathLst>
              <a:path w="31500" h="25215">
                <a:moveTo>
                  <a:pt x="3702" y="1"/>
                </a:moveTo>
                <a:cubicBezTo>
                  <a:pt x="2458" y="1"/>
                  <a:pt x="1221" y="88"/>
                  <a:pt x="0" y="266"/>
                </a:cubicBezTo>
                <a:cubicBezTo>
                  <a:pt x="1598" y="3256"/>
                  <a:pt x="3653" y="5973"/>
                  <a:pt x="5250" y="8940"/>
                </a:cubicBezTo>
                <a:cubicBezTo>
                  <a:pt x="7168" y="12615"/>
                  <a:pt x="9405" y="16518"/>
                  <a:pt x="12691" y="19325"/>
                </a:cubicBezTo>
                <a:cubicBezTo>
                  <a:pt x="17462" y="23274"/>
                  <a:pt x="25588" y="24598"/>
                  <a:pt x="31499" y="25214"/>
                </a:cubicBezTo>
                <a:cubicBezTo>
                  <a:pt x="31479" y="10329"/>
                  <a:pt x="17249" y="1"/>
                  <a:pt x="3702" y="1"/>
                </a:cubicBezTo>
                <a:close/>
              </a:path>
            </a:pathLst>
          </a:custGeom>
          <a:solidFill>
            <a:srgbClr val="11564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Google Shape;342;p24">
            <a:extLst>
              <a:ext uri="{FF2B5EF4-FFF2-40B4-BE49-F238E27FC236}">
                <a16:creationId xmlns:a16="http://schemas.microsoft.com/office/drawing/2014/main" id="{29853A6B-5B13-4EE4-B576-3ABE8C3AA221}"/>
              </a:ext>
            </a:extLst>
          </p:cNvPr>
          <p:cNvSpPr>
            <a:spLocks noGrp="1"/>
          </p:cNvSpPr>
          <p:nvPr/>
        </p:nvSpPr>
        <p:spPr>
          <a:xfrm>
            <a:off x="7703289" y="2863243"/>
            <a:ext cx="905810" cy="749872"/>
          </a:xfrm>
          <a:custGeom>
            <a:avLst/>
            <a:gdLst/>
            <a:ahLst/>
            <a:cxnLst/>
            <a:rect l="l" t="t" r="r" b="b"/>
            <a:pathLst>
              <a:path w="26395" h="21851">
                <a:moveTo>
                  <a:pt x="480" y="1"/>
                </a:moveTo>
                <a:cubicBezTo>
                  <a:pt x="186" y="1"/>
                  <a:pt x="0" y="446"/>
                  <a:pt x="304" y="655"/>
                </a:cubicBezTo>
                <a:cubicBezTo>
                  <a:pt x="4960" y="3851"/>
                  <a:pt x="8932" y="7845"/>
                  <a:pt x="13406" y="11246"/>
                </a:cubicBezTo>
                <a:cubicBezTo>
                  <a:pt x="17674" y="14487"/>
                  <a:pt x="22330" y="17454"/>
                  <a:pt x="25686" y="21723"/>
                </a:cubicBezTo>
                <a:cubicBezTo>
                  <a:pt x="25753" y="21813"/>
                  <a:pt x="25835" y="21850"/>
                  <a:pt x="25915" y="21850"/>
                </a:cubicBezTo>
                <a:cubicBezTo>
                  <a:pt x="26160" y="21850"/>
                  <a:pt x="26394" y="21501"/>
                  <a:pt x="26188" y="21243"/>
                </a:cubicBezTo>
                <a:cubicBezTo>
                  <a:pt x="22970" y="17158"/>
                  <a:pt x="18587" y="14236"/>
                  <a:pt x="14456" y="11177"/>
                </a:cubicBezTo>
                <a:cubicBezTo>
                  <a:pt x="9708" y="7640"/>
                  <a:pt x="5554" y="3417"/>
                  <a:pt x="669" y="62"/>
                </a:cubicBezTo>
                <a:cubicBezTo>
                  <a:pt x="604" y="19"/>
                  <a:pt x="540" y="1"/>
                  <a:pt x="480" y="1"/>
                </a:cubicBezTo>
                <a:close/>
              </a:path>
            </a:pathLst>
          </a:custGeom>
          <a:solidFill>
            <a:srgbClr val="46AA9E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3" name="Google Shape;343;p24">
            <a:extLst>
              <a:ext uri="{FF2B5EF4-FFF2-40B4-BE49-F238E27FC236}">
                <a16:creationId xmlns:a16="http://schemas.microsoft.com/office/drawing/2014/main" id="{4D7EAE36-6FA3-4759-AF53-CCCAC8D2B3D6}"/>
              </a:ext>
            </a:extLst>
          </p:cNvPr>
          <p:cNvSpPr>
            <a:spLocks noGrp="1"/>
          </p:cNvSpPr>
          <p:nvPr/>
        </p:nvSpPr>
        <p:spPr>
          <a:xfrm>
            <a:off x="8499369" y="3500601"/>
            <a:ext cx="13350" cy="12595"/>
          </a:xfrm>
          <a:custGeom>
            <a:avLst/>
            <a:gdLst/>
            <a:ahLst/>
            <a:cxnLst/>
            <a:rect l="l" t="t" r="r" b="b"/>
            <a:pathLst>
              <a:path w="389" h="367">
                <a:moveTo>
                  <a:pt x="1" y="1"/>
                </a:moveTo>
                <a:cubicBezTo>
                  <a:pt x="24" y="138"/>
                  <a:pt x="24" y="252"/>
                  <a:pt x="46" y="366"/>
                </a:cubicBezTo>
                <a:cubicBezTo>
                  <a:pt x="161" y="252"/>
                  <a:pt x="275" y="138"/>
                  <a:pt x="389" y="24"/>
                </a:cubicBezTo>
                <a:cubicBezTo>
                  <a:pt x="252" y="24"/>
                  <a:pt x="138" y="24"/>
                  <a:pt x="1" y="1"/>
                </a:cubicBezTo>
                <a:close/>
              </a:path>
            </a:pathLst>
          </a:custGeom>
          <a:solidFill>
            <a:srgbClr val="46AA9E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4" name="Google Shape;344;p24">
            <a:extLst>
              <a:ext uri="{FF2B5EF4-FFF2-40B4-BE49-F238E27FC236}">
                <a16:creationId xmlns:a16="http://schemas.microsoft.com/office/drawing/2014/main" id="{57329ADC-1956-492E-8F9D-5EB091164786}"/>
              </a:ext>
            </a:extLst>
          </p:cNvPr>
          <p:cNvSpPr>
            <a:spLocks noGrp="1"/>
          </p:cNvSpPr>
          <p:nvPr/>
        </p:nvSpPr>
        <p:spPr>
          <a:xfrm>
            <a:off x="8298848" y="3321357"/>
            <a:ext cx="237374" cy="203640"/>
          </a:xfrm>
          <a:custGeom>
            <a:avLst/>
            <a:gdLst/>
            <a:ahLst/>
            <a:cxnLst/>
            <a:rect l="l" t="t" r="r" b="b"/>
            <a:pathLst>
              <a:path w="6917" h="5934">
                <a:moveTo>
                  <a:pt x="5844" y="5224"/>
                </a:moveTo>
                <a:lnTo>
                  <a:pt x="5844" y="5224"/>
                </a:lnTo>
                <a:cubicBezTo>
                  <a:pt x="5981" y="5247"/>
                  <a:pt x="6095" y="5247"/>
                  <a:pt x="6232" y="5247"/>
                </a:cubicBezTo>
                <a:cubicBezTo>
                  <a:pt x="6118" y="5361"/>
                  <a:pt x="6004" y="5475"/>
                  <a:pt x="5889" y="5589"/>
                </a:cubicBezTo>
                <a:cubicBezTo>
                  <a:pt x="5867" y="5475"/>
                  <a:pt x="5867" y="5361"/>
                  <a:pt x="5844" y="5224"/>
                </a:cubicBezTo>
                <a:close/>
                <a:moveTo>
                  <a:pt x="5509" y="1"/>
                </a:moveTo>
                <a:cubicBezTo>
                  <a:pt x="5265" y="1"/>
                  <a:pt x="5029" y="244"/>
                  <a:pt x="5205" y="499"/>
                </a:cubicBezTo>
                <a:cubicBezTo>
                  <a:pt x="6163" y="1891"/>
                  <a:pt x="5730" y="3626"/>
                  <a:pt x="5844" y="5224"/>
                </a:cubicBezTo>
                <a:cubicBezTo>
                  <a:pt x="4041" y="5155"/>
                  <a:pt x="2237" y="5201"/>
                  <a:pt x="457" y="5064"/>
                </a:cubicBezTo>
                <a:cubicBezTo>
                  <a:pt x="450" y="5064"/>
                  <a:pt x="442" y="5064"/>
                  <a:pt x="435" y="5064"/>
                </a:cubicBezTo>
                <a:cubicBezTo>
                  <a:pt x="1" y="5064"/>
                  <a:pt x="8" y="5727"/>
                  <a:pt x="457" y="5772"/>
                </a:cubicBezTo>
                <a:cubicBezTo>
                  <a:pt x="2374" y="5909"/>
                  <a:pt x="4314" y="5817"/>
                  <a:pt x="6232" y="5931"/>
                </a:cubicBezTo>
                <a:cubicBezTo>
                  <a:pt x="6241" y="5933"/>
                  <a:pt x="6250" y="5933"/>
                  <a:pt x="6260" y="5933"/>
                </a:cubicBezTo>
                <a:cubicBezTo>
                  <a:pt x="6414" y="5933"/>
                  <a:pt x="6596" y="5761"/>
                  <a:pt x="6574" y="5589"/>
                </a:cubicBezTo>
                <a:cubicBezTo>
                  <a:pt x="6323" y="3763"/>
                  <a:pt x="6917" y="1777"/>
                  <a:pt x="5798" y="157"/>
                </a:cubicBezTo>
                <a:cubicBezTo>
                  <a:pt x="5722" y="46"/>
                  <a:pt x="5615" y="1"/>
                  <a:pt x="5509" y="1"/>
                </a:cubicBezTo>
                <a:close/>
              </a:path>
            </a:pathLst>
          </a:custGeom>
          <a:solidFill>
            <a:srgbClr val="46AA9E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5" name="Google Shape;345;p24">
            <a:extLst>
              <a:ext uri="{FF2B5EF4-FFF2-40B4-BE49-F238E27FC236}">
                <a16:creationId xmlns:a16="http://schemas.microsoft.com/office/drawing/2014/main" id="{90415D69-181D-47E2-B027-80BA961D99FF}"/>
              </a:ext>
            </a:extLst>
          </p:cNvPr>
          <p:cNvSpPr>
            <a:spLocks noGrp="1"/>
          </p:cNvSpPr>
          <p:nvPr/>
        </p:nvSpPr>
        <p:spPr>
          <a:xfrm>
            <a:off x="8397547" y="3413673"/>
            <a:ext cx="14928" cy="14894"/>
          </a:xfrm>
          <a:custGeom>
            <a:avLst/>
            <a:gdLst/>
            <a:ahLst/>
            <a:cxnLst/>
            <a:rect l="l" t="t" r="r" b="b"/>
            <a:pathLst>
              <a:path w="435" h="434">
                <a:moveTo>
                  <a:pt x="0" y="0"/>
                </a:moveTo>
                <a:cubicBezTo>
                  <a:pt x="0" y="160"/>
                  <a:pt x="0" y="297"/>
                  <a:pt x="0" y="434"/>
                </a:cubicBezTo>
                <a:cubicBezTo>
                  <a:pt x="137" y="320"/>
                  <a:pt x="297" y="206"/>
                  <a:pt x="434" y="92"/>
                </a:cubicBezTo>
                <a:cubicBezTo>
                  <a:pt x="297" y="69"/>
                  <a:pt x="137" y="46"/>
                  <a:pt x="0" y="0"/>
                </a:cubicBezTo>
                <a:close/>
              </a:path>
            </a:pathLst>
          </a:custGeom>
          <a:solidFill>
            <a:srgbClr val="46AA9E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6" name="Google Shape;346;p24">
            <a:extLst>
              <a:ext uri="{FF2B5EF4-FFF2-40B4-BE49-F238E27FC236}">
                <a16:creationId xmlns:a16="http://schemas.microsoft.com/office/drawing/2014/main" id="{201398AD-5FFF-4E66-B15D-095660B91392}"/>
              </a:ext>
            </a:extLst>
          </p:cNvPr>
          <p:cNvSpPr>
            <a:spLocks noGrp="1"/>
          </p:cNvSpPr>
          <p:nvPr/>
        </p:nvSpPr>
        <p:spPr>
          <a:xfrm>
            <a:off x="8110852" y="3189438"/>
            <a:ext cx="313353" cy="251170"/>
          </a:xfrm>
          <a:custGeom>
            <a:avLst/>
            <a:gdLst/>
            <a:ahLst/>
            <a:cxnLst/>
            <a:rect l="l" t="t" r="r" b="b"/>
            <a:pathLst>
              <a:path w="9131" h="7319">
                <a:moveTo>
                  <a:pt x="7246" y="0"/>
                </a:moveTo>
                <a:cubicBezTo>
                  <a:pt x="7010" y="0"/>
                  <a:pt x="6757" y="260"/>
                  <a:pt x="6916" y="531"/>
                </a:cubicBezTo>
                <a:cubicBezTo>
                  <a:pt x="7852" y="2312"/>
                  <a:pt x="8354" y="4503"/>
                  <a:pt x="8354" y="6534"/>
                </a:cubicBezTo>
                <a:cubicBezTo>
                  <a:pt x="8491" y="6580"/>
                  <a:pt x="8651" y="6603"/>
                  <a:pt x="8788" y="6626"/>
                </a:cubicBezTo>
                <a:cubicBezTo>
                  <a:pt x="8651" y="6740"/>
                  <a:pt x="8491" y="6854"/>
                  <a:pt x="8354" y="6968"/>
                </a:cubicBezTo>
                <a:cubicBezTo>
                  <a:pt x="8354" y="6831"/>
                  <a:pt x="8354" y="6694"/>
                  <a:pt x="8354" y="6534"/>
                </a:cubicBezTo>
                <a:cubicBezTo>
                  <a:pt x="6091" y="6078"/>
                  <a:pt x="3793" y="5759"/>
                  <a:pt x="1475" y="5759"/>
                </a:cubicBezTo>
                <a:cubicBezTo>
                  <a:pt x="1128" y="5759"/>
                  <a:pt x="781" y="5766"/>
                  <a:pt x="434" y="5781"/>
                </a:cubicBezTo>
                <a:cubicBezTo>
                  <a:pt x="7" y="5781"/>
                  <a:pt x="1" y="6466"/>
                  <a:pt x="414" y="6466"/>
                </a:cubicBezTo>
                <a:cubicBezTo>
                  <a:pt x="420" y="6466"/>
                  <a:pt x="427" y="6466"/>
                  <a:pt x="434" y="6466"/>
                </a:cubicBezTo>
                <a:cubicBezTo>
                  <a:pt x="774" y="6452"/>
                  <a:pt x="1113" y="6445"/>
                  <a:pt x="1451" y="6445"/>
                </a:cubicBezTo>
                <a:cubicBezTo>
                  <a:pt x="3864" y="6445"/>
                  <a:pt x="6243" y="6790"/>
                  <a:pt x="8606" y="7310"/>
                </a:cubicBezTo>
                <a:cubicBezTo>
                  <a:pt x="8632" y="7316"/>
                  <a:pt x="8658" y="7318"/>
                  <a:pt x="8684" y="7318"/>
                </a:cubicBezTo>
                <a:cubicBezTo>
                  <a:pt x="8879" y="7318"/>
                  <a:pt x="9039" y="7170"/>
                  <a:pt x="9039" y="6968"/>
                </a:cubicBezTo>
                <a:cubicBezTo>
                  <a:pt x="9131" y="4685"/>
                  <a:pt x="8583" y="2175"/>
                  <a:pt x="7510" y="166"/>
                </a:cubicBezTo>
                <a:cubicBezTo>
                  <a:pt x="7448" y="49"/>
                  <a:pt x="7349" y="0"/>
                  <a:pt x="7246" y="0"/>
                </a:cubicBezTo>
                <a:close/>
              </a:path>
            </a:pathLst>
          </a:custGeom>
          <a:solidFill>
            <a:srgbClr val="46AA9E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7" name="Google Shape;347;p24">
            <a:extLst>
              <a:ext uri="{FF2B5EF4-FFF2-40B4-BE49-F238E27FC236}">
                <a16:creationId xmlns:a16="http://schemas.microsoft.com/office/drawing/2014/main" id="{E5F154A0-E05F-42FA-971E-1614D152CD1A}"/>
              </a:ext>
            </a:extLst>
          </p:cNvPr>
          <p:cNvSpPr>
            <a:spLocks noGrp="1"/>
          </p:cNvSpPr>
          <p:nvPr/>
        </p:nvSpPr>
        <p:spPr>
          <a:xfrm>
            <a:off x="7986346" y="3024401"/>
            <a:ext cx="249076" cy="266338"/>
          </a:xfrm>
          <a:custGeom>
            <a:avLst/>
            <a:gdLst/>
            <a:ahLst/>
            <a:cxnLst/>
            <a:rect l="l" t="t" r="r" b="b"/>
            <a:pathLst>
              <a:path w="7258" h="7761">
                <a:moveTo>
                  <a:pt x="5332" y="1"/>
                </a:moveTo>
                <a:cubicBezTo>
                  <a:pt x="5104" y="1"/>
                  <a:pt x="4857" y="257"/>
                  <a:pt x="4998" y="524"/>
                </a:cubicBezTo>
                <a:cubicBezTo>
                  <a:pt x="5774" y="2168"/>
                  <a:pt x="6116" y="4130"/>
                  <a:pt x="6276" y="5934"/>
                </a:cubicBezTo>
                <a:cubicBezTo>
                  <a:pt x="6299" y="6230"/>
                  <a:pt x="6299" y="6527"/>
                  <a:pt x="6276" y="6824"/>
                </a:cubicBezTo>
                <a:cubicBezTo>
                  <a:pt x="6276" y="6938"/>
                  <a:pt x="5888" y="6967"/>
                  <a:pt x="5477" y="6967"/>
                </a:cubicBezTo>
                <a:cubicBezTo>
                  <a:pt x="5066" y="6967"/>
                  <a:pt x="4633" y="6938"/>
                  <a:pt x="4541" y="6938"/>
                </a:cubicBezTo>
                <a:cubicBezTo>
                  <a:pt x="3195" y="6961"/>
                  <a:pt x="1825" y="7006"/>
                  <a:pt x="456" y="7052"/>
                </a:cubicBezTo>
                <a:cubicBezTo>
                  <a:pt x="29" y="7075"/>
                  <a:pt x="0" y="7760"/>
                  <a:pt x="434" y="7760"/>
                </a:cubicBezTo>
                <a:cubicBezTo>
                  <a:pt x="441" y="7760"/>
                  <a:pt x="448" y="7760"/>
                  <a:pt x="456" y="7760"/>
                </a:cubicBezTo>
                <a:cubicBezTo>
                  <a:pt x="2215" y="7700"/>
                  <a:pt x="3991" y="7641"/>
                  <a:pt x="5755" y="7641"/>
                </a:cubicBezTo>
                <a:cubicBezTo>
                  <a:pt x="6028" y="7641"/>
                  <a:pt x="6301" y="7643"/>
                  <a:pt x="6573" y="7646"/>
                </a:cubicBezTo>
                <a:cubicBezTo>
                  <a:pt x="6710" y="7646"/>
                  <a:pt x="6892" y="7531"/>
                  <a:pt x="6915" y="7395"/>
                </a:cubicBezTo>
                <a:cubicBezTo>
                  <a:pt x="7258" y="5089"/>
                  <a:pt x="6573" y="2259"/>
                  <a:pt x="5591" y="182"/>
                </a:cubicBezTo>
                <a:cubicBezTo>
                  <a:pt x="5534" y="54"/>
                  <a:pt x="5435" y="1"/>
                  <a:pt x="5332" y="1"/>
                </a:cubicBezTo>
                <a:close/>
              </a:path>
            </a:pathLst>
          </a:custGeom>
          <a:solidFill>
            <a:srgbClr val="46AA9E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8" name="Google Shape;348;p24">
            <a:extLst>
              <a:ext uri="{FF2B5EF4-FFF2-40B4-BE49-F238E27FC236}">
                <a16:creationId xmlns:a16="http://schemas.microsoft.com/office/drawing/2014/main" id="{AAC22102-F085-41D6-A839-34E92D20E4DE}"/>
              </a:ext>
            </a:extLst>
          </p:cNvPr>
          <p:cNvSpPr>
            <a:spLocks noGrp="1"/>
          </p:cNvSpPr>
          <p:nvPr/>
        </p:nvSpPr>
        <p:spPr>
          <a:xfrm>
            <a:off x="8052099" y="3135592"/>
            <a:ext cx="11771" cy="11771"/>
          </a:xfrm>
          <a:custGeom>
            <a:avLst/>
            <a:gdLst/>
            <a:ahLst/>
            <a:cxnLst/>
            <a:rect l="l" t="t" r="r" b="b"/>
            <a:pathLst>
              <a:path w="343" h="343">
                <a:moveTo>
                  <a:pt x="1" y="0"/>
                </a:moveTo>
                <a:cubicBezTo>
                  <a:pt x="1" y="114"/>
                  <a:pt x="1" y="229"/>
                  <a:pt x="1" y="343"/>
                </a:cubicBezTo>
                <a:cubicBezTo>
                  <a:pt x="115" y="229"/>
                  <a:pt x="229" y="114"/>
                  <a:pt x="343" y="0"/>
                </a:cubicBezTo>
                <a:close/>
              </a:path>
            </a:pathLst>
          </a:custGeom>
          <a:solidFill>
            <a:srgbClr val="46AA9E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9" name="Google Shape;349;p24">
            <a:extLst>
              <a:ext uri="{FF2B5EF4-FFF2-40B4-BE49-F238E27FC236}">
                <a16:creationId xmlns:a16="http://schemas.microsoft.com/office/drawing/2014/main" id="{69BA4646-36D4-43B4-BDBD-06892B7E8441}"/>
              </a:ext>
            </a:extLst>
          </p:cNvPr>
          <p:cNvSpPr>
            <a:spLocks noGrp="1"/>
          </p:cNvSpPr>
          <p:nvPr/>
        </p:nvSpPr>
        <p:spPr>
          <a:xfrm>
            <a:off x="7857069" y="2965614"/>
            <a:ext cx="220902" cy="194271"/>
          </a:xfrm>
          <a:custGeom>
            <a:avLst/>
            <a:gdLst/>
            <a:ahLst/>
            <a:cxnLst/>
            <a:rect l="l" t="t" r="r" b="b"/>
            <a:pathLst>
              <a:path w="6437" h="5661">
                <a:moveTo>
                  <a:pt x="5963" y="0"/>
                </a:moveTo>
                <a:cubicBezTo>
                  <a:pt x="5792" y="0"/>
                  <a:pt x="5626" y="114"/>
                  <a:pt x="5638" y="343"/>
                </a:cubicBezTo>
                <a:cubicBezTo>
                  <a:pt x="5684" y="1872"/>
                  <a:pt x="5729" y="3401"/>
                  <a:pt x="5684" y="4953"/>
                </a:cubicBezTo>
                <a:lnTo>
                  <a:pt x="6026" y="4953"/>
                </a:lnTo>
                <a:cubicBezTo>
                  <a:pt x="5912" y="5067"/>
                  <a:pt x="5798" y="5182"/>
                  <a:pt x="5684" y="5296"/>
                </a:cubicBezTo>
                <a:cubicBezTo>
                  <a:pt x="5684" y="5182"/>
                  <a:pt x="5684" y="5067"/>
                  <a:pt x="5684" y="4953"/>
                </a:cubicBezTo>
                <a:cubicBezTo>
                  <a:pt x="5105" y="4923"/>
                  <a:pt x="4525" y="4913"/>
                  <a:pt x="3942" y="4913"/>
                </a:cubicBezTo>
                <a:cubicBezTo>
                  <a:pt x="2777" y="4913"/>
                  <a:pt x="1605" y="4953"/>
                  <a:pt x="434" y="4953"/>
                </a:cubicBezTo>
                <a:cubicBezTo>
                  <a:pt x="0" y="4953"/>
                  <a:pt x="0" y="5661"/>
                  <a:pt x="434" y="5661"/>
                </a:cubicBezTo>
                <a:cubicBezTo>
                  <a:pt x="1771" y="5661"/>
                  <a:pt x="3096" y="5603"/>
                  <a:pt x="4426" y="5603"/>
                </a:cubicBezTo>
                <a:cubicBezTo>
                  <a:pt x="4958" y="5603"/>
                  <a:pt x="5491" y="5612"/>
                  <a:pt x="6026" y="5638"/>
                </a:cubicBezTo>
                <a:cubicBezTo>
                  <a:pt x="6036" y="5639"/>
                  <a:pt x="6047" y="5640"/>
                  <a:pt x="6057" y="5640"/>
                </a:cubicBezTo>
                <a:cubicBezTo>
                  <a:pt x="6226" y="5640"/>
                  <a:pt x="6368" y="5468"/>
                  <a:pt x="6368" y="5296"/>
                </a:cubicBezTo>
                <a:cubicBezTo>
                  <a:pt x="6437" y="3652"/>
                  <a:pt x="6391" y="1986"/>
                  <a:pt x="6323" y="343"/>
                </a:cubicBezTo>
                <a:cubicBezTo>
                  <a:pt x="6311" y="114"/>
                  <a:pt x="6134" y="0"/>
                  <a:pt x="5963" y="0"/>
                </a:cubicBezTo>
                <a:close/>
              </a:path>
            </a:pathLst>
          </a:custGeom>
          <a:solidFill>
            <a:srgbClr val="46AA9E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0" name="Google Shape;350;p24">
            <a:extLst>
              <a:ext uri="{FF2B5EF4-FFF2-40B4-BE49-F238E27FC236}">
                <a16:creationId xmlns:a16="http://schemas.microsoft.com/office/drawing/2014/main" id="{13E182AB-055E-4E85-8E3C-DCFAC335C387}"/>
              </a:ext>
            </a:extLst>
          </p:cNvPr>
          <p:cNvSpPr>
            <a:spLocks noGrp="1"/>
          </p:cNvSpPr>
          <p:nvPr/>
        </p:nvSpPr>
        <p:spPr>
          <a:xfrm>
            <a:off x="7876630" y="2995368"/>
            <a:ext cx="14928" cy="10227"/>
          </a:xfrm>
          <a:custGeom>
            <a:avLst/>
            <a:gdLst/>
            <a:ahLst/>
            <a:cxnLst/>
            <a:rect l="l" t="t" r="r" b="b"/>
            <a:pathLst>
              <a:path w="435" h="298">
                <a:moveTo>
                  <a:pt x="46" y="1"/>
                </a:moveTo>
                <a:cubicBezTo>
                  <a:pt x="23" y="92"/>
                  <a:pt x="23" y="183"/>
                  <a:pt x="1" y="297"/>
                </a:cubicBezTo>
                <a:cubicBezTo>
                  <a:pt x="160" y="206"/>
                  <a:pt x="297" y="138"/>
                  <a:pt x="434" y="46"/>
                </a:cubicBezTo>
                <a:cubicBezTo>
                  <a:pt x="297" y="23"/>
                  <a:pt x="183" y="23"/>
                  <a:pt x="46" y="1"/>
                </a:cubicBezTo>
                <a:close/>
              </a:path>
            </a:pathLst>
          </a:custGeom>
          <a:solidFill>
            <a:srgbClr val="46AA9E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1" name="Google Shape;351;p24">
            <a:extLst>
              <a:ext uri="{FF2B5EF4-FFF2-40B4-BE49-F238E27FC236}">
                <a16:creationId xmlns:a16="http://schemas.microsoft.com/office/drawing/2014/main" id="{B47DE463-AD2A-47AB-96F7-8AF106D3CB4E}"/>
              </a:ext>
            </a:extLst>
          </p:cNvPr>
          <p:cNvSpPr>
            <a:spLocks noGrp="1"/>
          </p:cNvSpPr>
          <p:nvPr/>
        </p:nvSpPr>
        <p:spPr>
          <a:xfrm>
            <a:off x="7734861" y="2834587"/>
            <a:ext cx="173132" cy="185555"/>
          </a:xfrm>
          <a:custGeom>
            <a:avLst/>
            <a:gdLst/>
            <a:ahLst/>
            <a:cxnLst/>
            <a:rect l="l" t="t" r="r" b="b"/>
            <a:pathLst>
              <a:path w="5045" h="5407">
                <a:moveTo>
                  <a:pt x="3832" y="1"/>
                </a:moveTo>
                <a:cubicBezTo>
                  <a:pt x="3658" y="1"/>
                  <a:pt x="3493" y="109"/>
                  <a:pt x="3515" y="326"/>
                </a:cubicBezTo>
                <a:cubicBezTo>
                  <a:pt x="3629" y="1787"/>
                  <a:pt x="4269" y="3225"/>
                  <a:pt x="4177" y="4686"/>
                </a:cubicBezTo>
                <a:cubicBezTo>
                  <a:pt x="4314" y="4708"/>
                  <a:pt x="4428" y="4708"/>
                  <a:pt x="4565" y="4731"/>
                </a:cubicBezTo>
                <a:cubicBezTo>
                  <a:pt x="4428" y="4823"/>
                  <a:pt x="4291" y="4891"/>
                  <a:pt x="4132" y="4982"/>
                </a:cubicBezTo>
                <a:cubicBezTo>
                  <a:pt x="4154" y="4868"/>
                  <a:pt x="4154" y="4777"/>
                  <a:pt x="4177" y="4686"/>
                </a:cubicBezTo>
                <a:cubicBezTo>
                  <a:pt x="3477" y="4597"/>
                  <a:pt x="2785" y="4550"/>
                  <a:pt x="2091" y="4550"/>
                </a:cubicBezTo>
                <a:cubicBezTo>
                  <a:pt x="1541" y="4550"/>
                  <a:pt x="990" y="4579"/>
                  <a:pt x="434" y="4640"/>
                </a:cubicBezTo>
                <a:cubicBezTo>
                  <a:pt x="14" y="4684"/>
                  <a:pt x="1" y="5327"/>
                  <a:pt x="393" y="5327"/>
                </a:cubicBezTo>
                <a:cubicBezTo>
                  <a:pt x="406" y="5327"/>
                  <a:pt x="420" y="5326"/>
                  <a:pt x="434" y="5325"/>
                </a:cubicBezTo>
                <a:cubicBezTo>
                  <a:pt x="1029" y="5263"/>
                  <a:pt x="1619" y="5229"/>
                  <a:pt x="2209" y="5229"/>
                </a:cubicBezTo>
                <a:cubicBezTo>
                  <a:pt x="2932" y="5229"/>
                  <a:pt x="3654" y="5280"/>
                  <a:pt x="4383" y="5393"/>
                </a:cubicBezTo>
                <a:cubicBezTo>
                  <a:pt x="4414" y="5402"/>
                  <a:pt x="4448" y="5407"/>
                  <a:pt x="4483" y="5407"/>
                </a:cubicBezTo>
                <a:cubicBezTo>
                  <a:pt x="4625" y="5407"/>
                  <a:pt x="4780" y="5330"/>
                  <a:pt x="4816" y="5165"/>
                </a:cubicBezTo>
                <a:cubicBezTo>
                  <a:pt x="5045" y="3476"/>
                  <a:pt x="4337" y="1969"/>
                  <a:pt x="4200" y="326"/>
                </a:cubicBezTo>
                <a:cubicBezTo>
                  <a:pt x="4189" y="109"/>
                  <a:pt x="4006" y="1"/>
                  <a:pt x="3832" y="1"/>
                </a:cubicBezTo>
                <a:close/>
              </a:path>
            </a:pathLst>
          </a:custGeom>
          <a:solidFill>
            <a:srgbClr val="46AA9E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2" name="Google Shape;352;p24">
            <a:extLst>
              <a:ext uri="{FF2B5EF4-FFF2-40B4-BE49-F238E27FC236}">
                <a16:creationId xmlns:a16="http://schemas.microsoft.com/office/drawing/2014/main" id="{F517D634-22EE-4AFF-89A3-6CA9E201B103}"/>
              </a:ext>
            </a:extLst>
          </p:cNvPr>
          <p:cNvSpPr>
            <a:spLocks noGrp="1"/>
          </p:cNvSpPr>
          <p:nvPr/>
        </p:nvSpPr>
        <p:spPr>
          <a:xfrm>
            <a:off x="7977697" y="2929580"/>
            <a:ext cx="46226" cy="36068"/>
          </a:xfrm>
          <a:custGeom>
            <a:avLst/>
            <a:gdLst/>
            <a:ahLst/>
            <a:cxnLst/>
            <a:rect l="l" t="t" r="r" b="b"/>
            <a:pathLst>
              <a:path w="1347" h="1051">
                <a:moveTo>
                  <a:pt x="662" y="0"/>
                </a:moveTo>
                <a:cubicBezTo>
                  <a:pt x="0" y="0"/>
                  <a:pt x="0" y="1050"/>
                  <a:pt x="662" y="1050"/>
                </a:cubicBezTo>
                <a:cubicBezTo>
                  <a:pt x="1347" y="1050"/>
                  <a:pt x="1347" y="0"/>
                  <a:pt x="662" y="0"/>
                </a:cubicBezTo>
                <a:close/>
              </a:path>
            </a:pathLst>
          </a:custGeom>
          <a:solidFill>
            <a:srgbClr val="46AA9E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3" name="Google Shape;353;p24">
            <a:extLst>
              <a:ext uri="{FF2B5EF4-FFF2-40B4-BE49-F238E27FC236}">
                <a16:creationId xmlns:a16="http://schemas.microsoft.com/office/drawing/2014/main" id="{58F05741-B04D-4FBD-9B6F-15F998715B23}"/>
              </a:ext>
            </a:extLst>
          </p:cNvPr>
          <p:cNvSpPr>
            <a:spLocks noGrp="1"/>
          </p:cNvSpPr>
          <p:nvPr/>
        </p:nvSpPr>
        <p:spPr>
          <a:xfrm>
            <a:off x="7935383" y="2891967"/>
            <a:ext cx="46260" cy="36068"/>
          </a:xfrm>
          <a:custGeom>
            <a:avLst/>
            <a:gdLst/>
            <a:ahLst/>
            <a:cxnLst/>
            <a:rect l="l" t="t" r="r" b="b"/>
            <a:pathLst>
              <a:path w="1348" h="1051">
                <a:moveTo>
                  <a:pt x="685" y="1"/>
                </a:moveTo>
                <a:cubicBezTo>
                  <a:pt x="1" y="1"/>
                  <a:pt x="1" y="1051"/>
                  <a:pt x="685" y="1051"/>
                </a:cubicBezTo>
                <a:cubicBezTo>
                  <a:pt x="1347" y="1051"/>
                  <a:pt x="1347" y="1"/>
                  <a:pt x="685" y="1"/>
                </a:cubicBezTo>
                <a:close/>
              </a:path>
            </a:pathLst>
          </a:custGeom>
          <a:solidFill>
            <a:srgbClr val="46AA9E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4" name="Google Shape;354;p24">
            <a:extLst>
              <a:ext uri="{FF2B5EF4-FFF2-40B4-BE49-F238E27FC236}">
                <a16:creationId xmlns:a16="http://schemas.microsoft.com/office/drawing/2014/main" id="{F8C147DF-9BF5-4EF1-B3B3-A6AC2CFE6917}"/>
              </a:ext>
            </a:extLst>
          </p:cNvPr>
          <p:cNvSpPr>
            <a:spLocks noGrp="1"/>
          </p:cNvSpPr>
          <p:nvPr/>
        </p:nvSpPr>
        <p:spPr>
          <a:xfrm>
            <a:off x="7987101" y="2880230"/>
            <a:ext cx="46226" cy="35278"/>
          </a:xfrm>
          <a:custGeom>
            <a:avLst/>
            <a:gdLst/>
            <a:ahLst/>
            <a:cxnLst/>
            <a:rect l="l" t="t" r="r" b="b"/>
            <a:pathLst>
              <a:path w="1347" h="1028">
                <a:moveTo>
                  <a:pt x="662" y="0"/>
                </a:moveTo>
                <a:cubicBezTo>
                  <a:pt x="0" y="0"/>
                  <a:pt x="0" y="1027"/>
                  <a:pt x="662" y="1027"/>
                </a:cubicBezTo>
                <a:cubicBezTo>
                  <a:pt x="1347" y="1027"/>
                  <a:pt x="1347" y="0"/>
                  <a:pt x="662" y="0"/>
                </a:cubicBezTo>
                <a:close/>
              </a:path>
            </a:pathLst>
          </a:custGeom>
          <a:solidFill>
            <a:srgbClr val="46AA9E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5" name="Google Shape;355;p24">
            <a:extLst>
              <a:ext uri="{FF2B5EF4-FFF2-40B4-BE49-F238E27FC236}">
                <a16:creationId xmlns:a16="http://schemas.microsoft.com/office/drawing/2014/main" id="{F5A187A8-9041-4771-AA8C-11C2722D0D5D}"/>
              </a:ext>
            </a:extLst>
          </p:cNvPr>
          <p:cNvSpPr>
            <a:spLocks noGrp="1"/>
          </p:cNvSpPr>
          <p:nvPr/>
        </p:nvSpPr>
        <p:spPr>
          <a:xfrm>
            <a:off x="7900138" y="3260923"/>
            <a:ext cx="46260" cy="36068"/>
          </a:xfrm>
          <a:custGeom>
            <a:avLst/>
            <a:gdLst/>
            <a:ahLst/>
            <a:cxnLst/>
            <a:rect l="l" t="t" r="r" b="b"/>
            <a:pathLst>
              <a:path w="1348" h="1051">
                <a:moveTo>
                  <a:pt x="685" y="0"/>
                </a:moveTo>
                <a:cubicBezTo>
                  <a:pt x="0" y="0"/>
                  <a:pt x="0" y="1050"/>
                  <a:pt x="685" y="1050"/>
                </a:cubicBezTo>
                <a:cubicBezTo>
                  <a:pt x="1347" y="1050"/>
                  <a:pt x="1347" y="0"/>
                  <a:pt x="685" y="0"/>
                </a:cubicBezTo>
                <a:close/>
              </a:path>
            </a:pathLst>
          </a:custGeom>
          <a:solidFill>
            <a:srgbClr val="46AA9E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6" name="Google Shape;356;p24">
            <a:extLst>
              <a:ext uri="{FF2B5EF4-FFF2-40B4-BE49-F238E27FC236}">
                <a16:creationId xmlns:a16="http://schemas.microsoft.com/office/drawing/2014/main" id="{707C01A2-FE5E-44AC-A8C8-517D9231CCB4}"/>
              </a:ext>
            </a:extLst>
          </p:cNvPr>
          <p:cNvSpPr>
            <a:spLocks noGrp="1"/>
          </p:cNvSpPr>
          <p:nvPr/>
        </p:nvSpPr>
        <p:spPr>
          <a:xfrm>
            <a:off x="7853122" y="3226467"/>
            <a:ext cx="46260" cy="36033"/>
          </a:xfrm>
          <a:custGeom>
            <a:avLst/>
            <a:gdLst/>
            <a:ahLst/>
            <a:cxnLst/>
            <a:rect l="l" t="t" r="r" b="b"/>
            <a:pathLst>
              <a:path w="1348" h="1050">
                <a:moveTo>
                  <a:pt x="686" y="0"/>
                </a:moveTo>
                <a:cubicBezTo>
                  <a:pt x="1" y="0"/>
                  <a:pt x="1" y="1050"/>
                  <a:pt x="686" y="1050"/>
                </a:cubicBezTo>
                <a:cubicBezTo>
                  <a:pt x="1348" y="1050"/>
                  <a:pt x="1348" y="0"/>
                  <a:pt x="686" y="0"/>
                </a:cubicBezTo>
                <a:close/>
              </a:path>
            </a:pathLst>
          </a:custGeom>
          <a:solidFill>
            <a:srgbClr val="46AA9E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7" name="Google Shape;357;p24">
            <a:extLst>
              <a:ext uri="{FF2B5EF4-FFF2-40B4-BE49-F238E27FC236}">
                <a16:creationId xmlns:a16="http://schemas.microsoft.com/office/drawing/2014/main" id="{92CDB54B-3DDC-4485-90CE-F259B5CD32E3}"/>
              </a:ext>
            </a:extLst>
          </p:cNvPr>
          <p:cNvSpPr>
            <a:spLocks noGrp="1"/>
          </p:cNvSpPr>
          <p:nvPr/>
        </p:nvSpPr>
        <p:spPr>
          <a:xfrm>
            <a:off x="7915032" y="3208450"/>
            <a:ext cx="46226" cy="36068"/>
          </a:xfrm>
          <a:custGeom>
            <a:avLst/>
            <a:gdLst/>
            <a:ahLst/>
            <a:cxnLst/>
            <a:rect l="l" t="t" r="r" b="b"/>
            <a:pathLst>
              <a:path w="1347" h="1051">
                <a:moveTo>
                  <a:pt x="662" y="0"/>
                </a:moveTo>
                <a:cubicBezTo>
                  <a:pt x="0" y="0"/>
                  <a:pt x="0" y="1050"/>
                  <a:pt x="662" y="1050"/>
                </a:cubicBezTo>
                <a:cubicBezTo>
                  <a:pt x="1347" y="1050"/>
                  <a:pt x="1347" y="0"/>
                  <a:pt x="662" y="0"/>
                </a:cubicBezTo>
                <a:close/>
              </a:path>
            </a:pathLst>
          </a:custGeom>
          <a:solidFill>
            <a:srgbClr val="46AA9E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8" name="Google Shape;358;p24">
            <a:extLst>
              <a:ext uri="{FF2B5EF4-FFF2-40B4-BE49-F238E27FC236}">
                <a16:creationId xmlns:a16="http://schemas.microsoft.com/office/drawing/2014/main" id="{E3D53192-6C8D-43A0-BB15-3DACAC4983C3}"/>
              </a:ext>
            </a:extLst>
          </p:cNvPr>
          <p:cNvSpPr>
            <a:spLocks noGrp="1"/>
          </p:cNvSpPr>
          <p:nvPr/>
        </p:nvSpPr>
        <p:spPr>
          <a:xfrm>
            <a:off x="7628338" y="2838705"/>
            <a:ext cx="46226" cy="36068"/>
          </a:xfrm>
          <a:custGeom>
            <a:avLst/>
            <a:gdLst/>
            <a:ahLst/>
            <a:cxnLst/>
            <a:rect l="l" t="t" r="r" b="b"/>
            <a:pathLst>
              <a:path w="1347" h="1051">
                <a:moveTo>
                  <a:pt x="662" y="1"/>
                </a:moveTo>
                <a:cubicBezTo>
                  <a:pt x="0" y="1"/>
                  <a:pt x="0" y="1051"/>
                  <a:pt x="662" y="1051"/>
                </a:cubicBezTo>
                <a:cubicBezTo>
                  <a:pt x="1347" y="1051"/>
                  <a:pt x="1347" y="1"/>
                  <a:pt x="662" y="1"/>
                </a:cubicBezTo>
                <a:close/>
              </a:path>
            </a:pathLst>
          </a:custGeom>
          <a:solidFill>
            <a:srgbClr val="46AA9E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9" name="Google Shape;359;p24">
            <a:extLst>
              <a:ext uri="{FF2B5EF4-FFF2-40B4-BE49-F238E27FC236}">
                <a16:creationId xmlns:a16="http://schemas.microsoft.com/office/drawing/2014/main" id="{90CFACAA-9CDA-421B-B737-081D8B5CC95B}"/>
              </a:ext>
            </a:extLst>
          </p:cNvPr>
          <p:cNvSpPr>
            <a:spLocks noGrp="1"/>
          </p:cNvSpPr>
          <p:nvPr/>
        </p:nvSpPr>
        <p:spPr>
          <a:xfrm>
            <a:off x="7657302" y="2812074"/>
            <a:ext cx="46260" cy="36068"/>
          </a:xfrm>
          <a:custGeom>
            <a:avLst/>
            <a:gdLst/>
            <a:ahLst/>
            <a:cxnLst/>
            <a:rect l="l" t="t" r="r" b="b"/>
            <a:pathLst>
              <a:path w="1348" h="1051">
                <a:moveTo>
                  <a:pt x="662" y="0"/>
                </a:moveTo>
                <a:cubicBezTo>
                  <a:pt x="1" y="0"/>
                  <a:pt x="1" y="1050"/>
                  <a:pt x="662" y="1050"/>
                </a:cubicBezTo>
                <a:cubicBezTo>
                  <a:pt x="1347" y="1050"/>
                  <a:pt x="1347" y="0"/>
                  <a:pt x="662" y="0"/>
                </a:cubicBezTo>
                <a:close/>
              </a:path>
            </a:pathLst>
          </a:custGeom>
          <a:solidFill>
            <a:srgbClr val="46AA9E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0" name="Google Shape;360;p24">
            <a:extLst>
              <a:ext uri="{FF2B5EF4-FFF2-40B4-BE49-F238E27FC236}">
                <a16:creationId xmlns:a16="http://schemas.microsoft.com/office/drawing/2014/main" id="{1CBFEFB8-8F61-4FB2-AB24-168E916C931F}"/>
              </a:ext>
            </a:extLst>
          </p:cNvPr>
          <p:cNvSpPr>
            <a:spLocks noGrp="1"/>
          </p:cNvSpPr>
          <p:nvPr/>
        </p:nvSpPr>
        <p:spPr>
          <a:xfrm>
            <a:off x="8204850" y="2991456"/>
            <a:ext cx="45471" cy="36068"/>
          </a:xfrm>
          <a:custGeom>
            <a:avLst/>
            <a:gdLst/>
            <a:ahLst/>
            <a:cxnLst/>
            <a:rect l="l" t="t" r="r" b="b"/>
            <a:pathLst>
              <a:path w="1325" h="1051">
                <a:moveTo>
                  <a:pt x="662" y="0"/>
                </a:moveTo>
                <a:cubicBezTo>
                  <a:pt x="0" y="0"/>
                  <a:pt x="0" y="1050"/>
                  <a:pt x="662" y="1050"/>
                </a:cubicBezTo>
                <a:cubicBezTo>
                  <a:pt x="1324" y="1050"/>
                  <a:pt x="1324" y="0"/>
                  <a:pt x="662" y="0"/>
                </a:cubicBezTo>
                <a:close/>
              </a:path>
            </a:pathLst>
          </a:custGeom>
          <a:solidFill>
            <a:srgbClr val="46AA9E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1" name="Google Shape;361;p24">
            <a:extLst>
              <a:ext uri="{FF2B5EF4-FFF2-40B4-BE49-F238E27FC236}">
                <a16:creationId xmlns:a16="http://schemas.microsoft.com/office/drawing/2014/main" id="{D59270AC-8EA6-4DE5-9D38-2FD8F5712558}"/>
              </a:ext>
            </a:extLst>
          </p:cNvPr>
          <p:cNvSpPr>
            <a:spLocks noGrp="1"/>
          </p:cNvSpPr>
          <p:nvPr/>
        </p:nvSpPr>
        <p:spPr>
          <a:xfrm>
            <a:off x="8165693" y="2959334"/>
            <a:ext cx="46226" cy="35278"/>
          </a:xfrm>
          <a:custGeom>
            <a:avLst/>
            <a:gdLst/>
            <a:ahLst/>
            <a:cxnLst/>
            <a:rect l="l" t="t" r="r" b="b"/>
            <a:pathLst>
              <a:path w="1347" h="1028">
                <a:moveTo>
                  <a:pt x="662" y="1"/>
                </a:moveTo>
                <a:cubicBezTo>
                  <a:pt x="0" y="1"/>
                  <a:pt x="0" y="1028"/>
                  <a:pt x="662" y="1028"/>
                </a:cubicBezTo>
                <a:cubicBezTo>
                  <a:pt x="1347" y="1028"/>
                  <a:pt x="1347" y="1"/>
                  <a:pt x="662" y="1"/>
                </a:cubicBezTo>
                <a:close/>
              </a:path>
            </a:pathLst>
          </a:custGeom>
          <a:solidFill>
            <a:srgbClr val="46AA9E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2" name="Google Shape;362;p24">
            <a:extLst>
              <a:ext uri="{FF2B5EF4-FFF2-40B4-BE49-F238E27FC236}">
                <a16:creationId xmlns:a16="http://schemas.microsoft.com/office/drawing/2014/main" id="{C8207CC7-DFD5-4075-8F39-916DA66F46C7}"/>
              </a:ext>
            </a:extLst>
          </p:cNvPr>
          <p:cNvSpPr>
            <a:spLocks noGrp="1"/>
          </p:cNvSpPr>
          <p:nvPr/>
        </p:nvSpPr>
        <p:spPr>
          <a:xfrm>
            <a:off x="8076397" y="3430901"/>
            <a:ext cx="46226" cy="36068"/>
          </a:xfrm>
          <a:custGeom>
            <a:avLst/>
            <a:gdLst/>
            <a:ahLst/>
            <a:cxnLst/>
            <a:rect l="l" t="t" r="r" b="b"/>
            <a:pathLst>
              <a:path w="1347" h="1051">
                <a:moveTo>
                  <a:pt x="662" y="0"/>
                </a:moveTo>
                <a:cubicBezTo>
                  <a:pt x="0" y="0"/>
                  <a:pt x="0" y="1050"/>
                  <a:pt x="662" y="1050"/>
                </a:cubicBezTo>
                <a:cubicBezTo>
                  <a:pt x="1347" y="1050"/>
                  <a:pt x="1347" y="0"/>
                  <a:pt x="662" y="0"/>
                </a:cubicBezTo>
                <a:close/>
              </a:path>
            </a:pathLst>
          </a:custGeom>
          <a:solidFill>
            <a:srgbClr val="46AA9E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3" name="Google Shape;363;p24">
            <a:extLst>
              <a:ext uri="{FF2B5EF4-FFF2-40B4-BE49-F238E27FC236}">
                <a16:creationId xmlns:a16="http://schemas.microsoft.com/office/drawing/2014/main" id="{2193BDD0-542B-4F90-9948-EEC96A60B6A1}"/>
              </a:ext>
            </a:extLst>
          </p:cNvPr>
          <p:cNvSpPr>
            <a:spLocks noGrp="1"/>
          </p:cNvSpPr>
          <p:nvPr/>
        </p:nvSpPr>
        <p:spPr>
          <a:xfrm>
            <a:off x="8028591" y="3413673"/>
            <a:ext cx="46260" cy="36068"/>
          </a:xfrm>
          <a:custGeom>
            <a:avLst/>
            <a:gdLst/>
            <a:ahLst/>
            <a:cxnLst/>
            <a:rect l="l" t="t" r="r" b="b"/>
            <a:pathLst>
              <a:path w="1348" h="1051">
                <a:moveTo>
                  <a:pt x="686" y="0"/>
                </a:moveTo>
                <a:cubicBezTo>
                  <a:pt x="1" y="0"/>
                  <a:pt x="1" y="1050"/>
                  <a:pt x="686" y="1050"/>
                </a:cubicBezTo>
                <a:cubicBezTo>
                  <a:pt x="1347" y="1050"/>
                  <a:pt x="1347" y="0"/>
                  <a:pt x="686" y="0"/>
                </a:cubicBezTo>
                <a:close/>
              </a:path>
            </a:pathLst>
          </a:custGeom>
          <a:solidFill>
            <a:srgbClr val="46AA9E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4" name="Google Shape;364;p24">
            <a:extLst>
              <a:ext uri="{FF2B5EF4-FFF2-40B4-BE49-F238E27FC236}">
                <a16:creationId xmlns:a16="http://schemas.microsoft.com/office/drawing/2014/main" id="{3387922B-62E9-47B9-9959-CE84F14F9A35}"/>
              </a:ext>
            </a:extLst>
          </p:cNvPr>
          <p:cNvSpPr>
            <a:spLocks noGrp="1"/>
          </p:cNvSpPr>
          <p:nvPr/>
        </p:nvSpPr>
        <p:spPr>
          <a:xfrm>
            <a:off x="7391747" y="1888467"/>
            <a:ext cx="1766390" cy="973004"/>
          </a:xfrm>
          <a:custGeom>
            <a:avLst/>
            <a:gdLst/>
            <a:ahLst/>
            <a:cxnLst/>
            <a:rect l="l" t="t" r="r" b="b"/>
            <a:pathLst>
              <a:path w="51472" h="28353">
                <a:moveTo>
                  <a:pt x="15357" y="1"/>
                </a:moveTo>
                <a:cubicBezTo>
                  <a:pt x="9974" y="1"/>
                  <a:pt x="4681" y="665"/>
                  <a:pt x="1" y="2034"/>
                </a:cubicBezTo>
                <a:cubicBezTo>
                  <a:pt x="8058" y="10662"/>
                  <a:pt x="11938" y="20385"/>
                  <a:pt x="24173" y="24836"/>
                </a:cubicBezTo>
                <a:cubicBezTo>
                  <a:pt x="29410" y="26673"/>
                  <a:pt x="35752" y="28352"/>
                  <a:pt x="42537" y="28352"/>
                </a:cubicBezTo>
                <a:cubicBezTo>
                  <a:pt x="45451" y="28352"/>
                  <a:pt x="48447" y="28042"/>
                  <a:pt x="51472" y="27302"/>
                </a:cubicBezTo>
                <a:lnTo>
                  <a:pt x="51472" y="14268"/>
                </a:lnTo>
                <a:cubicBezTo>
                  <a:pt x="47797" y="10023"/>
                  <a:pt x="43734" y="6508"/>
                  <a:pt x="37526" y="3974"/>
                </a:cubicBezTo>
                <a:cubicBezTo>
                  <a:pt x="30977" y="1366"/>
                  <a:pt x="23074" y="1"/>
                  <a:pt x="15357" y="1"/>
                </a:cubicBezTo>
                <a:close/>
              </a:path>
            </a:pathLst>
          </a:custGeom>
          <a:solidFill>
            <a:srgbClr val="0B443D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5" name="Google Shape;365;p24">
            <a:extLst>
              <a:ext uri="{FF2B5EF4-FFF2-40B4-BE49-F238E27FC236}">
                <a16:creationId xmlns:a16="http://schemas.microsoft.com/office/drawing/2014/main" id="{3DC88D72-28C9-4317-A482-B7A8D5D05D80}"/>
              </a:ext>
            </a:extLst>
          </p:cNvPr>
          <p:cNvSpPr>
            <a:spLocks noGrp="1"/>
          </p:cNvSpPr>
          <p:nvPr/>
        </p:nvSpPr>
        <p:spPr>
          <a:xfrm>
            <a:off x="7641825" y="2051170"/>
            <a:ext cx="1516319" cy="632472"/>
          </a:xfrm>
          <a:custGeom>
            <a:avLst/>
            <a:gdLst/>
            <a:ahLst/>
            <a:cxnLst/>
            <a:rect l="l" t="t" r="r" b="b"/>
            <a:pathLst>
              <a:path w="44185" h="18430">
                <a:moveTo>
                  <a:pt x="508" y="1"/>
                </a:moveTo>
                <a:cubicBezTo>
                  <a:pt x="134" y="1"/>
                  <a:pt x="0" y="587"/>
                  <a:pt x="406" y="694"/>
                </a:cubicBezTo>
                <a:cubicBezTo>
                  <a:pt x="9308" y="2817"/>
                  <a:pt x="17274" y="7587"/>
                  <a:pt x="25377" y="11650"/>
                </a:cubicBezTo>
                <a:cubicBezTo>
                  <a:pt x="31311" y="14640"/>
                  <a:pt x="37588" y="17448"/>
                  <a:pt x="44185" y="18429"/>
                </a:cubicBezTo>
                <a:lnTo>
                  <a:pt x="44185" y="17722"/>
                </a:lnTo>
                <a:cubicBezTo>
                  <a:pt x="37429" y="16694"/>
                  <a:pt x="31015" y="13727"/>
                  <a:pt x="24943" y="10669"/>
                </a:cubicBezTo>
                <a:cubicBezTo>
                  <a:pt x="17046" y="6674"/>
                  <a:pt x="9262" y="2086"/>
                  <a:pt x="589" y="9"/>
                </a:cubicBezTo>
                <a:cubicBezTo>
                  <a:pt x="561" y="3"/>
                  <a:pt x="534" y="1"/>
                  <a:pt x="508" y="1"/>
                </a:cubicBezTo>
                <a:close/>
              </a:path>
            </a:pathLst>
          </a:custGeom>
          <a:solidFill>
            <a:srgbClr val="459B97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6" name="Google Shape;366;p24">
            <a:extLst>
              <a:ext uri="{FF2B5EF4-FFF2-40B4-BE49-F238E27FC236}">
                <a16:creationId xmlns:a16="http://schemas.microsoft.com/office/drawing/2014/main" id="{8D6AC224-5B29-44ED-9E5B-6D74CAA2BBC7}"/>
              </a:ext>
            </a:extLst>
          </p:cNvPr>
          <p:cNvSpPr>
            <a:spLocks noGrp="1"/>
          </p:cNvSpPr>
          <p:nvPr/>
        </p:nvSpPr>
        <p:spPr>
          <a:xfrm>
            <a:off x="8114765" y="2241808"/>
            <a:ext cx="21174" cy="18051"/>
          </a:xfrm>
          <a:custGeom>
            <a:avLst/>
            <a:gdLst/>
            <a:ahLst/>
            <a:cxnLst/>
            <a:rect l="l" t="t" r="r" b="b"/>
            <a:pathLst>
              <a:path w="617" h="526">
                <a:moveTo>
                  <a:pt x="617" y="1"/>
                </a:moveTo>
                <a:lnTo>
                  <a:pt x="617" y="1"/>
                </a:lnTo>
                <a:cubicBezTo>
                  <a:pt x="411" y="24"/>
                  <a:pt x="206" y="24"/>
                  <a:pt x="1" y="24"/>
                </a:cubicBezTo>
                <a:cubicBezTo>
                  <a:pt x="115" y="206"/>
                  <a:pt x="206" y="366"/>
                  <a:pt x="297" y="526"/>
                </a:cubicBezTo>
                <a:cubicBezTo>
                  <a:pt x="411" y="366"/>
                  <a:pt x="503" y="183"/>
                  <a:pt x="617" y="1"/>
                </a:cubicBezTo>
                <a:close/>
              </a:path>
            </a:pathLst>
          </a:custGeom>
          <a:solidFill>
            <a:srgbClr val="459B97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7" name="Google Shape;367;p24">
            <a:extLst>
              <a:ext uri="{FF2B5EF4-FFF2-40B4-BE49-F238E27FC236}">
                <a16:creationId xmlns:a16="http://schemas.microsoft.com/office/drawing/2014/main" id="{61261BCB-D6C8-4DCE-8F4F-D0538888EACF}"/>
              </a:ext>
            </a:extLst>
          </p:cNvPr>
          <p:cNvSpPr>
            <a:spLocks noGrp="1"/>
          </p:cNvSpPr>
          <p:nvPr/>
        </p:nvSpPr>
        <p:spPr>
          <a:xfrm>
            <a:off x="7777142" y="1994922"/>
            <a:ext cx="372894" cy="291527"/>
          </a:xfrm>
          <a:custGeom>
            <a:avLst/>
            <a:gdLst/>
            <a:ahLst/>
            <a:cxnLst/>
            <a:rect l="l" t="t" r="r" b="b"/>
            <a:pathLst>
              <a:path w="10866" h="8495">
                <a:moveTo>
                  <a:pt x="5735" y="0"/>
                </a:moveTo>
                <a:cubicBezTo>
                  <a:pt x="5479" y="0"/>
                  <a:pt x="5232" y="248"/>
                  <a:pt x="5410" y="507"/>
                </a:cubicBezTo>
                <a:cubicBezTo>
                  <a:pt x="7031" y="2653"/>
                  <a:pt x="8515" y="4889"/>
                  <a:pt x="9839" y="7218"/>
                </a:cubicBezTo>
                <a:cubicBezTo>
                  <a:pt x="10044" y="7218"/>
                  <a:pt x="10249" y="7218"/>
                  <a:pt x="10455" y="7195"/>
                </a:cubicBezTo>
                <a:lnTo>
                  <a:pt x="10455" y="7195"/>
                </a:lnTo>
                <a:cubicBezTo>
                  <a:pt x="10341" y="7377"/>
                  <a:pt x="10249" y="7560"/>
                  <a:pt x="10135" y="7720"/>
                </a:cubicBezTo>
                <a:cubicBezTo>
                  <a:pt x="10044" y="7560"/>
                  <a:pt x="9953" y="7400"/>
                  <a:pt x="9839" y="7218"/>
                </a:cubicBezTo>
                <a:cubicBezTo>
                  <a:pt x="7139" y="7316"/>
                  <a:pt x="4440" y="7806"/>
                  <a:pt x="1726" y="7806"/>
                </a:cubicBezTo>
                <a:cubicBezTo>
                  <a:pt x="1296" y="7806"/>
                  <a:pt x="865" y="7793"/>
                  <a:pt x="435" y="7765"/>
                </a:cubicBezTo>
                <a:cubicBezTo>
                  <a:pt x="427" y="7765"/>
                  <a:pt x="420" y="7765"/>
                  <a:pt x="414" y="7765"/>
                </a:cubicBezTo>
                <a:cubicBezTo>
                  <a:pt x="1" y="7765"/>
                  <a:pt x="8" y="8428"/>
                  <a:pt x="435" y="8450"/>
                </a:cubicBezTo>
                <a:cubicBezTo>
                  <a:pt x="886" y="8481"/>
                  <a:pt x="1337" y="8494"/>
                  <a:pt x="1787" y="8494"/>
                </a:cubicBezTo>
                <a:cubicBezTo>
                  <a:pt x="4681" y="8494"/>
                  <a:pt x="7551" y="7942"/>
                  <a:pt x="10455" y="7902"/>
                </a:cubicBezTo>
                <a:cubicBezTo>
                  <a:pt x="10706" y="7902"/>
                  <a:pt x="10866" y="7606"/>
                  <a:pt x="10752" y="7377"/>
                </a:cubicBezTo>
                <a:cubicBezTo>
                  <a:pt x="9336" y="4867"/>
                  <a:pt x="7739" y="2470"/>
                  <a:pt x="6027" y="142"/>
                </a:cubicBezTo>
                <a:cubicBezTo>
                  <a:pt x="5947" y="42"/>
                  <a:pt x="5840" y="0"/>
                  <a:pt x="5735" y="0"/>
                </a:cubicBezTo>
                <a:close/>
              </a:path>
            </a:pathLst>
          </a:custGeom>
          <a:solidFill>
            <a:srgbClr val="459B97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8" name="Google Shape;368;p24">
            <a:extLst>
              <a:ext uri="{FF2B5EF4-FFF2-40B4-BE49-F238E27FC236}">
                <a16:creationId xmlns:a16="http://schemas.microsoft.com/office/drawing/2014/main" id="{7087DA31-76F2-49CD-A65B-75E93BA542B4}"/>
              </a:ext>
            </a:extLst>
          </p:cNvPr>
          <p:cNvSpPr>
            <a:spLocks noGrp="1"/>
          </p:cNvSpPr>
          <p:nvPr/>
        </p:nvSpPr>
        <p:spPr>
          <a:xfrm>
            <a:off x="8345864" y="2356980"/>
            <a:ext cx="15683" cy="18051"/>
          </a:xfrm>
          <a:custGeom>
            <a:avLst/>
            <a:gdLst/>
            <a:ahLst/>
            <a:cxnLst/>
            <a:rect l="l" t="t" r="r" b="b"/>
            <a:pathLst>
              <a:path w="457" h="526">
                <a:moveTo>
                  <a:pt x="457" y="0"/>
                </a:moveTo>
                <a:cubicBezTo>
                  <a:pt x="297" y="46"/>
                  <a:pt x="160" y="91"/>
                  <a:pt x="0" y="114"/>
                </a:cubicBezTo>
                <a:cubicBezTo>
                  <a:pt x="91" y="251"/>
                  <a:pt x="160" y="388"/>
                  <a:pt x="251" y="525"/>
                </a:cubicBezTo>
                <a:cubicBezTo>
                  <a:pt x="320" y="342"/>
                  <a:pt x="388" y="183"/>
                  <a:pt x="457" y="0"/>
                </a:cubicBezTo>
                <a:close/>
              </a:path>
            </a:pathLst>
          </a:custGeom>
          <a:solidFill>
            <a:srgbClr val="459B97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9" name="Google Shape;369;p24">
            <a:extLst>
              <a:ext uri="{FF2B5EF4-FFF2-40B4-BE49-F238E27FC236}">
                <a16:creationId xmlns:a16="http://schemas.microsoft.com/office/drawing/2014/main" id="{75B1663E-4F86-4A2A-BAD2-98484429C9C4}"/>
              </a:ext>
            </a:extLst>
          </p:cNvPr>
          <p:cNvSpPr>
            <a:spLocks noGrp="1"/>
          </p:cNvSpPr>
          <p:nvPr/>
        </p:nvSpPr>
        <p:spPr>
          <a:xfrm>
            <a:off x="7946537" y="2080546"/>
            <a:ext cx="432229" cy="365687"/>
          </a:xfrm>
          <a:custGeom>
            <a:avLst/>
            <a:gdLst/>
            <a:ahLst/>
            <a:cxnLst/>
            <a:rect l="l" t="t" r="r" b="b"/>
            <a:pathLst>
              <a:path w="12595" h="10656">
                <a:moveTo>
                  <a:pt x="9113" y="1"/>
                </a:moveTo>
                <a:cubicBezTo>
                  <a:pt x="8896" y="1"/>
                  <a:pt x="8687" y="171"/>
                  <a:pt x="8783" y="431"/>
                </a:cubicBezTo>
                <a:cubicBezTo>
                  <a:pt x="9787" y="3011"/>
                  <a:pt x="10244" y="5773"/>
                  <a:pt x="11636" y="8169"/>
                </a:cubicBezTo>
                <a:cubicBezTo>
                  <a:pt x="11796" y="8146"/>
                  <a:pt x="11933" y="8101"/>
                  <a:pt x="12093" y="8055"/>
                </a:cubicBezTo>
                <a:lnTo>
                  <a:pt x="12093" y="8055"/>
                </a:lnTo>
                <a:cubicBezTo>
                  <a:pt x="12024" y="8238"/>
                  <a:pt x="11956" y="8397"/>
                  <a:pt x="11887" y="8580"/>
                </a:cubicBezTo>
                <a:cubicBezTo>
                  <a:pt x="11796" y="8443"/>
                  <a:pt x="11727" y="8306"/>
                  <a:pt x="11636" y="8169"/>
                </a:cubicBezTo>
                <a:cubicBezTo>
                  <a:pt x="8846" y="8912"/>
                  <a:pt x="5826" y="9957"/>
                  <a:pt x="2873" y="9957"/>
                </a:cubicBezTo>
                <a:cubicBezTo>
                  <a:pt x="2105" y="9957"/>
                  <a:pt x="1342" y="9886"/>
                  <a:pt x="589" y="9721"/>
                </a:cubicBezTo>
                <a:cubicBezTo>
                  <a:pt x="561" y="9715"/>
                  <a:pt x="534" y="9713"/>
                  <a:pt x="508" y="9713"/>
                </a:cubicBezTo>
                <a:cubicBezTo>
                  <a:pt x="134" y="9713"/>
                  <a:pt x="0" y="10299"/>
                  <a:pt x="406" y="10406"/>
                </a:cubicBezTo>
                <a:cubicBezTo>
                  <a:pt x="1203" y="10581"/>
                  <a:pt x="2008" y="10656"/>
                  <a:pt x="2816" y="10656"/>
                </a:cubicBezTo>
                <a:cubicBezTo>
                  <a:pt x="6015" y="10656"/>
                  <a:pt x="9269" y="9487"/>
                  <a:pt x="12275" y="8740"/>
                </a:cubicBezTo>
                <a:cubicBezTo>
                  <a:pt x="12481" y="8671"/>
                  <a:pt x="12595" y="8397"/>
                  <a:pt x="12481" y="8215"/>
                </a:cubicBezTo>
                <a:cubicBezTo>
                  <a:pt x="10928" y="5773"/>
                  <a:pt x="10495" y="2919"/>
                  <a:pt x="9468" y="249"/>
                </a:cubicBezTo>
                <a:cubicBezTo>
                  <a:pt x="9404" y="76"/>
                  <a:pt x="9257" y="1"/>
                  <a:pt x="9113" y="1"/>
                </a:cubicBezTo>
                <a:close/>
              </a:path>
            </a:pathLst>
          </a:custGeom>
          <a:solidFill>
            <a:srgbClr val="459B97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0" name="Google Shape;370;p24">
            <a:extLst>
              <a:ext uri="{FF2B5EF4-FFF2-40B4-BE49-F238E27FC236}">
                <a16:creationId xmlns:a16="http://schemas.microsoft.com/office/drawing/2014/main" id="{7A50E979-042C-4EF0-A928-A434C6A6E026}"/>
              </a:ext>
            </a:extLst>
          </p:cNvPr>
          <p:cNvSpPr>
            <a:spLocks noGrp="1"/>
          </p:cNvSpPr>
          <p:nvPr/>
        </p:nvSpPr>
        <p:spPr>
          <a:xfrm>
            <a:off x="8688154" y="2519099"/>
            <a:ext cx="19630" cy="18051"/>
          </a:xfrm>
          <a:custGeom>
            <a:avLst/>
            <a:gdLst/>
            <a:ahLst/>
            <a:cxnLst/>
            <a:rect l="l" t="t" r="r" b="b"/>
            <a:pathLst>
              <a:path w="572" h="526">
                <a:moveTo>
                  <a:pt x="571" y="1"/>
                </a:moveTo>
                <a:cubicBezTo>
                  <a:pt x="389" y="1"/>
                  <a:pt x="183" y="24"/>
                  <a:pt x="1" y="47"/>
                </a:cubicBezTo>
                <a:cubicBezTo>
                  <a:pt x="92" y="206"/>
                  <a:pt x="183" y="366"/>
                  <a:pt x="275" y="526"/>
                </a:cubicBezTo>
                <a:cubicBezTo>
                  <a:pt x="389" y="343"/>
                  <a:pt x="480" y="161"/>
                  <a:pt x="571" y="1"/>
                </a:cubicBezTo>
                <a:close/>
              </a:path>
            </a:pathLst>
          </a:custGeom>
          <a:solidFill>
            <a:srgbClr val="459B97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1" name="Google Shape;371;p24">
            <a:extLst>
              <a:ext uri="{FF2B5EF4-FFF2-40B4-BE49-F238E27FC236}">
                <a16:creationId xmlns:a16="http://schemas.microsoft.com/office/drawing/2014/main" id="{93011D73-6826-4579-A84F-A359E8A5C82C}"/>
              </a:ext>
            </a:extLst>
          </p:cNvPr>
          <p:cNvSpPr>
            <a:spLocks noGrp="1"/>
          </p:cNvSpPr>
          <p:nvPr/>
        </p:nvSpPr>
        <p:spPr>
          <a:xfrm>
            <a:off x="8251763" y="2165724"/>
            <a:ext cx="471660" cy="453060"/>
          </a:xfrm>
          <a:custGeom>
            <a:avLst/>
            <a:gdLst/>
            <a:ahLst/>
            <a:cxnLst/>
            <a:rect l="l" t="t" r="r" b="b"/>
            <a:pathLst>
              <a:path w="13744" h="13202">
                <a:moveTo>
                  <a:pt x="7486" y="1"/>
                </a:moveTo>
                <a:cubicBezTo>
                  <a:pt x="7259" y="1"/>
                  <a:pt x="7023" y="249"/>
                  <a:pt x="7147" y="529"/>
                </a:cubicBezTo>
                <a:cubicBezTo>
                  <a:pt x="8768" y="3930"/>
                  <a:pt x="10799" y="7102"/>
                  <a:pt x="12717" y="10344"/>
                </a:cubicBezTo>
                <a:cubicBezTo>
                  <a:pt x="12899" y="10321"/>
                  <a:pt x="13105" y="10298"/>
                  <a:pt x="13287" y="10298"/>
                </a:cubicBezTo>
                <a:cubicBezTo>
                  <a:pt x="13196" y="10458"/>
                  <a:pt x="13105" y="10640"/>
                  <a:pt x="12991" y="10823"/>
                </a:cubicBezTo>
                <a:cubicBezTo>
                  <a:pt x="12899" y="10663"/>
                  <a:pt x="12808" y="10503"/>
                  <a:pt x="12717" y="10344"/>
                </a:cubicBezTo>
                <a:cubicBezTo>
                  <a:pt x="8562" y="10732"/>
                  <a:pt x="4545" y="11941"/>
                  <a:pt x="414" y="12535"/>
                </a:cubicBezTo>
                <a:cubicBezTo>
                  <a:pt x="1" y="12578"/>
                  <a:pt x="147" y="13201"/>
                  <a:pt x="536" y="13201"/>
                </a:cubicBezTo>
                <a:cubicBezTo>
                  <a:pt x="556" y="13201"/>
                  <a:pt x="576" y="13200"/>
                  <a:pt x="596" y="13197"/>
                </a:cubicBezTo>
                <a:cubicBezTo>
                  <a:pt x="4865" y="12603"/>
                  <a:pt x="8996" y="11302"/>
                  <a:pt x="13287" y="10983"/>
                </a:cubicBezTo>
                <a:cubicBezTo>
                  <a:pt x="13561" y="10960"/>
                  <a:pt x="13744" y="10709"/>
                  <a:pt x="13584" y="10458"/>
                </a:cubicBezTo>
                <a:cubicBezTo>
                  <a:pt x="11598" y="7057"/>
                  <a:pt x="9430" y="3747"/>
                  <a:pt x="7764" y="186"/>
                </a:cubicBezTo>
                <a:cubicBezTo>
                  <a:pt x="7698" y="55"/>
                  <a:pt x="7593" y="1"/>
                  <a:pt x="7486" y="1"/>
                </a:cubicBezTo>
                <a:close/>
              </a:path>
            </a:pathLst>
          </a:custGeom>
          <a:solidFill>
            <a:srgbClr val="459B97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2" name="Google Shape;372;p24">
            <a:extLst>
              <a:ext uri="{FF2B5EF4-FFF2-40B4-BE49-F238E27FC236}">
                <a16:creationId xmlns:a16="http://schemas.microsoft.com/office/drawing/2014/main" id="{E5A8F736-AC49-4EF4-BC83-14D68DC379E7}"/>
              </a:ext>
            </a:extLst>
          </p:cNvPr>
          <p:cNvSpPr>
            <a:spLocks noGrp="1"/>
          </p:cNvSpPr>
          <p:nvPr/>
        </p:nvSpPr>
        <p:spPr>
          <a:xfrm>
            <a:off x="9000691" y="2633482"/>
            <a:ext cx="18840" cy="20385"/>
          </a:xfrm>
          <a:custGeom>
            <a:avLst/>
            <a:gdLst/>
            <a:ahLst/>
            <a:cxnLst/>
            <a:rect l="l" t="t" r="r" b="b"/>
            <a:pathLst>
              <a:path w="549" h="594">
                <a:moveTo>
                  <a:pt x="549" y="0"/>
                </a:moveTo>
                <a:lnTo>
                  <a:pt x="549" y="0"/>
                </a:lnTo>
                <a:cubicBezTo>
                  <a:pt x="366" y="69"/>
                  <a:pt x="184" y="114"/>
                  <a:pt x="1" y="183"/>
                </a:cubicBezTo>
                <a:cubicBezTo>
                  <a:pt x="138" y="320"/>
                  <a:pt x="252" y="457"/>
                  <a:pt x="389" y="594"/>
                </a:cubicBezTo>
                <a:cubicBezTo>
                  <a:pt x="457" y="388"/>
                  <a:pt x="503" y="206"/>
                  <a:pt x="549" y="0"/>
                </a:cubicBezTo>
                <a:close/>
              </a:path>
            </a:pathLst>
          </a:custGeom>
          <a:solidFill>
            <a:srgbClr val="459B97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3" name="Google Shape;373;p24">
            <a:extLst>
              <a:ext uri="{FF2B5EF4-FFF2-40B4-BE49-F238E27FC236}">
                <a16:creationId xmlns:a16="http://schemas.microsoft.com/office/drawing/2014/main" id="{8FED2DBD-DC64-4219-B16C-F08503AAE3C2}"/>
              </a:ext>
            </a:extLst>
          </p:cNvPr>
          <p:cNvSpPr>
            <a:spLocks noGrp="1"/>
          </p:cNvSpPr>
          <p:nvPr/>
        </p:nvSpPr>
        <p:spPr>
          <a:xfrm>
            <a:off x="8578507" y="2328873"/>
            <a:ext cx="459031" cy="452991"/>
          </a:xfrm>
          <a:custGeom>
            <a:avLst/>
            <a:gdLst/>
            <a:ahLst/>
            <a:cxnLst/>
            <a:rect l="l" t="t" r="r" b="b"/>
            <a:pathLst>
              <a:path w="13376" h="13200">
                <a:moveTo>
                  <a:pt x="7388" y="1"/>
                </a:moveTo>
                <a:cubicBezTo>
                  <a:pt x="7137" y="1"/>
                  <a:pt x="6901" y="245"/>
                  <a:pt x="7076" y="499"/>
                </a:cubicBezTo>
                <a:cubicBezTo>
                  <a:pt x="9153" y="3170"/>
                  <a:pt x="9975" y="6594"/>
                  <a:pt x="12303" y="9059"/>
                </a:cubicBezTo>
                <a:cubicBezTo>
                  <a:pt x="12486" y="8990"/>
                  <a:pt x="12668" y="8945"/>
                  <a:pt x="12851" y="8876"/>
                </a:cubicBezTo>
                <a:lnTo>
                  <a:pt x="12851" y="8876"/>
                </a:lnTo>
                <a:cubicBezTo>
                  <a:pt x="12805" y="9082"/>
                  <a:pt x="12759" y="9264"/>
                  <a:pt x="12691" y="9470"/>
                </a:cubicBezTo>
                <a:cubicBezTo>
                  <a:pt x="12554" y="9333"/>
                  <a:pt x="12440" y="9196"/>
                  <a:pt x="12303" y="9059"/>
                </a:cubicBezTo>
                <a:cubicBezTo>
                  <a:pt x="8546" y="10289"/>
                  <a:pt x="4936" y="12493"/>
                  <a:pt x="905" y="12493"/>
                </a:cubicBezTo>
                <a:cubicBezTo>
                  <a:pt x="749" y="12493"/>
                  <a:pt x="592" y="12490"/>
                  <a:pt x="434" y="12483"/>
                </a:cubicBezTo>
                <a:cubicBezTo>
                  <a:pt x="427" y="12482"/>
                  <a:pt x="420" y="12482"/>
                  <a:pt x="413" y="12482"/>
                </a:cubicBezTo>
                <a:cubicBezTo>
                  <a:pt x="0" y="12482"/>
                  <a:pt x="7" y="13168"/>
                  <a:pt x="434" y="13190"/>
                </a:cubicBezTo>
                <a:cubicBezTo>
                  <a:pt x="586" y="13197"/>
                  <a:pt x="738" y="13200"/>
                  <a:pt x="889" y="13200"/>
                </a:cubicBezTo>
                <a:cubicBezTo>
                  <a:pt x="5197" y="13200"/>
                  <a:pt x="8998" y="10752"/>
                  <a:pt x="13033" y="9561"/>
                </a:cubicBezTo>
                <a:cubicBezTo>
                  <a:pt x="13284" y="9493"/>
                  <a:pt x="13376" y="9150"/>
                  <a:pt x="13193" y="8968"/>
                </a:cubicBezTo>
                <a:cubicBezTo>
                  <a:pt x="10591" y="6525"/>
                  <a:pt x="9815" y="2919"/>
                  <a:pt x="7692" y="157"/>
                </a:cubicBezTo>
                <a:cubicBezTo>
                  <a:pt x="7609" y="47"/>
                  <a:pt x="7497" y="1"/>
                  <a:pt x="7388" y="1"/>
                </a:cubicBezTo>
                <a:close/>
              </a:path>
            </a:pathLst>
          </a:custGeom>
          <a:solidFill>
            <a:srgbClr val="459B97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4" name="Google Shape;374;p24">
            <a:extLst>
              <a:ext uri="{FF2B5EF4-FFF2-40B4-BE49-F238E27FC236}">
                <a16:creationId xmlns:a16="http://schemas.microsoft.com/office/drawing/2014/main" id="{B9CFA04A-C8AF-4963-9A20-165A1CFE4D2F}"/>
              </a:ext>
            </a:extLst>
          </p:cNvPr>
          <p:cNvSpPr>
            <a:spLocks noGrp="1"/>
          </p:cNvSpPr>
          <p:nvPr/>
        </p:nvSpPr>
        <p:spPr>
          <a:xfrm>
            <a:off x="7163016" y="3279832"/>
            <a:ext cx="271863" cy="306970"/>
          </a:xfrm>
          <a:custGeom>
            <a:avLst/>
            <a:gdLst/>
            <a:ahLst/>
            <a:cxnLst/>
            <a:rect l="l" t="t" r="r" b="b"/>
            <a:pathLst>
              <a:path w="7922" h="8945">
                <a:moveTo>
                  <a:pt x="4485" y="1"/>
                </a:moveTo>
                <a:cubicBezTo>
                  <a:pt x="4111" y="1"/>
                  <a:pt x="3697" y="127"/>
                  <a:pt x="3242" y="408"/>
                </a:cubicBezTo>
                <a:cubicBezTo>
                  <a:pt x="1" y="2439"/>
                  <a:pt x="5547" y="7644"/>
                  <a:pt x="7396" y="8945"/>
                </a:cubicBezTo>
                <a:lnTo>
                  <a:pt x="7579" y="8945"/>
                </a:lnTo>
                <a:cubicBezTo>
                  <a:pt x="7921" y="7131"/>
                  <a:pt x="7303" y="1"/>
                  <a:pt x="4485" y="1"/>
                </a:cubicBezTo>
                <a:close/>
              </a:path>
            </a:pathLst>
          </a:custGeom>
          <a:solidFill>
            <a:srgbClr val="EDF4C3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5" name="Google Shape;375;p24">
            <a:extLst>
              <a:ext uri="{FF2B5EF4-FFF2-40B4-BE49-F238E27FC236}">
                <a16:creationId xmlns:a16="http://schemas.microsoft.com/office/drawing/2014/main" id="{4BDE095C-23F2-4DE7-BA68-D5B7BCAA61B6}"/>
              </a:ext>
            </a:extLst>
          </p:cNvPr>
          <p:cNvSpPr>
            <a:spLocks noGrp="1"/>
          </p:cNvSpPr>
          <p:nvPr/>
        </p:nvSpPr>
        <p:spPr>
          <a:xfrm>
            <a:off x="7487324" y="3599301"/>
            <a:ext cx="3157" cy="6314"/>
          </a:xfrm>
          <a:custGeom>
            <a:avLst/>
            <a:gdLst/>
            <a:ahLst/>
            <a:cxnLst/>
            <a:rect l="l" t="t" r="r" b="b"/>
            <a:pathLst>
              <a:path w="92" h="184">
                <a:moveTo>
                  <a:pt x="92" y="1"/>
                </a:moveTo>
                <a:cubicBezTo>
                  <a:pt x="69" y="69"/>
                  <a:pt x="23" y="115"/>
                  <a:pt x="0" y="183"/>
                </a:cubicBezTo>
                <a:lnTo>
                  <a:pt x="92" y="92"/>
                </a:lnTo>
                <a:lnTo>
                  <a:pt x="92" y="1"/>
                </a:lnTo>
                <a:close/>
              </a:path>
            </a:pathLst>
          </a:custGeom>
          <a:solidFill>
            <a:srgbClr val="EDF4C3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6" name="Google Shape;376;p24">
            <a:extLst>
              <a:ext uri="{FF2B5EF4-FFF2-40B4-BE49-F238E27FC236}">
                <a16:creationId xmlns:a16="http://schemas.microsoft.com/office/drawing/2014/main" id="{CA990B2A-DD74-44C1-BB4A-BA0A4915B05D}"/>
              </a:ext>
            </a:extLst>
          </p:cNvPr>
          <p:cNvSpPr>
            <a:spLocks noGrp="1"/>
          </p:cNvSpPr>
          <p:nvPr/>
        </p:nvSpPr>
        <p:spPr>
          <a:xfrm>
            <a:off x="7426615" y="3299977"/>
            <a:ext cx="200174" cy="299352"/>
          </a:xfrm>
          <a:custGeom>
            <a:avLst/>
            <a:gdLst/>
            <a:ahLst/>
            <a:cxnLst/>
            <a:rect l="l" t="t" r="r" b="b"/>
            <a:pathLst>
              <a:path w="5833" h="8723">
                <a:moveTo>
                  <a:pt x="3017" y="0"/>
                </a:moveTo>
                <a:cubicBezTo>
                  <a:pt x="0" y="0"/>
                  <a:pt x="2154" y="6785"/>
                  <a:pt x="1861" y="8723"/>
                </a:cubicBezTo>
                <a:cubicBezTo>
                  <a:pt x="2523" y="7582"/>
                  <a:pt x="3550" y="6532"/>
                  <a:pt x="4257" y="5299"/>
                </a:cubicBezTo>
                <a:cubicBezTo>
                  <a:pt x="4919" y="3998"/>
                  <a:pt x="5832" y="186"/>
                  <a:pt x="3139" y="4"/>
                </a:cubicBezTo>
                <a:cubicBezTo>
                  <a:pt x="3098" y="1"/>
                  <a:pt x="3057" y="0"/>
                  <a:pt x="3017" y="0"/>
                </a:cubicBezTo>
                <a:close/>
              </a:path>
            </a:pathLst>
          </a:custGeom>
          <a:solidFill>
            <a:srgbClr val="EDF4C3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7" name="Google Shape;377;p24">
            <a:extLst>
              <a:ext uri="{FF2B5EF4-FFF2-40B4-BE49-F238E27FC236}">
                <a16:creationId xmlns:a16="http://schemas.microsoft.com/office/drawing/2014/main" id="{80BE9017-1EF1-465E-A9A3-329272373940}"/>
              </a:ext>
            </a:extLst>
          </p:cNvPr>
          <p:cNvSpPr>
            <a:spLocks noGrp="1"/>
          </p:cNvSpPr>
          <p:nvPr/>
        </p:nvSpPr>
        <p:spPr>
          <a:xfrm>
            <a:off x="7139543" y="3732765"/>
            <a:ext cx="221691" cy="183050"/>
          </a:xfrm>
          <a:custGeom>
            <a:avLst/>
            <a:gdLst/>
            <a:ahLst/>
            <a:cxnLst/>
            <a:rect l="l" t="t" r="r" b="b"/>
            <a:pathLst>
              <a:path w="6460" h="5334">
                <a:moveTo>
                  <a:pt x="1499" y="1"/>
                </a:moveTo>
                <a:cubicBezTo>
                  <a:pt x="785" y="1"/>
                  <a:pt x="229" y="406"/>
                  <a:pt x="137" y="1521"/>
                </a:cubicBezTo>
                <a:cubicBezTo>
                  <a:pt x="0" y="3918"/>
                  <a:pt x="4702" y="4945"/>
                  <a:pt x="6460" y="5333"/>
                </a:cubicBezTo>
                <a:lnTo>
                  <a:pt x="6460" y="5242"/>
                </a:lnTo>
                <a:cubicBezTo>
                  <a:pt x="6300" y="4329"/>
                  <a:pt x="5684" y="2914"/>
                  <a:pt x="5044" y="2069"/>
                </a:cubicBezTo>
                <a:cubicBezTo>
                  <a:pt x="4464" y="1228"/>
                  <a:pt x="2743" y="1"/>
                  <a:pt x="1499" y="1"/>
                </a:cubicBezTo>
                <a:close/>
              </a:path>
            </a:pathLst>
          </a:custGeom>
          <a:solidFill>
            <a:srgbClr val="EDF4C3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8" name="Google Shape;378;p24">
            <a:extLst>
              <a:ext uri="{FF2B5EF4-FFF2-40B4-BE49-F238E27FC236}">
                <a16:creationId xmlns:a16="http://schemas.microsoft.com/office/drawing/2014/main" id="{43CBBD2A-8778-4059-B3B0-2B3E9E99EBC9}"/>
              </a:ext>
            </a:extLst>
          </p:cNvPr>
          <p:cNvSpPr>
            <a:spLocks noGrp="1"/>
          </p:cNvSpPr>
          <p:nvPr/>
        </p:nvSpPr>
        <p:spPr>
          <a:xfrm>
            <a:off x="7496727" y="3904836"/>
            <a:ext cx="222480" cy="193482"/>
          </a:xfrm>
          <a:custGeom>
            <a:avLst/>
            <a:gdLst/>
            <a:ahLst/>
            <a:cxnLst/>
            <a:rect l="l" t="t" r="r" b="b"/>
            <a:pathLst>
              <a:path w="6483" h="5638">
                <a:moveTo>
                  <a:pt x="3902" y="1"/>
                </a:moveTo>
                <a:cubicBezTo>
                  <a:pt x="2291" y="1"/>
                  <a:pt x="483" y="4536"/>
                  <a:pt x="183" y="5455"/>
                </a:cubicBezTo>
                <a:lnTo>
                  <a:pt x="0" y="5637"/>
                </a:lnTo>
                <a:cubicBezTo>
                  <a:pt x="1667" y="5637"/>
                  <a:pt x="6483" y="3241"/>
                  <a:pt x="4908" y="730"/>
                </a:cubicBezTo>
                <a:cubicBezTo>
                  <a:pt x="4594" y="216"/>
                  <a:pt x="4252" y="1"/>
                  <a:pt x="3902" y="1"/>
                </a:cubicBezTo>
                <a:close/>
              </a:path>
            </a:pathLst>
          </a:custGeom>
          <a:solidFill>
            <a:srgbClr val="EDF4C3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9" name="Google Shape;379;p24">
            <a:extLst>
              <a:ext uri="{FF2B5EF4-FFF2-40B4-BE49-F238E27FC236}">
                <a16:creationId xmlns:a16="http://schemas.microsoft.com/office/drawing/2014/main" id="{1B8CB9E7-234C-4C78-9E61-2182A631E4DE}"/>
              </a:ext>
            </a:extLst>
          </p:cNvPr>
          <p:cNvSpPr>
            <a:spLocks noGrp="1"/>
          </p:cNvSpPr>
          <p:nvPr/>
        </p:nvSpPr>
        <p:spPr>
          <a:xfrm>
            <a:off x="7303069" y="3371016"/>
            <a:ext cx="356284" cy="1085703"/>
          </a:xfrm>
          <a:custGeom>
            <a:avLst/>
            <a:gdLst/>
            <a:ahLst/>
            <a:cxnLst/>
            <a:rect l="l" t="t" r="r" b="b"/>
            <a:pathLst>
              <a:path w="10382" h="31637">
                <a:moveTo>
                  <a:pt x="487" y="0"/>
                </a:moveTo>
                <a:cubicBezTo>
                  <a:pt x="251" y="0"/>
                  <a:pt x="0" y="252"/>
                  <a:pt x="142" y="536"/>
                </a:cubicBezTo>
                <a:cubicBezTo>
                  <a:pt x="827" y="1860"/>
                  <a:pt x="1329" y="3320"/>
                  <a:pt x="1969" y="4690"/>
                </a:cubicBezTo>
                <a:cubicBezTo>
                  <a:pt x="2699" y="6196"/>
                  <a:pt x="3429" y="7703"/>
                  <a:pt x="4046" y="9255"/>
                </a:cubicBezTo>
                <a:cubicBezTo>
                  <a:pt x="5301" y="12542"/>
                  <a:pt x="5210" y="15806"/>
                  <a:pt x="3909" y="19070"/>
                </a:cubicBezTo>
                <a:cubicBezTo>
                  <a:pt x="2973" y="21466"/>
                  <a:pt x="2539" y="23749"/>
                  <a:pt x="3703" y="26146"/>
                </a:cubicBezTo>
                <a:cubicBezTo>
                  <a:pt x="4844" y="28474"/>
                  <a:pt x="7241" y="30962"/>
                  <a:pt x="9798" y="31624"/>
                </a:cubicBezTo>
                <a:cubicBezTo>
                  <a:pt x="9832" y="31633"/>
                  <a:pt x="9864" y="31637"/>
                  <a:pt x="9895" y="31637"/>
                </a:cubicBezTo>
                <a:cubicBezTo>
                  <a:pt x="10256" y="31637"/>
                  <a:pt x="10381" y="31067"/>
                  <a:pt x="10003" y="30962"/>
                </a:cubicBezTo>
                <a:cubicBezTo>
                  <a:pt x="7173" y="30208"/>
                  <a:pt x="4411" y="27013"/>
                  <a:pt x="3726" y="24228"/>
                </a:cubicBezTo>
                <a:cubicBezTo>
                  <a:pt x="3041" y="21329"/>
                  <a:pt x="5187" y="18385"/>
                  <a:pt x="5598" y="15577"/>
                </a:cubicBezTo>
                <a:cubicBezTo>
                  <a:pt x="5940" y="13067"/>
                  <a:pt x="5347" y="10624"/>
                  <a:pt x="4411" y="8319"/>
                </a:cubicBezTo>
                <a:cubicBezTo>
                  <a:pt x="3931" y="7109"/>
                  <a:pt x="3338" y="5922"/>
                  <a:pt x="2767" y="4736"/>
                </a:cubicBezTo>
                <a:cubicBezTo>
                  <a:pt x="2037" y="3252"/>
                  <a:pt x="1489" y="1654"/>
                  <a:pt x="759" y="170"/>
                </a:cubicBezTo>
                <a:cubicBezTo>
                  <a:pt x="695" y="51"/>
                  <a:pt x="593" y="0"/>
                  <a:pt x="487" y="0"/>
                </a:cubicBezTo>
                <a:close/>
              </a:path>
            </a:pathLst>
          </a:custGeom>
          <a:solidFill>
            <a:srgbClr val="0E514A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0" name="Google Shape;380;p24">
            <a:extLst>
              <a:ext uri="{FF2B5EF4-FFF2-40B4-BE49-F238E27FC236}">
                <a16:creationId xmlns:a16="http://schemas.microsoft.com/office/drawing/2014/main" id="{B5CFD011-B6AF-4AF8-9148-098784EB841B}"/>
              </a:ext>
            </a:extLst>
          </p:cNvPr>
          <p:cNvSpPr>
            <a:spLocks noGrp="1"/>
          </p:cNvSpPr>
          <p:nvPr/>
        </p:nvSpPr>
        <p:spPr>
          <a:xfrm>
            <a:off x="7450157" y="3415767"/>
            <a:ext cx="84833" cy="284732"/>
          </a:xfrm>
          <a:custGeom>
            <a:avLst/>
            <a:gdLst/>
            <a:ahLst/>
            <a:cxnLst/>
            <a:rect l="l" t="t" r="r" b="b"/>
            <a:pathLst>
              <a:path w="2472" h="8297">
                <a:moveTo>
                  <a:pt x="2037" y="1"/>
                </a:moveTo>
                <a:cubicBezTo>
                  <a:pt x="1905" y="1"/>
                  <a:pt x="1786" y="78"/>
                  <a:pt x="1768" y="259"/>
                </a:cubicBezTo>
                <a:cubicBezTo>
                  <a:pt x="1403" y="2815"/>
                  <a:pt x="1243" y="5394"/>
                  <a:pt x="125" y="7768"/>
                </a:cubicBezTo>
                <a:cubicBezTo>
                  <a:pt x="0" y="8048"/>
                  <a:pt x="236" y="8296"/>
                  <a:pt x="457" y="8296"/>
                </a:cubicBezTo>
                <a:cubicBezTo>
                  <a:pt x="560" y="8296"/>
                  <a:pt x="660" y="8242"/>
                  <a:pt x="718" y="8111"/>
                </a:cubicBezTo>
                <a:cubicBezTo>
                  <a:pt x="1860" y="5668"/>
                  <a:pt x="2065" y="3066"/>
                  <a:pt x="2430" y="441"/>
                </a:cubicBezTo>
                <a:cubicBezTo>
                  <a:pt x="2472" y="180"/>
                  <a:pt x="2238" y="1"/>
                  <a:pt x="2037" y="1"/>
                </a:cubicBezTo>
                <a:close/>
              </a:path>
            </a:pathLst>
          </a:custGeom>
          <a:solidFill>
            <a:srgbClr val="0E514A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1" name="Google Shape;381;p24">
            <a:extLst>
              <a:ext uri="{FF2B5EF4-FFF2-40B4-BE49-F238E27FC236}">
                <a16:creationId xmlns:a16="http://schemas.microsoft.com/office/drawing/2014/main" id="{633AA335-A30E-4789-8F25-DED91E04B707}"/>
              </a:ext>
            </a:extLst>
          </p:cNvPr>
          <p:cNvSpPr>
            <a:spLocks noGrp="1"/>
          </p:cNvSpPr>
          <p:nvPr/>
        </p:nvSpPr>
        <p:spPr>
          <a:xfrm>
            <a:off x="7203169" y="3787605"/>
            <a:ext cx="282639" cy="173029"/>
          </a:xfrm>
          <a:custGeom>
            <a:avLst/>
            <a:gdLst/>
            <a:ahLst/>
            <a:cxnLst/>
            <a:rect l="l" t="t" r="r" b="b"/>
            <a:pathLst>
              <a:path w="8236" h="5042">
                <a:moveTo>
                  <a:pt x="498" y="1"/>
                </a:moveTo>
                <a:cubicBezTo>
                  <a:pt x="240" y="1"/>
                  <a:pt x="1" y="340"/>
                  <a:pt x="246" y="585"/>
                </a:cubicBezTo>
                <a:cubicBezTo>
                  <a:pt x="2277" y="2731"/>
                  <a:pt x="4651" y="4511"/>
                  <a:pt x="7619" y="5036"/>
                </a:cubicBezTo>
                <a:cubicBezTo>
                  <a:pt x="7640" y="5040"/>
                  <a:pt x="7661" y="5041"/>
                  <a:pt x="7681" y="5041"/>
                </a:cubicBezTo>
                <a:cubicBezTo>
                  <a:pt x="8071" y="5041"/>
                  <a:pt x="8235" y="4439"/>
                  <a:pt x="7801" y="4374"/>
                </a:cubicBezTo>
                <a:cubicBezTo>
                  <a:pt x="4925" y="3872"/>
                  <a:pt x="2711" y="2183"/>
                  <a:pt x="725" y="106"/>
                </a:cubicBezTo>
                <a:cubicBezTo>
                  <a:pt x="656" y="32"/>
                  <a:pt x="576" y="1"/>
                  <a:pt x="498" y="1"/>
                </a:cubicBezTo>
                <a:close/>
              </a:path>
            </a:pathLst>
          </a:custGeom>
          <a:solidFill>
            <a:srgbClr val="0E514A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2" name="Google Shape;382;p24">
            <a:extLst>
              <a:ext uri="{FF2B5EF4-FFF2-40B4-BE49-F238E27FC236}">
                <a16:creationId xmlns:a16="http://schemas.microsoft.com/office/drawing/2014/main" id="{9C8B83EF-E820-4EB2-8EAC-89592A081EB8}"/>
              </a:ext>
            </a:extLst>
          </p:cNvPr>
          <p:cNvSpPr>
            <a:spLocks noGrp="1"/>
          </p:cNvSpPr>
          <p:nvPr/>
        </p:nvSpPr>
        <p:spPr>
          <a:xfrm>
            <a:off x="7405818" y="3946739"/>
            <a:ext cx="233942" cy="180167"/>
          </a:xfrm>
          <a:custGeom>
            <a:avLst/>
            <a:gdLst/>
            <a:ahLst/>
            <a:cxnLst/>
            <a:rect l="l" t="t" r="r" b="b"/>
            <a:pathLst>
              <a:path w="6817" h="5250">
                <a:moveTo>
                  <a:pt x="6338" y="0"/>
                </a:moveTo>
                <a:cubicBezTo>
                  <a:pt x="6230" y="0"/>
                  <a:pt x="6121" y="50"/>
                  <a:pt x="6050" y="171"/>
                </a:cubicBezTo>
                <a:cubicBezTo>
                  <a:pt x="5031" y="1797"/>
                  <a:pt x="3167" y="4577"/>
                  <a:pt x="948" y="4577"/>
                </a:cubicBezTo>
                <a:cubicBezTo>
                  <a:pt x="832" y="4577"/>
                  <a:pt x="714" y="4569"/>
                  <a:pt x="595" y="4553"/>
                </a:cubicBezTo>
                <a:cubicBezTo>
                  <a:pt x="574" y="4550"/>
                  <a:pt x="553" y="4548"/>
                  <a:pt x="533" y="4548"/>
                </a:cubicBezTo>
                <a:cubicBezTo>
                  <a:pt x="145" y="4548"/>
                  <a:pt x="0" y="5150"/>
                  <a:pt x="412" y="5215"/>
                </a:cubicBezTo>
                <a:cubicBezTo>
                  <a:pt x="578" y="5238"/>
                  <a:pt x="741" y="5249"/>
                  <a:pt x="901" y="5249"/>
                </a:cubicBezTo>
                <a:cubicBezTo>
                  <a:pt x="3451" y="5249"/>
                  <a:pt x="5441" y="2467"/>
                  <a:pt x="6644" y="513"/>
                </a:cubicBezTo>
                <a:cubicBezTo>
                  <a:pt x="6817" y="246"/>
                  <a:pt x="6578" y="0"/>
                  <a:pt x="6338" y="0"/>
                </a:cubicBezTo>
                <a:close/>
              </a:path>
            </a:pathLst>
          </a:custGeom>
          <a:solidFill>
            <a:srgbClr val="0E514A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3" name="Google Shape;383;p24">
            <a:extLst>
              <a:ext uri="{FF2B5EF4-FFF2-40B4-BE49-F238E27FC236}">
                <a16:creationId xmlns:a16="http://schemas.microsoft.com/office/drawing/2014/main" id="{EC092D5A-801A-4BC9-B3FA-0EAC9940CA9C}"/>
              </a:ext>
            </a:extLst>
          </p:cNvPr>
          <p:cNvSpPr>
            <a:spLocks noGrp="1"/>
          </p:cNvSpPr>
          <p:nvPr/>
        </p:nvSpPr>
        <p:spPr>
          <a:xfrm>
            <a:off x="8373560" y="2834004"/>
            <a:ext cx="783331" cy="2259876"/>
          </a:xfrm>
          <a:custGeom>
            <a:avLst/>
            <a:gdLst/>
            <a:ahLst/>
            <a:cxnLst/>
            <a:rect l="l" t="t" r="r" b="b"/>
            <a:pathLst>
              <a:path w="22826" h="65852">
                <a:moveTo>
                  <a:pt x="1119" y="1"/>
                </a:moveTo>
                <a:lnTo>
                  <a:pt x="1073" y="183"/>
                </a:lnTo>
                <a:cubicBezTo>
                  <a:pt x="1" y="959"/>
                  <a:pt x="160" y="28030"/>
                  <a:pt x="320" y="33713"/>
                </a:cubicBezTo>
                <a:cubicBezTo>
                  <a:pt x="822" y="44624"/>
                  <a:pt x="7807" y="61081"/>
                  <a:pt x="22826" y="65851"/>
                </a:cubicBezTo>
                <a:lnTo>
                  <a:pt x="22826" y="16480"/>
                </a:lnTo>
                <a:cubicBezTo>
                  <a:pt x="16686" y="9564"/>
                  <a:pt x="9176" y="3333"/>
                  <a:pt x="1119" y="1"/>
                </a:cubicBezTo>
                <a:close/>
              </a:path>
            </a:pathLst>
          </a:custGeom>
          <a:solidFill>
            <a:srgbClr val="459B97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4" name="Google Shape;384;p24">
            <a:extLst>
              <a:ext uri="{FF2B5EF4-FFF2-40B4-BE49-F238E27FC236}">
                <a16:creationId xmlns:a16="http://schemas.microsoft.com/office/drawing/2014/main" id="{A12B9F34-9D2D-4DE2-AC01-826A7EDF61F4}"/>
              </a:ext>
            </a:extLst>
          </p:cNvPr>
          <p:cNvSpPr>
            <a:spLocks noGrp="1"/>
          </p:cNvSpPr>
          <p:nvPr/>
        </p:nvSpPr>
        <p:spPr>
          <a:xfrm>
            <a:off x="8491922" y="2992657"/>
            <a:ext cx="666240" cy="1622634"/>
          </a:xfrm>
          <a:custGeom>
            <a:avLst/>
            <a:gdLst/>
            <a:ahLst/>
            <a:cxnLst/>
            <a:rect l="l" t="t" r="r" b="b"/>
            <a:pathLst>
              <a:path w="19414" h="47283">
                <a:moveTo>
                  <a:pt x="478" y="1"/>
                </a:moveTo>
                <a:cubicBezTo>
                  <a:pt x="256" y="1"/>
                  <a:pt x="0" y="252"/>
                  <a:pt x="126" y="536"/>
                </a:cubicBezTo>
                <a:cubicBezTo>
                  <a:pt x="2272" y="5444"/>
                  <a:pt x="5559" y="9735"/>
                  <a:pt x="8024" y="14505"/>
                </a:cubicBezTo>
                <a:cubicBezTo>
                  <a:pt x="10763" y="19755"/>
                  <a:pt x="12384" y="25644"/>
                  <a:pt x="14278" y="31259"/>
                </a:cubicBezTo>
                <a:cubicBezTo>
                  <a:pt x="16081" y="36577"/>
                  <a:pt x="17839" y="41873"/>
                  <a:pt x="19414" y="47282"/>
                </a:cubicBezTo>
                <a:lnTo>
                  <a:pt x="19414" y="44863"/>
                </a:lnTo>
                <a:cubicBezTo>
                  <a:pt x="17907" y="39887"/>
                  <a:pt x="16264" y="34979"/>
                  <a:pt x="14598" y="30049"/>
                </a:cubicBezTo>
                <a:cubicBezTo>
                  <a:pt x="12817" y="24685"/>
                  <a:pt x="11174" y="19207"/>
                  <a:pt x="8617" y="14140"/>
                </a:cubicBezTo>
                <a:cubicBezTo>
                  <a:pt x="6221" y="9369"/>
                  <a:pt x="2888" y="5101"/>
                  <a:pt x="720" y="171"/>
                </a:cubicBezTo>
                <a:cubicBezTo>
                  <a:pt x="671" y="51"/>
                  <a:pt x="578" y="1"/>
                  <a:pt x="478" y="1"/>
                </a:cubicBezTo>
                <a:close/>
              </a:path>
            </a:pathLst>
          </a:custGeom>
          <a:solidFill>
            <a:srgbClr val="11564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5" name="Google Shape;385;p24">
            <a:extLst>
              <a:ext uri="{FF2B5EF4-FFF2-40B4-BE49-F238E27FC236}">
                <a16:creationId xmlns:a16="http://schemas.microsoft.com/office/drawing/2014/main" id="{1C3861D4-39AD-4D39-AC51-AAB120FF0936}"/>
              </a:ext>
            </a:extLst>
          </p:cNvPr>
          <p:cNvSpPr>
            <a:spLocks noGrp="1"/>
          </p:cNvSpPr>
          <p:nvPr/>
        </p:nvSpPr>
        <p:spPr>
          <a:xfrm>
            <a:off x="8454481" y="3142456"/>
            <a:ext cx="297945" cy="245885"/>
          </a:xfrm>
          <a:custGeom>
            <a:avLst/>
            <a:gdLst/>
            <a:ahLst/>
            <a:cxnLst/>
            <a:rect l="l" t="t" r="r" b="b"/>
            <a:pathLst>
              <a:path w="8682" h="7165">
                <a:moveTo>
                  <a:pt x="8339" y="0"/>
                </a:moveTo>
                <a:cubicBezTo>
                  <a:pt x="8162" y="0"/>
                  <a:pt x="7974" y="108"/>
                  <a:pt x="7951" y="325"/>
                </a:cubicBezTo>
                <a:cubicBezTo>
                  <a:pt x="7791" y="2334"/>
                  <a:pt x="7494" y="4320"/>
                  <a:pt x="7449" y="6328"/>
                </a:cubicBezTo>
                <a:cubicBezTo>
                  <a:pt x="7586" y="6374"/>
                  <a:pt x="7723" y="6442"/>
                  <a:pt x="7882" y="6488"/>
                </a:cubicBezTo>
                <a:cubicBezTo>
                  <a:pt x="7723" y="6602"/>
                  <a:pt x="7586" y="6694"/>
                  <a:pt x="7426" y="6808"/>
                </a:cubicBezTo>
                <a:cubicBezTo>
                  <a:pt x="7426" y="6648"/>
                  <a:pt x="7449" y="6488"/>
                  <a:pt x="7449" y="6328"/>
                </a:cubicBezTo>
                <a:cubicBezTo>
                  <a:pt x="5052" y="5484"/>
                  <a:pt x="2747" y="4434"/>
                  <a:pt x="647" y="3041"/>
                </a:cubicBezTo>
                <a:cubicBezTo>
                  <a:pt x="585" y="2999"/>
                  <a:pt x="524" y="2981"/>
                  <a:pt x="467" y="2981"/>
                </a:cubicBezTo>
                <a:cubicBezTo>
                  <a:pt x="186" y="2981"/>
                  <a:pt x="1" y="3426"/>
                  <a:pt x="304" y="3635"/>
                </a:cubicBezTo>
                <a:cubicBezTo>
                  <a:pt x="2587" y="5141"/>
                  <a:pt x="5098" y="6283"/>
                  <a:pt x="7677" y="7150"/>
                </a:cubicBezTo>
                <a:cubicBezTo>
                  <a:pt x="7710" y="7160"/>
                  <a:pt x="7743" y="7165"/>
                  <a:pt x="7776" y="7165"/>
                </a:cubicBezTo>
                <a:cubicBezTo>
                  <a:pt x="7967" y="7165"/>
                  <a:pt x="8134" y="7003"/>
                  <a:pt x="8134" y="6808"/>
                </a:cubicBezTo>
                <a:cubicBezTo>
                  <a:pt x="8134" y="4639"/>
                  <a:pt x="8476" y="2494"/>
                  <a:pt x="8659" y="325"/>
                </a:cubicBezTo>
                <a:cubicBezTo>
                  <a:pt x="8681" y="108"/>
                  <a:pt x="8516" y="0"/>
                  <a:pt x="8339" y="0"/>
                </a:cubicBezTo>
                <a:close/>
              </a:path>
            </a:pathLst>
          </a:custGeom>
          <a:solidFill>
            <a:srgbClr val="11564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6" name="Google Shape;386;p24">
            <a:extLst>
              <a:ext uri="{FF2B5EF4-FFF2-40B4-BE49-F238E27FC236}">
                <a16:creationId xmlns:a16="http://schemas.microsoft.com/office/drawing/2014/main" id="{A290ACFA-E1D1-4E34-84A5-B3096A92072E}"/>
              </a:ext>
            </a:extLst>
          </p:cNvPr>
          <p:cNvSpPr>
            <a:spLocks noGrp="1"/>
          </p:cNvSpPr>
          <p:nvPr/>
        </p:nvSpPr>
        <p:spPr>
          <a:xfrm>
            <a:off x="8709294" y="3359622"/>
            <a:ext cx="15717" cy="16472"/>
          </a:xfrm>
          <a:custGeom>
            <a:avLst/>
            <a:gdLst/>
            <a:ahLst/>
            <a:cxnLst/>
            <a:rect l="l" t="t" r="r" b="b"/>
            <a:pathLst>
              <a:path w="458" h="480">
                <a:moveTo>
                  <a:pt x="24" y="0"/>
                </a:moveTo>
                <a:cubicBezTo>
                  <a:pt x="24" y="160"/>
                  <a:pt x="1" y="320"/>
                  <a:pt x="1" y="480"/>
                </a:cubicBezTo>
                <a:cubicBezTo>
                  <a:pt x="161" y="366"/>
                  <a:pt x="298" y="274"/>
                  <a:pt x="457" y="160"/>
                </a:cubicBezTo>
                <a:cubicBezTo>
                  <a:pt x="298" y="114"/>
                  <a:pt x="161" y="46"/>
                  <a:pt x="24" y="0"/>
                </a:cubicBezTo>
                <a:close/>
              </a:path>
            </a:pathLst>
          </a:custGeom>
          <a:solidFill>
            <a:srgbClr val="11564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7" name="Google Shape;387;p24">
            <a:extLst>
              <a:ext uri="{FF2B5EF4-FFF2-40B4-BE49-F238E27FC236}">
                <a16:creationId xmlns:a16="http://schemas.microsoft.com/office/drawing/2014/main" id="{276D04CC-2C4A-4817-9455-E2D963EA1498}"/>
              </a:ext>
            </a:extLst>
          </p:cNvPr>
          <p:cNvSpPr>
            <a:spLocks noGrp="1"/>
          </p:cNvSpPr>
          <p:nvPr/>
        </p:nvSpPr>
        <p:spPr>
          <a:xfrm>
            <a:off x="8841694" y="3614195"/>
            <a:ext cx="17262" cy="13350"/>
          </a:xfrm>
          <a:custGeom>
            <a:avLst/>
            <a:gdLst/>
            <a:ahLst/>
            <a:cxnLst/>
            <a:rect l="l" t="t" r="r" b="b"/>
            <a:pathLst>
              <a:path w="503" h="389">
                <a:moveTo>
                  <a:pt x="69" y="1"/>
                </a:moveTo>
                <a:cubicBezTo>
                  <a:pt x="46" y="137"/>
                  <a:pt x="23" y="252"/>
                  <a:pt x="0" y="389"/>
                </a:cubicBezTo>
                <a:cubicBezTo>
                  <a:pt x="160" y="320"/>
                  <a:pt x="320" y="252"/>
                  <a:pt x="503" y="183"/>
                </a:cubicBezTo>
                <a:cubicBezTo>
                  <a:pt x="366" y="115"/>
                  <a:pt x="229" y="69"/>
                  <a:pt x="69" y="1"/>
                </a:cubicBezTo>
                <a:close/>
              </a:path>
            </a:pathLst>
          </a:custGeom>
          <a:solidFill>
            <a:srgbClr val="11564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8" name="Google Shape;388;p24">
            <a:extLst>
              <a:ext uri="{FF2B5EF4-FFF2-40B4-BE49-F238E27FC236}">
                <a16:creationId xmlns:a16="http://schemas.microsoft.com/office/drawing/2014/main" id="{914B932E-67CB-4709-A9E4-759EC99E9135}"/>
              </a:ext>
            </a:extLst>
          </p:cNvPr>
          <p:cNvSpPr>
            <a:spLocks noGrp="1"/>
          </p:cNvSpPr>
          <p:nvPr/>
        </p:nvSpPr>
        <p:spPr>
          <a:xfrm>
            <a:off x="8457604" y="3369128"/>
            <a:ext cx="456800" cy="273064"/>
          </a:xfrm>
          <a:custGeom>
            <a:avLst/>
            <a:gdLst/>
            <a:ahLst/>
            <a:cxnLst/>
            <a:rect l="l" t="t" r="r" b="b"/>
            <a:pathLst>
              <a:path w="13311" h="7957">
                <a:moveTo>
                  <a:pt x="12884" y="0"/>
                </a:moveTo>
                <a:cubicBezTo>
                  <a:pt x="12749" y="0"/>
                  <a:pt x="12621" y="75"/>
                  <a:pt x="12585" y="248"/>
                </a:cubicBezTo>
                <a:cubicBezTo>
                  <a:pt x="12197" y="2554"/>
                  <a:pt x="11809" y="4859"/>
                  <a:pt x="11261" y="7142"/>
                </a:cubicBezTo>
                <a:cubicBezTo>
                  <a:pt x="11421" y="7210"/>
                  <a:pt x="11558" y="7256"/>
                  <a:pt x="11695" y="7324"/>
                </a:cubicBezTo>
                <a:cubicBezTo>
                  <a:pt x="11512" y="7393"/>
                  <a:pt x="11352" y="7461"/>
                  <a:pt x="11192" y="7530"/>
                </a:cubicBezTo>
                <a:cubicBezTo>
                  <a:pt x="11215" y="7393"/>
                  <a:pt x="11238" y="7278"/>
                  <a:pt x="11261" y="7142"/>
                </a:cubicBezTo>
                <a:cubicBezTo>
                  <a:pt x="7700" y="5635"/>
                  <a:pt x="3980" y="4494"/>
                  <a:pt x="670" y="2462"/>
                </a:cubicBezTo>
                <a:cubicBezTo>
                  <a:pt x="609" y="2427"/>
                  <a:pt x="550" y="2411"/>
                  <a:pt x="494" y="2411"/>
                </a:cubicBezTo>
                <a:cubicBezTo>
                  <a:pt x="193" y="2411"/>
                  <a:pt x="0" y="2863"/>
                  <a:pt x="328" y="3056"/>
                </a:cubicBezTo>
                <a:cubicBezTo>
                  <a:pt x="3751" y="5179"/>
                  <a:pt x="7655" y="6343"/>
                  <a:pt x="11352" y="7918"/>
                </a:cubicBezTo>
                <a:cubicBezTo>
                  <a:pt x="11404" y="7944"/>
                  <a:pt x="11462" y="7957"/>
                  <a:pt x="11520" y="7957"/>
                </a:cubicBezTo>
                <a:cubicBezTo>
                  <a:pt x="11663" y="7957"/>
                  <a:pt x="11805" y="7875"/>
                  <a:pt x="11854" y="7712"/>
                </a:cubicBezTo>
                <a:cubicBezTo>
                  <a:pt x="12425" y="5315"/>
                  <a:pt x="12859" y="2873"/>
                  <a:pt x="13270" y="431"/>
                </a:cubicBezTo>
                <a:cubicBezTo>
                  <a:pt x="13311" y="170"/>
                  <a:pt x="13088" y="0"/>
                  <a:pt x="12884" y="0"/>
                </a:cubicBezTo>
                <a:close/>
              </a:path>
            </a:pathLst>
          </a:custGeom>
          <a:solidFill>
            <a:srgbClr val="11564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9" name="Google Shape;389;p24">
            <a:extLst>
              <a:ext uri="{FF2B5EF4-FFF2-40B4-BE49-F238E27FC236}">
                <a16:creationId xmlns:a16="http://schemas.microsoft.com/office/drawing/2014/main" id="{E0C9B773-460E-46F7-A724-C1F03E338B91}"/>
              </a:ext>
            </a:extLst>
          </p:cNvPr>
          <p:cNvSpPr>
            <a:spLocks noGrp="1"/>
          </p:cNvSpPr>
          <p:nvPr/>
        </p:nvSpPr>
        <p:spPr>
          <a:xfrm>
            <a:off x="8947429" y="3904802"/>
            <a:ext cx="14928" cy="11016"/>
          </a:xfrm>
          <a:custGeom>
            <a:avLst/>
            <a:gdLst/>
            <a:ahLst/>
            <a:cxnLst/>
            <a:rect l="l" t="t" r="r" b="b"/>
            <a:pathLst>
              <a:path w="435" h="321">
                <a:moveTo>
                  <a:pt x="115" y="1"/>
                </a:moveTo>
                <a:cubicBezTo>
                  <a:pt x="92" y="115"/>
                  <a:pt x="47" y="206"/>
                  <a:pt x="1" y="320"/>
                </a:cubicBezTo>
                <a:cubicBezTo>
                  <a:pt x="138" y="252"/>
                  <a:pt x="298" y="160"/>
                  <a:pt x="435" y="92"/>
                </a:cubicBezTo>
                <a:cubicBezTo>
                  <a:pt x="320" y="69"/>
                  <a:pt x="229" y="23"/>
                  <a:pt x="115" y="1"/>
                </a:cubicBezTo>
                <a:close/>
              </a:path>
            </a:pathLst>
          </a:custGeom>
          <a:solidFill>
            <a:srgbClr val="11564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0" name="Google Shape;390;p24">
            <a:extLst>
              <a:ext uri="{FF2B5EF4-FFF2-40B4-BE49-F238E27FC236}">
                <a16:creationId xmlns:a16="http://schemas.microsoft.com/office/drawing/2014/main" id="{6051E3F4-A688-43AF-AA03-E5BC88FE63C4}"/>
              </a:ext>
            </a:extLst>
          </p:cNvPr>
          <p:cNvSpPr>
            <a:spLocks noGrp="1"/>
          </p:cNvSpPr>
          <p:nvPr/>
        </p:nvSpPr>
        <p:spPr>
          <a:xfrm>
            <a:off x="8441989" y="3546142"/>
            <a:ext cx="642389" cy="385145"/>
          </a:xfrm>
          <a:custGeom>
            <a:avLst/>
            <a:gdLst/>
            <a:ahLst/>
            <a:cxnLst/>
            <a:rect l="l" t="t" r="r" b="b"/>
            <a:pathLst>
              <a:path w="18719" h="11223">
                <a:moveTo>
                  <a:pt x="18297" y="1"/>
                </a:moveTo>
                <a:cubicBezTo>
                  <a:pt x="18165" y="1"/>
                  <a:pt x="18043" y="76"/>
                  <a:pt x="18016" y="249"/>
                </a:cubicBezTo>
                <a:cubicBezTo>
                  <a:pt x="17377" y="3764"/>
                  <a:pt x="16007" y="7074"/>
                  <a:pt x="14843" y="10452"/>
                </a:cubicBezTo>
                <a:cubicBezTo>
                  <a:pt x="14957" y="10474"/>
                  <a:pt x="15048" y="10520"/>
                  <a:pt x="15163" y="10543"/>
                </a:cubicBezTo>
                <a:cubicBezTo>
                  <a:pt x="15026" y="10611"/>
                  <a:pt x="14866" y="10703"/>
                  <a:pt x="14729" y="10771"/>
                </a:cubicBezTo>
                <a:cubicBezTo>
                  <a:pt x="14775" y="10657"/>
                  <a:pt x="14820" y="10566"/>
                  <a:pt x="14843" y="10452"/>
                </a:cubicBezTo>
                <a:cubicBezTo>
                  <a:pt x="9913" y="8922"/>
                  <a:pt x="5553" y="5978"/>
                  <a:pt x="577" y="4517"/>
                </a:cubicBezTo>
                <a:cubicBezTo>
                  <a:pt x="538" y="4505"/>
                  <a:pt x="501" y="4499"/>
                  <a:pt x="466" y="4499"/>
                </a:cubicBezTo>
                <a:cubicBezTo>
                  <a:pt x="116" y="4499"/>
                  <a:pt x="0" y="5075"/>
                  <a:pt x="395" y="5179"/>
                </a:cubicBezTo>
                <a:cubicBezTo>
                  <a:pt x="5462" y="6663"/>
                  <a:pt x="9890" y="9721"/>
                  <a:pt x="14980" y="11205"/>
                </a:cubicBezTo>
                <a:cubicBezTo>
                  <a:pt x="15013" y="11217"/>
                  <a:pt x="15046" y="11223"/>
                  <a:pt x="15078" y="11223"/>
                </a:cubicBezTo>
                <a:cubicBezTo>
                  <a:pt x="15224" y="11223"/>
                  <a:pt x="15353" y="11107"/>
                  <a:pt x="15391" y="10977"/>
                </a:cubicBezTo>
                <a:cubicBezTo>
                  <a:pt x="16578" y="7484"/>
                  <a:pt x="18016" y="4083"/>
                  <a:pt x="18678" y="431"/>
                </a:cubicBezTo>
                <a:cubicBezTo>
                  <a:pt x="18719" y="171"/>
                  <a:pt x="18496" y="1"/>
                  <a:pt x="18297" y="1"/>
                </a:cubicBezTo>
                <a:close/>
              </a:path>
            </a:pathLst>
          </a:custGeom>
          <a:solidFill>
            <a:srgbClr val="11564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1" name="Google Shape;391;p24">
            <a:extLst>
              <a:ext uri="{FF2B5EF4-FFF2-40B4-BE49-F238E27FC236}">
                <a16:creationId xmlns:a16="http://schemas.microsoft.com/office/drawing/2014/main" id="{FF83134E-9D95-4E69-868A-9ACDDE28083B}"/>
              </a:ext>
            </a:extLst>
          </p:cNvPr>
          <p:cNvSpPr>
            <a:spLocks noGrp="1"/>
          </p:cNvSpPr>
          <p:nvPr/>
        </p:nvSpPr>
        <p:spPr>
          <a:xfrm>
            <a:off x="8502904" y="3933801"/>
            <a:ext cx="655258" cy="249660"/>
          </a:xfrm>
          <a:custGeom>
            <a:avLst/>
            <a:gdLst/>
            <a:ahLst/>
            <a:cxnLst/>
            <a:rect l="l" t="t" r="r" b="b"/>
            <a:pathLst>
              <a:path w="19094" h="7275">
                <a:moveTo>
                  <a:pt x="19094" y="0"/>
                </a:moveTo>
                <a:cubicBezTo>
                  <a:pt x="18660" y="845"/>
                  <a:pt x="18226" y="1712"/>
                  <a:pt x="17861" y="2579"/>
                </a:cubicBezTo>
                <a:cubicBezTo>
                  <a:pt x="17099" y="4405"/>
                  <a:pt x="16478" y="6494"/>
                  <a:pt x="14480" y="6494"/>
                </a:cubicBezTo>
                <a:cubicBezTo>
                  <a:pt x="14204" y="6494"/>
                  <a:pt x="13902" y="6454"/>
                  <a:pt x="13570" y="6368"/>
                </a:cubicBezTo>
                <a:cubicBezTo>
                  <a:pt x="11539" y="5843"/>
                  <a:pt x="9781" y="4588"/>
                  <a:pt x="7841" y="3835"/>
                </a:cubicBezTo>
                <a:cubicBezTo>
                  <a:pt x="5399" y="2853"/>
                  <a:pt x="2934" y="1872"/>
                  <a:pt x="674" y="502"/>
                </a:cubicBezTo>
                <a:cubicBezTo>
                  <a:pt x="613" y="467"/>
                  <a:pt x="554" y="451"/>
                  <a:pt x="498" y="451"/>
                </a:cubicBezTo>
                <a:cubicBezTo>
                  <a:pt x="196" y="451"/>
                  <a:pt x="0" y="907"/>
                  <a:pt x="309" y="1119"/>
                </a:cubicBezTo>
                <a:cubicBezTo>
                  <a:pt x="2819" y="2625"/>
                  <a:pt x="5558" y="3538"/>
                  <a:pt x="8206" y="4748"/>
                </a:cubicBezTo>
                <a:cubicBezTo>
                  <a:pt x="10238" y="5661"/>
                  <a:pt x="12223" y="6985"/>
                  <a:pt x="14483" y="7259"/>
                </a:cubicBezTo>
                <a:cubicBezTo>
                  <a:pt x="14582" y="7269"/>
                  <a:pt x="14678" y="7275"/>
                  <a:pt x="14772" y="7275"/>
                </a:cubicBezTo>
                <a:cubicBezTo>
                  <a:pt x="16455" y="7275"/>
                  <a:pt x="17346" y="5585"/>
                  <a:pt x="17930" y="4223"/>
                </a:cubicBezTo>
                <a:cubicBezTo>
                  <a:pt x="18295" y="3378"/>
                  <a:pt x="18683" y="2557"/>
                  <a:pt x="19094" y="1735"/>
                </a:cubicBezTo>
                <a:lnTo>
                  <a:pt x="19094" y="0"/>
                </a:lnTo>
                <a:close/>
              </a:path>
            </a:pathLst>
          </a:custGeom>
          <a:solidFill>
            <a:srgbClr val="11564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2" name="Google Shape;392;p24">
            <a:extLst>
              <a:ext uri="{FF2B5EF4-FFF2-40B4-BE49-F238E27FC236}">
                <a16:creationId xmlns:a16="http://schemas.microsoft.com/office/drawing/2014/main" id="{0290C1EE-8B6B-4223-BF70-EC59944839EB}"/>
              </a:ext>
            </a:extLst>
          </p:cNvPr>
          <p:cNvSpPr>
            <a:spLocks noGrp="1"/>
          </p:cNvSpPr>
          <p:nvPr/>
        </p:nvSpPr>
        <p:spPr>
          <a:xfrm>
            <a:off x="8525094" y="4259653"/>
            <a:ext cx="617852" cy="242556"/>
          </a:xfrm>
          <a:custGeom>
            <a:avLst/>
            <a:gdLst/>
            <a:ahLst/>
            <a:cxnLst/>
            <a:rect l="l" t="t" r="r" b="b"/>
            <a:pathLst>
              <a:path w="18004" h="7068">
                <a:moveTo>
                  <a:pt x="537" y="1"/>
                </a:moveTo>
                <a:cubicBezTo>
                  <a:pt x="251" y="1"/>
                  <a:pt x="0" y="356"/>
                  <a:pt x="269" y="571"/>
                </a:cubicBezTo>
                <a:cubicBezTo>
                  <a:pt x="2277" y="2237"/>
                  <a:pt x="4879" y="2740"/>
                  <a:pt x="7322" y="3470"/>
                </a:cubicBezTo>
                <a:cubicBezTo>
                  <a:pt x="10700" y="4474"/>
                  <a:pt x="13850" y="6026"/>
                  <a:pt x="17205" y="7053"/>
                </a:cubicBezTo>
                <a:cubicBezTo>
                  <a:pt x="17238" y="7063"/>
                  <a:pt x="17271" y="7068"/>
                  <a:pt x="17302" y="7068"/>
                </a:cubicBezTo>
                <a:cubicBezTo>
                  <a:pt x="17420" y="7068"/>
                  <a:pt x="17521" y="7002"/>
                  <a:pt x="17593" y="6894"/>
                </a:cubicBezTo>
                <a:cubicBezTo>
                  <a:pt x="17730" y="6711"/>
                  <a:pt x="17867" y="6506"/>
                  <a:pt x="18004" y="6323"/>
                </a:cubicBezTo>
                <a:lnTo>
                  <a:pt x="18004" y="5068"/>
                </a:lnTo>
                <a:cubicBezTo>
                  <a:pt x="17798" y="5364"/>
                  <a:pt x="17616" y="5661"/>
                  <a:pt x="17410" y="5958"/>
                </a:cubicBezTo>
                <a:cubicBezTo>
                  <a:pt x="17273" y="6153"/>
                  <a:pt x="17090" y="6225"/>
                  <a:pt x="16884" y="6225"/>
                </a:cubicBezTo>
                <a:cubicBezTo>
                  <a:pt x="16442" y="6225"/>
                  <a:pt x="15898" y="5893"/>
                  <a:pt x="15493" y="5752"/>
                </a:cubicBezTo>
                <a:cubicBezTo>
                  <a:pt x="12937" y="4817"/>
                  <a:pt x="10449" y="3767"/>
                  <a:pt x="7869" y="2899"/>
                </a:cubicBezTo>
                <a:cubicBezTo>
                  <a:pt x="5450" y="2123"/>
                  <a:pt x="2779" y="1735"/>
                  <a:pt x="771" y="92"/>
                </a:cubicBezTo>
                <a:cubicBezTo>
                  <a:pt x="697" y="28"/>
                  <a:pt x="616" y="1"/>
                  <a:pt x="537" y="1"/>
                </a:cubicBezTo>
                <a:close/>
              </a:path>
            </a:pathLst>
          </a:custGeom>
          <a:solidFill>
            <a:srgbClr val="11564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3" name="Google Shape;393;p24">
            <a:extLst>
              <a:ext uri="{FF2B5EF4-FFF2-40B4-BE49-F238E27FC236}">
                <a16:creationId xmlns:a16="http://schemas.microsoft.com/office/drawing/2014/main" id="{E3152024-E0AE-430B-A88A-63424E67A578}"/>
              </a:ext>
            </a:extLst>
          </p:cNvPr>
          <p:cNvSpPr>
            <a:spLocks noGrp="1"/>
          </p:cNvSpPr>
          <p:nvPr/>
        </p:nvSpPr>
        <p:spPr>
          <a:xfrm>
            <a:off x="8631152" y="4603247"/>
            <a:ext cx="527014" cy="206317"/>
          </a:xfrm>
          <a:custGeom>
            <a:avLst/>
            <a:gdLst/>
            <a:ahLst/>
            <a:cxnLst/>
            <a:rect l="l" t="t" r="r" b="b"/>
            <a:pathLst>
              <a:path w="15357" h="6012">
                <a:moveTo>
                  <a:pt x="509" y="0"/>
                </a:moveTo>
                <a:cubicBezTo>
                  <a:pt x="134" y="0"/>
                  <a:pt x="0" y="585"/>
                  <a:pt x="406" y="671"/>
                </a:cubicBezTo>
                <a:cubicBezTo>
                  <a:pt x="5588" y="1926"/>
                  <a:pt x="10358" y="4254"/>
                  <a:pt x="15357" y="6012"/>
                </a:cubicBezTo>
                <a:lnTo>
                  <a:pt x="15357" y="5304"/>
                </a:lnTo>
                <a:cubicBezTo>
                  <a:pt x="15220" y="5236"/>
                  <a:pt x="15083" y="5190"/>
                  <a:pt x="14946" y="5144"/>
                </a:cubicBezTo>
                <a:cubicBezTo>
                  <a:pt x="10153" y="3433"/>
                  <a:pt x="5565" y="1218"/>
                  <a:pt x="589" y="9"/>
                </a:cubicBezTo>
                <a:cubicBezTo>
                  <a:pt x="561" y="3"/>
                  <a:pt x="534" y="0"/>
                  <a:pt x="509" y="0"/>
                </a:cubicBezTo>
                <a:close/>
              </a:path>
            </a:pathLst>
          </a:custGeom>
          <a:solidFill>
            <a:srgbClr val="11564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" name="Google Shape;394;p24">
            <a:extLst>
              <a:ext uri="{FF2B5EF4-FFF2-40B4-BE49-F238E27FC236}">
                <a16:creationId xmlns:a16="http://schemas.microsoft.com/office/drawing/2014/main" id="{66A1F9DB-34A4-443A-B4CD-8C226D1569F3}"/>
              </a:ext>
            </a:extLst>
          </p:cNvPr>
          <p:cNvSpPr>
            <a:spLocks noGrp="1"/>
          </p:cNvSpPr>
          <p:nvPr/>
        </p:nvSpPr>
        <p:spPr>
          <a:xfrm>
            <a:off x="8573497" y="2693402"/>
            <a:ext cx="584667" cy="789200"/>
          </a:xfrm>
          <a:custGeom>
            <a:avLst/>
            <a:gdLst/>
            <a:ahLst/>
            <a:cxnLst/>
            <a:rect l="l" t="t" r="r" b="b"/>
            <a:pathLst>
              <a:path w="17037" h="22997">
                <a:moveTo>
                  <a:pt x="14644" y="0"/>
                </a:moveTo>
                <a:cubicBezTo>
                  <a:pt x="13751" y="0"/>
                  <a:pt x="13058" y="1050"/>
                  <a:pt x="13179" y="3116"/>
                </a:cubicBezTo>
                <a:cubicBezTo>
                  <a:pt x="13385" y="5604"/>
                  <a:pt x="15371" y="9507"/>
                  <a:pt x="15097" y="11927"/>
                </a:cubicBezTo>
                <a:cubicBezTo>
                  <a:pt x="13887" y="9393"/>
                  <a:pt x="11924" y="6677"/>
                  <a:pt x="10760" y="4874"/>
                </a:cubicBezTo>
                <a:cubicBezTo>
                  <a:pt x="10164" y="4056"/>
                  <a:pt x="8476" y="1436"/>
                  <a:pt x="7363" y="1436"/>
                </a:cubicBezTo>
                <a:cubicBezTo>
                  <a:pt x="6984" y="1436"/>
                  <a:pt x="6671" y="1740"/>
                  <a:pt x="6492" y="2523"/>
                </a:cubicBezTo>
                <a:cubicBezTo>
                  <a:pt x="5989" y="4303"/>
                  <a:pt x="7542" y="6106"/>
                  <a:pt x="8455" y="7658"/>
                </a:cubicBezTo>
                <a:cubicBezTo>
                  <a:pt x="9550" y="9644"/>
                  <a:pt x="11787" y="12338"/>
                  <a:pt x="12609" y="14346"/>
                </a:cubicBezTo>
                <a:cubicBezTo>
                  <a:pt x="10783" y="12840"/>
                  <a:pt x="8706" y="11630"/>
                  <a:pt x="6788" y="10215"/>
                </a:cubicBezTo>
                <a:cubicBezTo>
                  <a:pt x="5989" y="9607"/>
                  <a:pt x="4186" y="7704"/>
                  <a:pt x="2856" y="7704"/>
                </a:cubicBezTo>
                <a:cubicBezTo>
                  <a:pt x="2439" y="7704"/>
                  <a:pt x="2068" y="7891"/>
                  <a:pt x="1790" y="8366"/>
                </a:cubicBezTo>
                <a:cubicBezTo>
                  <a:pt x="329" y="10922"/>
                  <a:pt x="9002" y="15054"/>
                  <a:pt x="10783" y="17473"/>
                </a:cubicBezTo>
                <a:cubicBezTo>
                  <a:pt x="8044" y="16195"/>
                  <a:pt x="5510" y="15556"/>
                  <a:pt x="3068" y="14711"/>
                </a:cubicBezTo>
                <a:cubicBezTo>
                  <a:pt x="2567" y="14589"/>
                  <a:pt x="1715" y="14317"/>
                  <a:pt x="1040" y="14317"/>
                </a:cubicBezTo>
                <a:cubicBezTo>
                  <a:pt x="453" y="14317"/>
                  <a:pt x="0" y="14523"/>
                  <a:pt x="32" y="15213"/>
                </a:cubicBezTo>
                <a:cubicBezTo>
                  <a:pt x="78" y="16606"/>
                  <a:pt x="2794" y="17519"/>
                  <a:pt x="3753" y="17930"/>
                </a:cubicBezTo>
                <a:cubicBezTo>
                  <a:pt x="8112" y="19756"/>
                  <a:pt x="12632" y="21194"/>
                  <a:pt x="17037" y="22997"/>
                </a:cubicBezTo>
                <a:lnTo>
                  <a:pt x="17037" y="2454"/>
                </a:lnTo>
                <a:cubicBezTo>
                  <a:pt x="16364" y="810"/>
                  <a:pt x="15427" y="0"/>
                  <a:pt x="14644" y="0"/>
                </a:cubicBezTo>
                <a:close/>
              </a:path>
            </a:pathLst>
          </a:custGeom>
          <a:solidFill>
            <a:srgbClr val="FFDB6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5" name="Google Shape;395;p24">
            <a:extLst>
              <a:ext uri="{FF2B5EF4-FFF2-40B4-BE49-F238E27FC236}">
                <a16:creationId xmlns:a16="http://schemas.microsoft.com/office/drawing/2014/main" id="{B4BDA548-433C-41D2-97F6-17138AC59830}"/>
              </a:ext>
            </a:extLst>
          </p:cNvPr>
          <p:cNvSpPr>
            <a:spLocks noGrp="1"/>
          </p:cNvSpPr>
          <p:nvPr/>
        </p:nvSpPr>
        <p:spPr>
          <a:xfrm>
            <a:off x="8839429" y="2820311"/>
            <a:ext cx="318741" cy="533843"/>
          </a:xfrm>
          <a:custGeom>
            <a:avLst/>
            <a:gdLst/>
            <a:ahLst/>
            <a:cxnLst/>
            <a:rect l="l" t="t" r="r" b="b"/>
            <a:pathLst>
              <a:path w="9288" h="15556">
                <a:moveTo>
                  <a:pt x="475" y="1"/>
                </a:moveTo>
                <a:cubicBezTo>
                  <a:pt x="233" y="1"/>
                  <a:pt x="0" y="246"/>
                  <a:pt x="158" y="514"/>
                </a:cubicBezTo>
                <a:cubicBezTo>
                  <a:pt x="2417" y="4166"/>
                  <a:pt x="4540" y="7863"/>
                  <a:pt x="6891" y="11447"/>
                </a:cubicBezTo>
                <a:cubicBezTo>
                  <a:pt x="7736" y="12748"/>
                  <a:pt x="8557" y="14140"/>
                  <a:pt x="9288" y="15556"/>
                </a:cubicBezTo>
                <a:lnTo>
                  <a:pt x="9288" y="14049"/>
                </a:lnTo>
                <a:cubicBezTo>
                  <a:pt x="8626" y="12885"/>
                  <a:pt x="7918" y="11744"/>
                  <a:pt x="7188" y="10648"/>
                </a:cubicBezTo>
                <a:cubicBezTo>
                  <a:pt x="4951" y="7224"/>
                  <a:pt x="2920" y="3664"/>
                  <a:pt x="774" y="171"/>
                </a:cubicBezTo>
                <a:cubicBezTo>
                  <a:pt x="696" y="51"/>
                  <a:pt x="585" y="1"/>
                  <a:pt x="475" y="1"/>
                </a:cubicBezTo>
                <a:close/>
              </a:path>
            </a:pathLst>
          </a:custGeom>
          <a:solidFill>
            <a:srgbClr val="FFA522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6" name="Google Shape;396;p24">
            <a:extLst>
              <a:ext uri="{FF2B5EF4-FFF2-40B4-BE49-F238E27FC236}">
                <a16:creationId xmlns:a16="http://schemas.microsoft.com/office/drawing/2014/main" id="{48AB5C83-EBD8-4ED9-A66C-27994A014267}"/>
              </a:ext>
            </a:extLst>
          </p:cNvPr>
          <p:cNvSpPr>
            <a:spLocks noGrp="1"/>
          </p:cNvSpPr>
          <p:nvPr/>
        </p:nvSpPr>
        <p:spPr>
          <a:xfrm>
            <a:off x="8686781" y="3023612"/>
            <a:ext cx="471385" cy="401034"/>
          </a:xfrm>
          <a:custGeom>
            <a:avLst/>
            <a:gdLst/>
            <a:ahLst/>
            <a:cxnLst/>
            <a:rect l="l" t="t" r="r" b="b"/>
            <a:pathLst>
              <a:path w="13736" h="11686">
                <a:moveTo>
                  <a:pt x="518" y="0"/>
                </a:moveTo>
                <a:cubicBezTo>
                  <a:pt x="238" y="0"/>
                  <a:pt x="0" y="360"/>
                  <a:pt x="269" y="593"/>
                </a:cubicBezTo>
                <a:cubicBezTo>
                  <a:pt x="2894" y="2852"/>
                  <a:pt x="5633" y="4998"/>
                  <a:pt x="8463" y="7007"/>
                </a:cubicBezTo>
                <a:cubicBezTo>
                  <a:pt x="10449" y="8422"/>
                  <a:pt x="12115" y="9997"/>
                  <a:pt x="13736" y="11686"/>
                </a:cubicBezTo>
                <a:lnTo>
                  <a:pt x="13736" y="10613"/>
                </a:lnTo>
                <a:cubicBezTo>
                  <a:pt x="12595" y="9403"/>
                  <a:pt x="11431" y="8285"/>
                  <a:pt x="10061" y="7303"/>
                </a:cubicBezTo>
                <a:cubicBezTo>
                  <a:pt x="6888" y="4975"/>
                  <a:pt x="3738" y="2670"/>
                  <a:pt x="748" y="91"/>
                </a:cubicBezTo>
                <a:cubicBezTo>
                  <a:pt x="675" y="27"/>
                  <a:pt x="595" y="0"/>
                  <a:pt x="518" y="0"/>
                </a:cubicBezTo>
                <a:close/>
              </a:path>
            </a:pathLst>
          </a:custGeom>
          <a:solidFill>
            <a:srgbClr val="FFA522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7" name="Google Shape;397;p24">
            <a:extLst>
              <a:ext uri="{FF2B5EF4-FFF2-40B4-BE49-F238E27FC236}">
                <a16:creationId xmlns:a16="http://schemas.microsoft.com/office/drawing/2014/main" id="{DEA63939-3C34-4AB5-8DD3-70ED149B5B40}"/>
              </a:ext>
            </a:extLst>
          </p:cNvPr>
          <p:cNvSpPr>
            <a:spLocks noGrp="1"/>
          </p:cNvSpPr>
          <p:nvPr/>
        </p:nvSpPr>
        <p:spPr>
          <a:xfrm>
            <a:off x="8618831" y="3223653"/>
            <a:ext cx="539334" cy="240943"/>
          </a:xfrm>
          <a:custGeom>
            <a:avLst/>
            <a:gdLst/>
            <a:ahLst/>
            <a:cxnLst/>
            <a:rect l="l" t="t" r="r" b="b"/>
            <a:pathLst>
              <a:path w="15716" h="7021">
                <a:moveTo>
                  <a:pt x="485" y="0"/>
                </a:moveTo>
                <a:cubicBezTo>
                  <a:pt x="124" y="0"/>
                  <a:pt x="1" y="570"/>
                  <a:pt x="400" y="675"/>
                </a:cubicBezTo>
                <a:cubicBezTo>
                  <a:pt x="3436" y="1429"/>
                  <a:pt x="6175" y="2912"/>
                  <a:pt x="9074" y="4054"/>
                </a:cubicBezTo>
                <a:cubicBezTo>
                  <a:pt x="11379" y="4944"/>
                  <a:pt x="13616" y="5811"/>
                  <a:pt x="15716" y="7021"/>
                </a:cubicBezTo>
                <a:lnTo>
                  <a:pt x="15716" y="6222"/>
                </a:lnTo>
                <a:cubicBezTo>
                  <a:pt x="13958" y="5218"/>
                  <a:pt x="12087" y="4419"/>
                  <a:pt x="10169" y="3711"/>
                </a:cubicBezTo>
                <a:cubicBezTo>
                  <a:pt x="6951" y="2524"/>
                  <a:pt x="3915" y="835"/>
                  <a:pt x="583" y="14"/>
                </a:cubicBezTo>
                <a:cubicBezTo>
                  <a:pt x="548" y="5"/>
                  <a:pt x="516" y="0"/>
                  <a:pt x="485" y="0"/>
                </a:cubicBezTo>
                <a:close/>
              </a:path>
            </a:pathLst>
          </a:custGeom>
          <a:solidFill>
            <a:srgbClr val="FFA522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8" name="Google Shape;398;p24">
            <a:extLst>
              <a:ext uri="{FF2B5EF4-FFF2-40B4-BE49-F238E27FC236}">
                <a16:creationId xmlns:a16="http://schemas.microsoft.com/office/drawing/2014/main" id="{B99A4928-0B7F-4683-BE9F-DBCCE4AD4845}"/>
              </a:ext>
            </a:extLst>
          </p:cNvPr>
          <p:cNvSpPr>
            <a:spLocks noGrp="1"/>
          </p:cNvSpPr>
          <p:nvPr/>
        </p:nvSpPr>
        <p:spPr>
          <a:xfrm>
            <a:off x="9061606" y="2774358"/>
            <a:ext cx="96569" cy="412153"/>
          </a:xfrm>
          <a:custGeom>
            <a:avLst/>
            <a:gdLst/>
            <a:ahLst/>
            <a:cxnLst/>
            <a:rect l="l" t="t" r="r" b="b"/>
            <a:pathLst>
              <a:path w="2814" h="12010">
                <a:moveTo>
                  <a:pt x="418" y="1"/>
                </a:moveTo>
                <a:cubicBezTo>
                  <a:pt x="206" y="1"/>
                  <a:pt x="1" y="166"/>
                  <a:pt x="98" y="415"/>
                </a:cubicBezTo>
                <a:cubicBezTo>
                  <a:pt x="1262" y="3473"/>
                  <a:pt x="1741" y="6897"/>
                  <a:pt x="2426" y="10093"/>
                </a:cubicBezTo>
                <a:cubicBezTo>
                  <a:pt x="2563" y="10732"/>
                  <a:pt x="2677" y="11371"/>
                  <a:pt x="2814" y="12010"/>
                </a:cubicBezTo>
                <a:lnTo>
                  <a:pt x="2814" y="8677"/>
                </a:lnTo>
                <a:cubicBezTo>
                  <a:pt x="2586" y="7650"/>
                  <a:pt x="2335" y="6623"/>
                  <a:pt x="2129" y="5596"/>
                </a:cubicBezTo>
                <a:cubicBezTo>
                  <a:pt x="1764" y="3770"/>
                  <a:pt x="1422" y="1967"/>
                  <a:pt x="760" y="232"/>
                </a:cubicBezTo>
                <a:cubicBezTo>
                  <a:pt x="697" y="70"/>
                  <a:pt x="556" y="1"/>
                  <a:pt x="418" y="1"/>
                </a:cubicBezTo>
                <a:close/>
              </a:path>
            </a:pathLst>
          </a:custGeom>
          <a:solidFill>
            <a:srgbClr val="FFA522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9" name="Google Shape;399;p24">
            <a:extLst>
              <a:ext uri="{FF2B5EF4-FFF2-40B4-BE49-F238E27FC236}">
                <a16:creationId xmlns:a16="http://schemas.microsoft.com/office/drawing/2014/main" id="{89262ECA-182F-46D4-991E-2AFA98802D02}"/>
              </a:ext>
            </a:extLst>
          </p:cNvPr>
          <p:cNvSpPr>
            <a:spLocks noGrp="1"/>
          </p:cNvSpPr>
          <p:nvPr/>
        </p:nvSpPr>
        <p:spPr>
          <a:xfrm>
            <a:off x="6693851" y="4312469"/>
            <a:ext cx="891397" cy="675677"/>
          </a:xfrm>
          <a:custGeom>
            <a:avLst/>
            <a:gdLst/>
            <a:ahLst/>
            <a:cxnLst/>
            <a:rect l="l" t="t" r="r" b="b"/>
            <a:pathLst>
              <a:path w="25975" h="19689">
                <a:moveTo>
                  <a:pt x="7300" y="1"/>
                </a:moveTo>
                <a:cubicBezTo>
                  <a:pt x="5044" y="1"/>
                  <a:pt x="8279" y="4954"/>
                  <a:pt x="8559" y="6222"/>
                </a:cubicBezTo>
                <a:cubicBezTo>
                  <a:pt x="6796" y="4606"/>
                  <a:pt x="2825" y="2102"/>
                  <a:pt x="1058" y="2102"/>
                </a:cubicBezTo>
                <a:cubicBezTo>
                  <a:pt x="355" y="2102"/>
                  <a:pt x="0" y="2499"/>
                  <a:pt x="273" y="3506"/>
                </a:cubicBezTo>
                <a:cubicBezTo>
                  <a:pt x="1072" y="6291"/>
                  <a:pt x="5363" y="8664"/>
                  <a:pt x="7783" y="10696"/>
                </a:cubicBezTo>
                <a:cubicBezTo>
                  <a:pt x="6094" y="11221"/>
                  <a:pt x="319" y="10878"/>
                  <a:pt x="3378" y="13412"/>
                </a:cubicBezTo>
                <a:cubicBezTo>
                  <a:pt x="5295" y="15033"/>
                  <a:pt x="9837" y="14485"/>
                  <a:pt x="11640" y="16014"/>
                </a:cubicBezTo>
                <a:cubicBezTo>
                  <a:pt x="10887" y="16197"/>
                  <a:pt x="7600" y="16562"/>
                  <a:pt x="7440" y="17521"/>
                </a:cubicBezTo>
                <a:cubicBezTo>
                  <a:pt x="7052" y="19164"/>
                  <a:pt x="11549" y="19552"/>
                  <a:pt x="12576" y="19552"/>
                </a:cubicBezTo>
                <a:cubicBezTo>
                  <a:pt x="13609" y="19627"/>
                  <a:pt x="14860" y="19649"/>
                  <a:pt x="16216" y="19649"/>
                </a:cubicBezTo>
                <a:cubicBezTo>
                  <a:pt x="18120" y="19649"/>
                  <a:pt x="20229" y="19606"/>
                  <a:pt x="22227" y="19606"/>
                </a:cubicBezTo>
                <a:cubicBezTo>
                  <a:pt x="23557" y="19606"/>
                  <a:pt x="24837" y="19625"/>
                  <a:pt x="25975" y="19689"/>
                </a:cubicBezTo>
                <a:cubicBezTo>
                  <a:pt x="25084" y="17543"/>
                  <a:pt x="24514" y="14576"/>
                  <a:pt x="24103" y="12202"/>
                </a:cubicBezTo>
                <a:cubicBezTo>
                  <a:pt x="23943" y="10947"/>
                  <a:pt x="23464" y="7295"/>
                  <a:pt x="22596" y="6336"/>
                </a:cubicBezTo>
                <a:cubicBezTo>
                  <a:pt x="22205" y="5940"/>
                  <a:pt x="21880" y="5777"/>
                  <a:pt x="21600" y="5777"/>
                </a:cubicBezTo>
                <a:cubicBezTo>
                  <a:pt x="20542" y="5777"/>
                  <a:pt x="20140" y="8103"/>
                  <a:pt x="19310" y="8915"/>
                </a:cubicBezTo>
                <a:cubicBezTo>
                  <a:pt x="18283" y="6176"/>
                  <a:pt x="17780" y="4601"/>
                  <a:pt x="16434" y="2707"/>
                </a:cubicBezTo>
                <a:cubicBezTo>
                  <a:pt x="15815" y="1739"/>
                  <a:pt x="15368" y="1351"/>
                  <a:pt x="15042" y="1351"/>
                </a:cubicBezTo>
                <a:cubicBezTo>
                  <a:pt x="13961" y="1351"/>
                  <a:pt x="14214" y="5620"/>
                  <a:pt x="13969" y="7181"/>
                </a:cubicBezTo>
                <a:cubicBezTo>
                  <a:pt x="12188" y="4487"/>
                  <a:pt x="10339" y="493"/>
                  <a:pt x="7783" y="59"/>
                </a:cubicBezTo>
                <a:cubicBezTo>
                  <a:pt x="7600" y="19"/>
                  <a:pt x="7439" y="1"/>
                  <a:pt x="7300" y="1"/>
                </a:cubicBezTo>
                <a:close/>
              </a:path>
            </a:pathLst>
          </a:custGeom>
          <a:solidFill>
            <a:srgbClr val="CFD690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0" name="Google Shape;400;p24">
            <a:extLst>
              <a:ext uri="{FF2B5EF4-FFF2-40B4-BE49-F238E27FC236}">
                <a16:creationId xmlns:a16="http://schemas.microsoft.com/office/drawing/2014/main" id="{9E799D8C-C723-4B4F-90CB-BF0CCBE83476}"/>
              </a:ext>
            </a:extLst>
          </p:cNvPr>
          <p:cNvSpPr>
            <a:spLocks noGrp="1"/>
          </p:cNvSpPr>
          <p:nvPr/>
        </p:nvSpPr>
        <p:spPr>
          <a:xfrm>
            <a:off x="6803224" y="4464704"/>
            <a:ext cx="804917" cy="542731"/>
          </a:xfrm>
          <a:custGeom>
            <a:avLst/>
            <a:gdLst/>
            <a:ahLst/>
            <a:cxnLst/>
            <a:rect l="l" t="t" r="r" b="b"/>
            <a:pathLst>
              <a:path w="23455" h="15815">
                <a:moveTo>
                  <a:pt x="494" y="0"/>
                </a:moveTo>
                <a:cubicBezTo>
                  <a:pt x="193" y="0"/>
                  <a:pt x="0" y="452"/>
                  <a:pt x="328" y="645"/>
                </a:cubicBezTo>
                <a:cubicBezTo>
                  <a:pt x="8179" y="5141"/>
                  <a:pt x="15141" y="10962"/>
                  <a:pt x="22788" y="15755"/>
                </a:cubicBezTo>
                <a:cubicBezTo>
                  <a:pt x="22851" y="15796"/>
                  <a:pt x="22914" y="15814"/>
                  <a:pt x="22972" y="15814"/>
                </a:cubicBezTo>
                <a:cubicBezTo>
                  <a:pt x="23268" y="15814"/>
                  <a:pt x="23454" y="15352"/>
                  <a:pt x="23130" y="15162"/>
                </a:cubicBezTo>
                <a:cubicBezTo>
                  <a:pt x="15484" y="10368"/>
                  <a:pt x="8522" y="4525"/>
                  <a:pt x="670" y="51"/>
                </a:cubicBezTo>
                <a:cubicBezTo>
                  <a:pt x="609" y="16"/>
                  <a:pt x="550" y="0"/>
                  <a:pt x="494" y="0"/>
                </a:cubicBezTo>
                <a:close/>
              </a:path>
            </a:pathLst>
          </a:custGeom>
          <a:solidFill>
            <a:srgbClr val="0E514A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1" name="Google Shape;401;p24">
            <a:extLst>
              <a:ext uri="{FF2B5EF4-FFF2-40B4-BE49-F238E27FC236}">
                <a16:creationId xmlns:a16="http://schemas.microsoft.com/office/drawing/2014/main" id="{2D98C457-9BC3-422D-899B-00C9F543D78C}"/>
              </a:ext>
            </a:extLst>
          </p:cNvPr>
          <p:cNvSpPr>
            <a:spLocks noGrp="1"/>
          </p:cNvSpPr>
          <p:nvPr/>
        </p:nvSpPr>
        <p:spPr>
          <a:xfrm>
            <a:off x="7166173" y="4704589"/>
            <a:ext cx="17262" cy="14894"/>
          </a:xfrm>
          <a:custGeom>
            <a:avLst/>
            <a:gdLst/>
            <a:ahLst/>
            <a:cxnLst/>
            <a:rect l="l" t="t" r="r" b="b"/>
            <a:pathLst>
              <a:path w="503" h="434">
                <a:moveTo>
                  <a:pt x="502" y="0"/>
                </a:moveTo>
                <a:cubicBezTo>
                  <a:pt x="342" y="0"/>
                  <a:pt x="160" y="23"/>
                  <a:pt x="0" y="23"/>
                </a:cubicBezTo>
                <a:cubicBezTo>
                  <a:pt x="46" y="160"/>
                  <a:pt x="114" y="297"/>
                  <a:pt x="183" y="434"/>
                </a:cubicBezTo>
                <a:cubicBezTo>
                  <a:pt x="274" y="297"/>
                  <a:pt x="388" y="160"/>
                  <a:pt x="502" y="0"/>
                </a:cubicBezTo>
                <a:close/>
              </a:path>
            </a:pathLst>
          </a:custGeom>
          <a:solidFill>
            <a:srgbClr val="0E514A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2" name="Google Shape;402;p24">
            <a:extLst>
              <a:ext uri="{FF2B5EF4-FFF2-40B4-BE49-F238E27FC236}">
                <a16:creationId xmlns:a16="http://schemas.microsoft.com/office/drawing/2014/main" id="{825A42DF-9240-4C62-B182-996498CEA112}"/>
              </a:ext>
            </a:extLst>
          </p:cNvPr>
          <p:cNvSpPr>
            <a:spLocks noGrp="1"/>
          </p:cNvSpPr>
          <p:nvPr/>
        </p:nvSpPr>
        <p:spPr>
          <a:xfrm>
            <a:off x="6897873" y="4420365"/>
            <a:ext cx="300415" cy="339537"/>
          </a:xfrm>
          <a:custGeom>
            <a:avLst/>
            <a:gdLst/>
            <a:ahLst/>
            <a:cxnLst/>
            <a:rect l="l" t="t" r="r" b="b"/>
            <a:pathLst>
              <a:path w="8754" h="9894">
                <a:moveTo>
                  <a:pt x="3300" y="1"/>
                </a:moveTo>
                <a:cubicBezTo>
                  <a:pt x="3062" y="1"/>
                  <a:pt x="2819" y="250"/>
                  <a:pt x="2979" y="522"/>
                </a:cubicBezTo>
                <a:cubicBezTo>
                  <a:pt x="4554" y="3055"/>
                  <a:pt x="6586" y="5543"/>
                  <a:pt x="7818" y="8305"/>
                </a:cubicBezTo>
                <a:cubicBezTo>
                  <a:pt x="7978" y="8305"/>
                  <a:pt x="8160" y="8282"/>
                  <a:pt x="8320" y="8282"/>
                </a:cubicBezTo>
                <a:cubicBezTo>
                  <a:pt x="8206" y="8442"/>
                  <a:pt x="8092" y="8579"/>
                  <a:pt x="8001" y="8716"/>
                </a:cubicBezTo>
                <a:cubicBezTo>
                  <a:pt x="7932" y="8579"/>
                  <a:pt x="7864" y="8442"/>
                  <a:pt x="7818" y="8305"/>
                </a:cubicBezTo>
                <a:cubicBezTo>
                  <a:pt x="5307" y="8374"/>
                  <a:pt x="2819" y="8556"/>
                  <a:pt x="400" y="9218"/>
                </a:cubicBezTo>
                <a:cubicBezTo>
                  <a:pt x="0" y="9323"/>
                  <a:pt x="124" y="9893"/>
                  <a:pt x="485" y="9893"/>
                </a:cubicBezTo>
                <a:cubicBezTo>
                  <a:pt x="516" y="9893"/>
                  <a:pt x="548" y="9889"/>
                  <a:pt x="582" y="9880"/>
                </a:cubicBezTo>
                <a:cubicBezTo>
                  <a:pt x="3116" y="9195"/>
                  <a:pt x="5718" y="9035"/>
                  <a:pt x="8320" y="8990"/>
                </a:cubicBezTo>
                <a:cubicBezTo>
                  <a:pt x="8526" y="8967"/>
                  <a:pt x="8754" y="8762"/>
                  <a:pt x="8663" y="8533"/>
                </a:cubicBezTo>
                <a:cubicBezTo>
                  <a:pt x="7453" y="5543"/>
                  <a:pt x="5284" y="2895"/>
                  <a:pt x="3573" y="156"/>
                </a:cubicBezTo>
                <a:cubicBezTo>
                  <a:pt x="3504" y="47"/>
                  <a:pt x="3403" y="1"/>
                  <a:pt x="3300" y="1"/>
                </a:cubicBezTo>
                <a:close/>
              </a:path>
            </a:pathLst>
          </a:custGeom>
          <a:solidFill>
            <a:srgbClr val="0E514A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3" name="Google Shape;403;p24">
            <a:extLst>
              <a:ext uri="{FF2B5EF4-FFF2-40B4-BE49-F238E27FC236}">
                <a16:creationId xmlns:a16="http://schemas.microsoft.com/office/drawing/2014/main" id="{669B861E-5181-447C-A3D5-B2B33E212F4B}"/>
              </a:ext>
            </a:extLst>
          </p:cNvPr>
          <p:cNvSpPr>
            <a:spLocks noGrp="1"/>
          </p:cNvSpPr>
          <p:nvPr/>
        </p:nvSpPr>
        <p:spPr>
          <a:xfrm>
            <a:off x="7097400" y="4512784"/>
            <a:ext cx="225466" cy="320594"/>
          </a:xfrm>
          <a:custGeom>
            <a:avLst/>
            <a:gdLst/>
            <a:ahLst/>
            <a:cxnLst/>
            <a:rect l="l" t="t" r="r" b="b"/>
            <a:pathLst>
              <a:path w="6570" h="9342">
                <a:moveTo>
                  <a:pt x="4338" y="0"/>
                </a:moveTo>
                <a:cubicBezTo>
                  <a:pt x="4133" y="0"/>
                  <a:pt x="3921" y="170"/>
                  <a:pt x="3990" y="431"/>
                </a:cubicBezTo>
                <a:cubicBezTo>
                  <a:pt x="4469" y="2462"/>
                  <a:pt x="5177" y="4471"/>
                  <a:pt x="5633" y="6525"/>
                </a:cubicBezTo>
                <a:cubicBezTo>
                  <a:pt x="5747" y="7027"/>
                  <a:pt x="5816" y="7552"/>
                  <a:pt x="5862" y="8077"/>
                </a:cubicBezTo>
                <a:cubicBezTo>
                  <a:pt x="5862" y="8260"/>
                  <a:pt x="3807" y="8305"/>
                  <a:pt x="3602" y="8328"/>
                </a:cubicBezTo>
                <a:cubicBezTo>
                  <a:pt x="2529" y="8374"/>
                  <a:pt x="1479" y="8442"/>
                  <a:pt x="406" y="8671"/>
                </a:cubicBezTo>
                <a:cubicBezTo>
                  <a:pt x="1" y="8756"/>
                  <a:pt x="134" y="9341"/>
                  <a:pt x="509" y="9341"/>
                </a:cubicBezTo>
                <a:cubicBezTo>
                  <a:pt x="534" y="9341"/>
                  <a:pt x="561" y="9338"/>
                  <a:pt x="589" y="9333"/>
                </a:cubicBezTo>
                <a:cubicBezTo>
                  <a:pt x="2483" y="8945"/>
                  <a:pt x="4401" y="9059"/>
                  <a:pt x="6295" y="8785"/>
                </a:cubicBezTo>
                <a:cubicBezTo>
                  <a:pt x="6455" y="8762"/>
                  <a:pt x="6569" y="8579"/>
                  <a:pt x="6546" y="8442"/>
                </a:cubicBezTo>
                <a:cubicBezTo>
                  <a:pt x="6478" y="5635"/>
                  <a:pt x="5314" y="2941"/>
                  <a:pt x="4652" y="248"/>
                </a:cubicBezTo>
                <a:cubicBezTo>
                  <a:pt x="4606" y="75"/>
                  <a:pt x="4474" y="0"/>
                  <a:pt x="4338" y="0"/>
                </a:cubicBezTo>
                <a:close/>
              </a:path>
            </a:pathLst>
          </a:custGeom>
          <a:solidFill>
            <a:srgbClr val="0E514A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4" name="Google Shape;404;p24">
            <a:extLst>
              <a:ext uri="{FF2B5EF4-FFF2-40B4-BE49-F238E27FC236}">
                <a16:creationId xmlns:a16="http://schemas.microsoft.com/office/drawing/2014/main" id="{2B7EA4A3-F110-456D-BCAD-2DA6091F6BF7}"/>
              </a:ext>
            </a:extLst>
          </p:cNvPr>
          <p:cNvSpPr>
            <a:spLocks noGrp="1"/>
          </p:cNvSpPr>
          <p:nvPr/>
        </p:nvSpPr>
        <p:spPr>
          <a:xfrm>
            <a:off x="7445009" y="4912146"/>
            <a:ext cx="14139" cy="14928"/>
          </a:xfrm>
          <a:custGeom>
            <a:avLst/>
            <a:gdLst/>
            <a:ahLst/>
            <a:cxnLst/>
            <a:rect l="l" t="t" r="r" b="b"/>
            <a:pathLst>
              <a:path w="412" h="435">
                <a:moveTo>
                  <a:pt x="1" y="1"/>
                </a:moveTo>
                <a:cubicBezTo>
                  <a:pt x="24" y="161"/>
                  <a:pt x="47" y="298"/>
                  <a:pt x="69" y="435"/>
                </a:cubicBezTo>
                <a:cubicBezTo>
                  <a:pt x="184" y="275"/>
                  <a:pt x="298" y="138"/>
                  <a:pt x="412" y="1"/>
                </a:cubicBezTo>
                <a:close/>
              </a:path>
            </a:pathLst>
          </a:custGeom>
          <a:solidFill>
            <a:srgbClr val="0E514A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5" name="Google Shape;405;p24">
            <a:extLst>
              <a:ext uri="{FF2B5EF4-FFF2-40B4-BE49-F238E27FC236}">
                <a16:creationId xmlns:a16="http://schemas.microsoft.com/office/drawing/2014/main" id="{55EC6AD3-1219-498A-86B7-596D488358BA}"/>
              </a:ext>
            </a:extLst>
          </p:cNvPr>
          <p:cNvSpPr>
            <a:spLocks noGrp="1"/>
          </p:cNvSpPr>
          <p:nvPr/>
        </p:nvSpPr>
        <p:spPr>
          <a:xfrm>
            <a:off x="7213155" y="4635747"/>
            <a:ext cx="258514" cy="304636"/>
          </a:xfrm>
          <a:custGeom>
            <a:avLst/>
            <a:gdLst/>
            <a:ahLst/>
            <a:cxnLst/>
            <a:rect l="l" t="t" r="r" b="b"/>
            <a:pathLst>
              <a:path w="7533" h="8877">
                <a:moveTo>
                  <a:pt x="6120" y="1"/>
                </a:moveTo>
                <a:cubicBezTo>
                  <a:pt x="5920" y="1"/>
                  <a:pt x="5689" y="171"/>
                  <a:pt x="5730" y="431"/>
                </a:cubicBezTo>
                <a:cubicBezTo>
                  <a:pt x="6072" y="2988"/>
                  <a:pt x="6323" y="5544"/>
                  <a:pt x="6757" y="8055"/>
                </a:cubicBezTo>
                <a:lnTo>
                  <a:pt x="7168" y="8055"/>
                </a:lnTo>
                <a:cubicBezTo>
                  <a:pt x="7054" y="8192"/>
                  <a:pt x="6940" y="8329"/>
                  <a:pt x="6825" y="8489"/>
                </a:cubicBezTo>
                <a:cubicBezTo>
                  <a:pt x="6803" y="8352"/>
                  <a:pt x="6780" y="8215"/>
                  <a:pt x="6757" y="8055"/>
                </a:cubicBezTo>
                <a:cubicBezTo>
                  <a:pt x="4657" y="8169"/>
                  <a:pt x="2557" y="8192"/>
                  <a:pt x="457" y="8192"/>
                </a:cubicBezTo>
                <a:cubicBezTo>
                  <a:pt x="1" y="8192"/>
                  <a:pt x="1" y="8877"/>
                  <a:pt x="457" y="8877"/>
                </a:cubicBezTo>
                <a:cubicBezTo>
                  <a:pt x="2694" y="8877"/>
                  <a:pt x="4931" y="8854"/>
                  <a:pt x="7168" y="8740"/>
                </a:cubicBezTo>
                <a:cubicBezTo>
                  <a:pt x="7396" y="8740"/>
                  <a:pt x="7533" y="8534"/>
                  <a:pt x="7487" y="8306"/>
                </a:cubicBezTo>
                <a:cubicBezTo>
                  <a:pt x="7008" y="5635"/>
                  <a:pt x="6757" y="2942"/>
                  <a:pt x="6392" y="249"/>
                </a:cubicBezTo>
                <a:cubicBezTo>
                  <a:pt x="6373" y="76"/>
                  <a:pt x="6254" y="1"/>
                  <a:pt x="6120" y="1"/>
                </a:cubicBezTo>
                <a:close/>
              </a:path>
            </a:pathLst>
          </a:custGeom>
          <a:solidFill>
            <a:srgbClr val="0E514A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7" name="Google Shape;407;p24">
            <a:extLst>
              <a:ext uri="{FF2B5EF4-FFF2-40B4-BE49-F238E27FC236}">
                <a16:creationId xmlns:a16="http://schemas.microsoft.com/office/drawing/2014/main" id="{BE00F57A-C60B-422D-9B9F-462FEEA9FF60}"/>
              </a:ext>
            </a:extLst>
          </p:cNvPr>
          <p:cNvSpPr>
            <a:spLocks noGrp="1"/>
          </p:cNvSpPr>
          <p:nvPr/>
        </p:nvSpPr>
        <p:spPr>
          <a:xfrm>
            <a:off x="6055204" y="4591716"/>
            <a:ext cx="257793" cy="151958"/>
          </a:xfrm>
          <a:custGeom>
            <a:avLst/>
            <a:gdLst/>
            <a:ahLst/>
            <a:cxnLst/>
            <a:rect l="l" t="t" r="r" b="b"/>
            <a:pathLst>
              <a:path w="7512" h="4428">
                <a:moveTo>
                  <a:pt x="2539" y="0"/>
                </a:moveTo>
                <a:cubicBezTo>
                  <a:pt x="1131" y="0"/>
                  <a:pt x="0" y="955"/>
                  <a:pt x="573" y="2673"/>
                </a:cubicBezTo>
                <a:cubicBezTo>
                  <a:pt x="981" y="3929"/>
                  <a:pt x="2197" y="4428"/>
                  <a:pt x="3532" y="4428"/>
                </a:cubicBezTo>
                <a:cubicBezTo>
                  <a:pt x="5035" y="4428"/>
                  <a:pt x="6689" y="3796"/>
                  <a:pt x="7511" y="2901"/>
                </a:cubicBezTo>
                <a:lnTo>
                  <a:pt x="7466" y="2810"/>
                </a:lnTo>
                <a:cubicBezTo>
                  <a:pt x="6507" y="1600"/>
                  <a:pt x="5001" y="596"/>
                  <a:pt x="3563" y="162"/>
                </a:cubicBezTo>
                <a:cubicBezTo>
                  <a:pt x="3218" y="53"/>
                  <a:pt x="2871" y="0"/>
                  <a:pt x="2539" y="0"/>
                </a:cubicBezTo>
                <a:close/>
              </a:path>
            </a:pathLst>
          </a:custGeom>
          <a:solidFill>
            <a:srgbClr val="459B97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8" name="Google Shape;408;p24">
            <a:extLst>
              <a:ext uri="{FF2B5EF4-FFF2-40B4-BE49-F238E27FC236}">
                <a16:creationId xmlns:a16="http://schemas.microsoft.com/office/drawing/2014/main" id="{1D4FBDC0-2505-42D1-8F5B-DF9D688D0190}"/>
              </a:ext>
            </a:extLst>
          </p:cNvPr>
          <p:cNvSpPr>
            <a:spLocks noGrp="1"/>
          </p:cNvSpPr>
          <p:nvPr/>
        </p:nvSpPr>
        <p:spPr>
          <a:xfrm>
            <a:off x="6081114" y="4369368"/>
            <a:ext cx="247120" cy="236551"/>
          </a:xfrm>
          <a:custGeom>
            <a:avLst/>
            <a:gdLst/>
            <a:ahLst/>
            <a:cxnLst/>
            <a:rect l="l" t="t" r="r" b="b"/>
            <a:pathLst>
              <a:path w="7201" h="6893">
                <a:moveTo>
                  <a:pt x="4723" y="0"/>
                </a:moveTo>
                <a:cubicBezTo>
                  <a:pt x="4407" y="0"/>
                  <a:pt x="4045" y="92"/>
                  <a:pt x="3629" y="296"/>
                </a:cubicBezTo>
                <a:cubicBezTo>
                  <a:pt x="0" y="2099"/>
                  <a:pt x="4451" y="5865"/>
                  <a:pt x="6232" y="6892"/>
                </a:cubicBezTo>
                <a:lnTo>
                  <a:pt x="6346" y="6892"/>
                </a:lnTo>
                <a:cubicBezTo>
                  <a:pt x="6791" y="5637"/>
                  <a:pt x="7201" y="0"/>
                  <a:pt x="4723" y="0"/>
                </a:cubicBezTo>
                <a:close/>
              </a:path>
            </a:pathLst>
          </a:custGeom>
          <a:solidFill>
            <a:srgbClr val="459B97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9" name="Google Shape;409;p24">
            <a:extLst>
              <a:ext uri="{FF2B5EF4-FFF2-40B4-BE49-F238E27FC236}">
                <a16:creationId xmlns:a16="http://schemas.microsoft.com/office/drawing/2014/main" id="{8DCB0B2B-0AE1-4D34-A386-98160D2A1318}"/>
              </a:ext>
            </a:extLst>
          </p:cNvPr>
          <p:cNvSpPr>
            <a:spLocks noGrp="1"/>
          </p:cNvSpPr>
          <p:nvPr/>
        </p:nvSpPr>
        <p:spPr>
          <a:xfrm>
            <a:off x="6436720" y="4482413"/>
            <a:ext cx="163763" cy="309921"/>
          </a:xfrm>
          <a:custGeom>
            <a:avLst/>
            <a:gdLst/>
            <a:ahLst/>
            <a:cxnLst/>
            <a:rect l="l" t="t" r="r" b="b"/>
            <a:pathLst>
              <a:path w="4772" h="9031">
                <a:moveTo>
                  <a:pt x="2488" y="1"/>
                </a:moveTo>
                <a:cubicBezTo>
                  <a:pt x="2069" y="1"/>
                  <a:pt x="1625" y="199"/>
                  <a:pt x="1188" y="677"/>
                </a:cubicBezTo>
                <a:cubicBezTo>
                  <a:pt x="1" y="1955"/>
                  <a:pt x="663" y="4466"/>
                  <a:pt x="914" y="5972"/>
                </a:cubicBezTo>
                <a:cubicBezTo>
                  <a:pt x="1074" y="6908"/>
                  <a:pt x="1485" y="8026"/>
                  <a:pt x="914" y="8825"/>
                </a:cubicBezTo>
                <a:lnTo>
                  <a:pt x="1005" y="9031"/>
                </a:lnTo>
                <a:cubicBezTo>
                  <a:pt x="1736" y="8711"/>
                  <a:pt x="2352" y="8392"/>
                  <a:pt x="2877" y="7775"/>
                </a:cubicBezTo>
                <a:cubicBezTo>
                  <a:pt x="3972" y="6543"/>
                  <a:pt x="4771" y="4694"/>
                  <a:pt x="4726" y="3050"/>
                </a:cubicBezTo>
                <a:cubicBezTo>
                  <a:pt x="4726" y="1690"/>
                  <a:pt x="3713" y="1"/>
                  <a:pt x="2488" y="1"/>
                </a:cubicBezTo>
                <a:close/>
              </a:path>
            </a:pathLst>
          </a:custGeom>
          <a:solidFill>
            <a:srgbClr val="459B97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0" name="Google Shape;410;p24">
            <a:extLst>
              <a:ext uri="{FF2B5EF4-FFF2-40B4-BE49-F238E27FC236}">
                <a16:creationId xmlns:a16="http://schemas.microsoft.com/office/drawing/2014/main" id="{2710B22F-3448-4B9F-9C5C-855CD791D393}"/>
              </a:ext>
            </a:extLst>
          </p:cNvPr>
          <p:cNvSpPr>
            <a:spLocks noGrp="1"/>
          </p:cNvSpPr>
          <p:nvPr/>
        </p:nvSpPr>
        <p:spPr>
          <a:xfrm>
            <a:off x="6229918" y="4464258"/>
            <a:ext cx="268740" cy="678217"/>
          </a:xfrm>
          <a:custGeom>
            <a:avLst/>
            <a:gdLst/>
            <a:ahLst/>
            <a:cxnLst/>
            <a:rect l="l" t="t" r="r" b="b"/>
            <a:pathLst>
              <a:path w="7831" h="19763">
                <a:moveTo>
                  <a:pt x="431" y="0"/>
                </a:moveTo>
                <a:cubicBezTo>
                  <a:pt x="224" y="0"/>
                  <a:pt x="0" y="176"/>
                  <a:pt x="69" y="452"/>
                </a:cubicBezTo>
                <a:cubicBezTo>
                  <a:pt x="1005" y="4264"/>
                  <a:pt x="3562" y="7231"/>
                  <a:pt x="5388" y="10632"/>
                </a:cubicBezTo>
                <a:cubicBezTo>
                  <a:pt x="6940" y="13463"/>
                  <a:pt x="7259" y="16772"/>
                  <a:pt x="6346" y="19763"/>
                </a:cubicBezTo>
                <a:lnTo>
                  <a:pt x="7077" y="19763"/>
                </a:lnTo>
                <a:cubicBezTo>
                  <a:pt x="7830" y="17229"/>
                  <a:pt x="7739" y="14444"/>
                  <a:pt x="6780" y="11933"/>
                </a:cubicBezTo>
                <a:cubicBezTo>
                  <a:pt x="5182" y="7779"/>
                  <a:pt x="1827" y="4652"/>
                  <a:pt x="731" y="247"/>
                </a:cubicBezTo>
                <a:cubicBezTo>
                  <a:pt x="695" y="76"/>
                  <a:pt x="567" y="0"/>
                  <a:pt x="431" y="0"/>
                </a:cubicBezTo>
                <a:close/>
              </a:path>
            </a:pathLst>
          </a:custGeom>
          <a:solidFill>
            <a:srgbClr val="0E514A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1" name="Google Shape;411;p24">
            <a:extLst>
              <a:ext uri="{FF2B5EF4-FFF2-40B4-BE49-F238E27FC236}">
                <a16:creationId xmlns:a16="http://schemas.microsoft.com/office/drawing/2014/main" id="{5B91C64A-511F-49F6-9FF1-4292E7CC95F0}"/>
              </a:ext>
            </a:extLst>
          </p:cNvPr>
          <p:cNvSpPr>
            <a:spLocks noGrp="1"/>
          </p:cNvSpPr>
          <p:nvPr/>
        </p:nvSpPr>
        <p:spPr>
          <a:xfrm>
            <a:off x="6410261" y="4586397"/>
            <a:ext cx="136172" cy="239914"/>
          </a:xfrm>
          <a:custGeom>
            <a:avLst/>
            <a:gdLst/>
            <a:ahLst/>
            <a:cxnLst/>
            <a:rect l="l" t="t" r="r" b="b"/>
            <a:pathLst>
              <a:path w="3968" h="6991">
                <a:moveTo>
                  <a:pt x="3236" y="1"/>
                </a:moveTo>
                <a:cubicBezTo>
                  <a:pt x="3034" y="1"/>
                  <a:pt x="2817" y="171"/>
                  <a:pt x="2872" y="431"/>
                </a:cubicBezTo>
                <a:cubicBezTo>
                  <a:pt x="3214" y="2166"/>
                  <a:pt x="2438" y="5795"/>
                  <a:pt x="407" y="6297"/>
                </a:cubicBezTo>
                <a:cubicBezTo>
                  <a:pt x="1" y="6404"/>
                  <a:pt x="135" y="6991"/>
                  <a:pt x="509" y="6991"/>
                </a:cubicBezTo>
                <a:cubicBezTo>
                  <a:pt x="535" y="6991"/>
                  <a:pt x="561" y="6988"/>
                  <a:pt x="589" y="6982"/>
                </a:cubicBezTo>
                <a:cubicBezTo>
                  <a:pt x="3032" y="6366"/>
                  <a:pt x="3967" y="2371"/>
                  <a:pt x="3534" y="249"/>
                </a:cubicBezTo>
                <a:cubicBezTo>
                  <a:pt x="3497" y="76"/>
                  <a:pt x="3370" y="1"/>
                  <a:pt x="3236" y="1"/>
                </a:cubicBezTo>
                <a:close/>
              </a:path>
            </a:pathLst>
          </a:custGeom>
          <a:solidFill>
            <a:srgbClr val="0E514A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2" name="Google Shape;412;p24">
            <a:extLst>
              <a:ext uri="{FF2B5EF4-FFF2-40B4-BE49-F238E27FC236}">
                <a16:creationId xmlns:a16="http://schemas.microsoft.com/office/drawing/2014/main" id="{4087B477-81D9-40CD-A384-3BD879AE1DCF}"/>
              </a:ext>
            </a:extLst>
          </p:cNvPr>
          <p:cNvSpPr>
            <a:spLocks noGrp="1"/>
          </p:cNvSpPr>
          <p:nvPr/>
        </p:nvSpPr>
        <p:spPr>
          <a:xfrm>
            <a:off x="6161316" y="4668349"/>
            <a:ext cx="190325" cy="42622"/>
          </a:xfrm>
          <a:custGeom>
            <a:avLst/>
            <a:gdLst/>
            <a:ahLst/>
            <a:cxnLst/>
            <a:rect l="l" t="t" r="r" b="b"/>
            <a:pathLst>
              <a:path w="5546" h="1242">
                <a:moveTo>
                  <a:pt x="5031" y="1"/>
                </a:moveTo>
                <a:cubicBezTo>
                  <a:pt x="4974" y="1"/>
                  <a:pt x="4914" y="16"/>
                  <a:pt x="4853" y="52"/>
                </a:cubicBezTo>
                <a:cubicBezTo>
                  <a:pt x="4229" y="407"/>
                  <a:pt x="3554" y="544"/>
                  <a:pt x="2868" y="544"/>
                </a:cubicBezTo>
                <a:cubicBezTo>
                  <a:pt x="2101" y="544"/>
                  <a:pt x="1320" y="372"/>
                  <a:pt x="585" y="143"/>
                </a:cubicBezTo>
                <a:cubicBezTo>
                  <a:pt x="551" y="134"/>
                  <a:pt x="518" y="130"/>
                  <a:pt x="487" y="130"/>
                </a:cubicBezTo>
                <a:cubicBezTo>
                  <a:pt x="126" y="130"/>
                  <a:pt x="1" y="702"/>
                  <a:pt x="379" y="828"/>
                </a:cubicBezTo>
                <a:cubicBezTo>
                  <a:pt x="1185" y="1070"/>
                  <a:pt x="2031" y="1242"/>
                  <a:pt x="2863" y="1242"/>
                </a:cubicBezTo>
                <a:cubicBezTo>
                  <a:pt x="3680" y="1242"/>
                  <a:pt x="4483" y="1075"/>
                  <a:pt x="5218" y="645"/>
                </a:cubicBezTo>
                <a:cubicBezTo>
                  <a:pt x="5546" y="453"/>
                  <a:pt x="5337" y="1"/>
                  <a:pt x="5031" y="1"/>
                </a:cubicBezTo>
                <a:close/>
              </a:path>
            </a:pathLst>
          </a:custGeom>
          <a:solidFill>
            <a:srgbClr val="0E514A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3" name="Google Shape;413;p24">
            <a:extLst>
              <a:ext uri="{FF2B5EF4-FFF2-40B4-BE49-F238E27FC236}">
                <a16:creationId xmlns:a16="http://schemas.microsoft.com/office/drawing/2014/main" id="{5133AE5F-EE5C-467C-92C1-540DB3CE5C43}"/>
              </a:ext>
            </a:extLst>
          </p:cNvPr>
          <p:cNvSpPr>
            <a:spLocks noGrp="1"/>
          </p:cNvSpPr>
          <p:nvPr/>
        </p:nvSpPr>
        <p:spPr>
          <a:xfrm>
            <a:off x="7250768" y="3732147"/>
            <a:ext cx="329002" cy="319839"/>
          </a:xfrm>
          <a:custGeom>
            <a:avLst/>
            <a:gdLst/>
            <a:ahLst/>
            <a:cxnLst/>
            <a:rect l="l" t="t" r="r" b="b"/>
            <a:pathLst>
              <a:path w="9587" h="9320">
                <a:moveTo>
                  <a:pt x="5850" y="1"/>
                </a:moveTo>
                <a:cubicBezTo>
                  <a:pt x="5764" y="1"/>
                  <a:pt x="5678" y="4"/>
                  <a:pt x="5592" y="10"/>
                </a:cubicBezTo>
                <a:cubicBezTo>
                  <a:pt x="3264" y="147"/>
                  <a:pt x="1712" y="1266"/>
                  <a:pt x="822" y="3343"/>
                </a:cubicBezTo>
                <a:cubicBezTo>
                  <a:pt x="160" y="4963"/>
                  <a:pt x="0" y="7588"/>
                  <a:pt x="1598" y="8707"/>
                </a:cubicBezTo>
                <a:cubicBezTo>
                  <a:pt x="2278" y="9164"/>
                  <a:pt x="3004" y="9320"/>
                  <a:pt x="3745" y="9320"/>
                </a:cubicBezTo>
                <a:cubicBezTo>
                  <a:pt x="4372" y="9320"/>
                  <a:pt x="5010" y="9208"/>
                  <a:pt x="5638" y="9072"/>
                </a:cubicBezTo>
                <a:lnTo>
                  <a:pt x="9222" y="4484"/>
                </a:lnTo>
                <a:cubicBezTo>
                  <a:pt x="9587" y="4005"/>
                  <a:pt x="9450" y="3114"/>
                  <a:pt x="9290" y="2521"/>
                </a:cubicBezTo>
                <a:cubicBezTo>
                  <a:pt x="8880" y="944"/>
                  <a:pt x="7366" y="1"/>
                  <a:pt x="5850" y="1"/>
                </a:cubicBezTo>
                <a:close/>
              </a:path>
            </a:pathLst>
          </a:custGeom>
          <a:solidFill>
            <a:srgbClr val="BC8662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4" name="Google Shape;414;p24">
            <a:extLst>
              <a:ext uri="{FF2B5EF4-FFF2-40B4-BE49-F238E27FC236}">
                <a16:creationId xmlns:a16="http://schemas.microsoft.com/office/drawing/2014/main" id="{20CB26FF-195B-4180-8E5C-442C66BEC0EC}"/>
              </a:ext>
            </a:extLst>
          </p:cNvPr>
          <p:cNvSpPr>
            <a:spLocks noGrp="1"/>
          </p:cNvSpPr>
          <p:nvPr/>
        </p:nvSpPr>
        <p:spPr>
          <a:xfrm>
            <a:off x="7337696" y="3801229"/>
            <a:ext cx="192727" cy="187374"/>
          </a:xfrm>
          <a:custGeom>
            <a:avLst/>
            <a:gdLst/>
            <a:ahLst/>
            <a:cxnLst/>
            <a:rect l="l" t="t" r="r" b="b"/>
            <a:pathLst>
              <a:path w="5616" h="5460">
                <a:moveTo>
                  <a:pt x="3420" y="0"/>
                </a:moveTo>
                <a:cubicBezTo>
                  <a:pt x="3369" y="0"/>
                  <a:pt x="3317" y="2"/>
                  <a:pt x="3265" y="6"/>
                </a:cubicBezTo>
                <a:cubicBezTo>
                  <a:pt x="1918" y="74"/>
                  <a:pt x="1005" y="759"/>
                  <a:pt x="480" y="1969"/>
                </a:cubicBezTo>
                <a:cubicBezTo>
                  <a:pt x="115" y="2905"/>
                  <a:pt x="1" y="4434"/>
                  <a:pt x="937" y="5096"/>
                </a:cubicBezTo>
                <a:cubicBezTo>
                  <a:pt x="1335" y="5369"/>
                  <a:pt x="1766" y="5460"/>
                  <a:pt x="2206" y="5460"/>
                </a:cubicBezTo>
                <a:cubicBezTo>
                  <a:pt x="2574" y="5460"/>
                  <a:pt x="2947" y="5397"/>
                  <a:pt x="3311" y="5324"/>
                </a:cubicBezTo>
                <a:lnTo>
                  <a:pt x="5410" y="2631"/>
                </a:lnTo>
                <a:cubicBezTo>
                  <a:pt x="5616" y="2357"/>
                  <a:pt x="5547" y="1832"/>
                  <a:pt x="5433" y="1489"/>
                </a:cubicBezTo>
                <a:cubicBezTo>
                  <a:pt x="5196" y="561"/>
                  <a:pt x="4325" y="0"/>
                  <a:pt x="3420" y="0"/>
                </a:cubicBezTo>
                <a:close/>
              </a:path>
            </a:pathLst>
          </a:custGeom>
          <a:solidFill>
            <a:srgbClr val="EAC4AC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5" name="Google Shape;415;p24">
            <a:extLst>
              <a:ext uri="{FF2B5EF4-FFF2-40B4-BE49-F238E27FC236}">
                <a16:creationId xmlns:a16="http://schemas.microsoft.com/office/drawing/2014/main" id="{0293665D-6038-41D3-A647-CDC6CA7C06A1}"/>
              </a:ext>
            </a:extLst>
          </p:cNvPr>
          <p:cNvSpPr>
            <a:spLocks noGrp="1"/>
          </p:cNvSpPr>
          <p:nvPr/>
        </p:nvSpPr>
        <p:spPr>
          <a:xfrm>
            <a:off x="8523667" y="3732147"/>
            <a:ext cx="329002" cy="319839"/>
          </a:xfrm>
          <a:custGeom>
            <a:avLst/>
            <a:gdLst/>
            <a:ahLst/>
            <a:cxnLst/>
            <a:rect l="l" t="t" r="r" b="b"/>
            <a:pathLst>
              <a:path w="9587" h="9320">
                <a:moveTo>
                  <a:pt x="3734" y="1"/>
                </a:moveTo>
                <a:cubicBezTo>
                  <a:pt x="2199" y="1"/>
                  <a:pt x="686" y="944"/>
                  <a:pt x="297" y="2521"/>
                </a:cubicBezTo>
                <a:cubicBezTo>
                  <a:pt x="114" y="3114"/>
                  <a:pt x="0" y="4005"/>
                  <a:pt x="366" y="4484"/>
                </a:cubicBezTo>
                <a:lnTo>
                  <a:pt x="3926" y="9072"/>
                </a:lnTo>
                <a:cubicBezTo>
                  <a:pt x="4554" y="9208"/>
                  <a:pt x="5197" y="9320"/>
                  <a:pt x="5830" y="9320"/>
                </a:cubicBezTo>
                <a:cubicBezTo>
                  <a:pt x="6576" y="9320"/>
                  <a:pt x="7310" y="9164"/>
                  <a:pt x="7989" y="8707"/>
                </a:cubicBezTo>
                <a:cubicBezTo>
                  <a:pt x="9587" y="7588"/>
                  <a:pt x="9404" y="4963"/>
                  <a:pt x="8742" y="3343"/>
                </a:cubicBezTo>
                <a:cubicBezTo>
                  <a:pt x="7852" y="1266"/>
                  <a:pt x="6300" y="147"/>
                  <a:pt x="3995" y="10"/>
                </a:cubicBezTo>
                <a:cubicBezTo>
                  <a:pt x="3908" y="4"/>
                  <a:pt x="3821" y="1"/>
                  <a:pt x="3734" y="1"/>
                </a:cubicBezTo>
                <a:close/>
              </a:path>
            </a:pathLst>
          </a:custGeom>
          <a:solidFill>
            <a:srgbClr val="BC8662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6" name="Google Shape;416;p24">
            <a:extLst>
              <a:ext uri="{FF2B5EF4-FFF2-40B4-BE49-F238E27FC236}">
                <a16:creationId xmlns:a16="http://schemas.microsoft.com/office/drawing/2014/main" id="{D351975A-201A-4711-A83C-C25EED89B923}"/>
              </a:ext>
            </a:extLst>
          </p:cNvPr>
          <p:cNvSpPr>
            <a:spLocks noGrp="1"/>
          </p:cNvSpPr>
          <p:nvPr/>
        </p:nvSpPr>
        <p:spPr>
          <a:xfrm>
            <a:off x="8573016" y="3801229"/>
            <a:ext cx="192727" cy="187374"/>
          </a:xfrm>
          <a:custGeom>
            <a:avLst/>
            <a:gdLst/>
            <a:ahLst/>
            <a:cxnLst/>
            <a:rect l="l" t="t" r="r" b="b"/>
            <a:pathLst>
              <a:path w="5616" h="5460">
                <a:moveTo>
                  <a:pt x="2176" y="0"/>
                </a:moveTo>
                <a:cubicBezTo>
                  <a:pt x="1289" y="0"/>
                  <a:pt x="398" y="561"/>
                  <a:pt x="160" y="1489"/>
                </a:cubicBezTo>
                <a:cubicBezTo>
                  <a:pt x="69" y="1832"/>
                  <a:pt x="0" y="2357"/>
                  <a:pt x="206" y="2631"/>
                </a:cubicBezTo>
                <a:lnTo>
                  <a:pt x="2283" y="5324"/>
                </a:lnTo>
                <a:cubicBezTo>
                  <a:pt x="2657" y="5397"/>
                  <a:pt x="3031" y="5460"/>
                  <a:pt x="3396" y="5460"/>
                </a:cubicBezTo>
                <a:cubicBezTo>
                  <a:pt x="3834" y="5460"/>
                  <a:pt x="4259" y="5369"/>
                  <a:pt x="4657" y="5096"/>
                </a:cubicBezTo>
                <a:cubicBezTo>
                  <a:pt x="5615" y="4434"/>
                  <a:pt x="5501" y="2905"/>
                  <a:pt x="5113" y="1969"/>
                </a:cubicBezTo>
                <a:cubicBezTo>
                  <a:pt x="4588" y="759"/>
                  <a:pt x="3698" y="74"/>
                  <a:pt x="2329" y="6"/>
                </a:cubicBezTo>
                <a:cubicBezTo>
                  <a:pt x="2278" y="2"/>
                  <a:pt x="2227" y="0"/>
                  <a:pt x="2176" y="0"/>
                </a:cubicBezTo>
                <a:close/>
              </a:path>
            </a:pathLst>
          </a:custGeom>
          <a:solidFill>
            <a:srgbClr val="EAC4AC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7" name="Google Shape;417;p24">
            <a:extLst>
              <a:ext uri="{FF2B5EF4-FFF2-40B4-BE49-F238E27FC236}">
                <a16:creationId xmlns:a16="http://schemas.microsoft.com/office/drawing/2014/main" id="{C78D17AC-EA75-496D-B8BD-964E95B7FEFB}"/>
              </a:ext>
            </a:extLst>
          </p:cNvPr>
          <p:cNvSpPr>
            <a:spLocks noGrp="1"/>
          </p:cNvSpPr>
          <p:nvPr/>
        </p:nvSpPr>
        <p:spPr>
          <a:xfrm>
            <a:off x="7484956" y="3940836"/>
            <a:ext cx="16507" cy="14928"/>
          </a:xfrm>
          <a:custGeom>
            <a:avLst/>
            <a:gdLst/>
            <a:ahLst/>
            <a:cxnLst/>
            <a:rect l="l" t="t" r="r" b="b"/>
            <a:pathLst>
              <a:path w="481" h="435">
                <a:moveTo>
                  <a:pt x="1" y="1"/>
                </a:moveTo>
                <a:cubicBezTo>
                  <a:pt x="92" y="160"/>
                  <a:pt x="184" y="297"/>
                  <a:pt x="275" y="434"/>
                </a:cubicBezTo>
                <a:cubicBezTo>
                  <a:pt x="343" y="343"/>
                  <a:pt x="412" y="275"/>
                  <a:pt x="480" y="183"/>
                </a:cubicBezTo>
                <a:cubicBezTo>
                  <a:pt x="321" y="115"/>
                  <a:pt x="161" y="69"/>
                  <a:pt x="1" y="1"/>
                </a:cubicBezTo>
                <a:close/>
              </a:path>
            </a:pathLst>
          </a:custGeom>
          <a:solidFill>
            <a:srgbClr val="BC8662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8" name="Google Shape;418;p24">
            <a:extLst>
              <a:ext uri="{FF2B5EF4-FFF2-40B4-BE49-F238E27FC236}">
                <a16:creationId xmlns:a16="http://schemas.microsoft.com/office/drawing/2014/main" id="{5137912B-3CAA-4160-9036-E9877803FFB8}"/>
              </a:ext>
            </a:extLst>
          </p:cNvPr>
          <p:cNvSpPr>
            <a:spLocks noGrp="1"/>
          </p:cNvSpPr>
          <p:nvPr/>
        </p:nvSpPr>
        <p:spPr>
          <a:xfrm>
            <a:off x="7390821" y="3835479"/>
            <a:ext cx="116577" cy="123646"/>
          </a:xfrm>
          <a:custGeom>
            <a:avLst/>
            <a:gdLst/>
            <a:ahLst/>
            <a:cxnLst/>
            <a:rect l="l" t="t" r="r" b="b"/>
            <a:pathLst>
              <a:path w="3397" h="3603">
                <a:moveTo>
                  <a:pt x="2744" y="3071"/>
                </a:moveTo>
                <a:lnTo>
                  <a:pt x="2744" y="3071"/>
                </a:lnTo>
                <a:cubicBezTo>
                  <a:pt x="2904" y="3139"/>
                  <a:pt x="3064" y="3185"/>
                  <a:pt x="3223" y="3253"/>
                </a:cubicBezTo>
                <a:cubicBezTo>
                  <a:pt x="3155" y="3345"/>
                  <a:pt x="3086" y="3413"/>
                  <a:pt x="3018" y="3504"/>
                </a:cubicBezTo>
                <a:cubicBezTo>
                  <a:pt x="2927" y="3367"/>
                  <a:pt x="2835" y="3230"/>
                  <a:pt x="2744" y="3071"/>
                </a:cubicBezTo>
                <a:close/>
                <a:moveTo>
                  <a:pt x="1802" y="1"/>
                </a:moveTo>
                <a:cubicBezTo>
                  <a:pt x="1717" y="1"/>
                  <a:pt x="1637" y="58"/>
                  <a:pt x="1648" y="172"/>
                </a:cubicBezTo>
                <a:cubicBezTo>
                  <a:pt x="1763" y="1222"/>
                  <a:pt x="2173" y="2180"/>
                  <a:pt x="2744" y="3071"/>
                </a:cubicBezTo>
                <a:cubicBezTo>
                  <a:pt x="1945" y="2797"/>
                  <a:pt x="1101" y="2591"/>
                  <a:pt x="279" y="2386"/>
                </a:cubicBezTo>
                <a:cubicBezTo>
                  <a:pt x="260" y="2380"/>
                  <a:pt x="243" y="2377"/>
                  <a:pt x="226" y="2377"/>
                </a:cubicBezTo>
                <a:cubicBezTo>
                  <a:pt x="59" y="2377"/>
                  <a:pt x="1" y="2664"/>
                  <a:pt x="188" y="2705"/>
                </a:cubicBezTo>
                <a:cubicBezTo>
                  <a:pt x="1192" y="2957"/>
                  <a:pt x="2173" y="3208"/>
                  <a:pt x="3132" y="3596"/>
                </a:cubicBezTo>
                <a:cubicBezTo>
                  <a:pt x="3147" y="3600"/>
                  <a:pt x="3161" y="3603"/>
                  <a:pt x="3176" y="3603"/>
                </a:cubicBezTo>
                <a:cubicBezTo>
                  <a:pt x="3296" y="3603"/>
                  <a:pt x="3396" y="3444"/>
                  <a:pt x="3315" y="3322"/>
                </a:cubicBezTo>
                <a:cubicBezTo>
                  <a:pt x="2653" y="2386"/>
                  <a:pt x="2105" y="1313"/>
                  <a:pt x="1991" y="172"/>
                </a:cubicBezTo>
                <a:cubicBezTo>
                  <a:pt x="1979" y="58"/>
                  <a:pt x="1888" y="1"/>
                  <a:pt x="1802" y="1"/>
                </a:cubicBezTo>
                <a:close/>
              </a:path>
            </a:pathLst>
          </a:custGeom>
          <a:solidFill>
            <a:srgbClr val="BC8662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9" name="Google Shape;419;p24">
            <a:extLst>
              <a:ext uri="{FF2B5EF4-FFF2-40B4-BE49-F238E27FC236}">
                <a16:creationId xmlns:a16="http://schemas.microsoft.com/office/drawing/2014/main" id="{64C77288-55BF-4B01-9707-432880F62A48}"/>
              </a:ext>
            </a:extLst>
          </p:cNvPr>
          <p:cNvSpPr>
            <a:spLocks noGrp="1"/>
          </p:cNvSpPr>
          <p:nvPr/>
        </p:nvSpPr>
        <p:spPr>
          <a:xfrm>
            <a:off x="8618454" y="3949450"/>
            <a:ext cx="10192" cy="10227"/>
          </a:xfrm>
          <a:custGeom>
            <a:avLst/>
            <a:gdLst/>
            <a:ahLst/>
            <a:cxnLst/>
            <a:rect l="l" t="t" r="r" b="b"/>
            <a:pathLst>
              <a:path w="297" h="298">
                <a:moveTo>
                  <a:pt x="297" y="1"/>
                </a:moveTo>
                <a:lnTo>
                  <a:pt x="297" y="1"/>
                </a:lnTo>
                <a:cubicBezTo>
                  <a:pt x="206" y="24"/>
                  <a:pt x="92" y="69"/>
                  <a:pt x="0" y="92"/>
                </a:cubicBezTo>
                <a:cubicBezTo>
                  <a:pt x="69" y="160"/>
                  <a:pt x="137" y="229"/>
                  <a:pt x="206" y="297"/>
                </a:cubicBezTo>
                <a:cubicBezTo>
                  <a:pt x="251" y="206"/>
                  <a:pt x="274" y="92"/>
                  <a:pt x="297" y="1"/>
                </a:cubicBezTo>
                <a:close/>
              </a:path>
            </a:pathLst>
          </a:custGeom>
          <a:solidFill>
            <a:srgbClr val="BC8662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0" name="Google Shape;420;p24">
            <a:extLst>
              <a:ext uri="{FF2B5EF4-FFF2-40B4-BE49-F238E27FC236}">
                <a16:creationId xmlns:a16="http://schemas.microsoft.com/office/drawing/2014/main" id="{13B7FF9B-67CE-4664-ABD6-61F1E6260B1A}"/>
              </a:ext>
            </a:extLst>
          </p:cNvPr>
          <p:cNvSpPr>
            <a:spLocks noGrp="1"/>
          </p:cNvSpPr>
          <p:nvPr/>
        </p:nvSpPr>
        <p:spPr>
          <a:xfrm>
            <a:off x="8613032" y="3843098"/>
            <a:ext cx="122033" cy="121381"/>
          </a:xfrm>
          <a:custGeom>
            <a:avLst/>
            <a:gdLst/>
            <a:ahLst/>
            <a:cxnLst/>
            <a:rect l="l" t="t" r="r" b="b"/>
            <a:pathLst>
              <a:path w="3556" h="3537">
                <a:moveTo>
                  <a:pt x="455" y="3100"/>
                </a:moveTo>
                <a:lnTo>
                  <a:pt x="455" y="3100"/>
                </a:lnTo>
                <a:cubicBezTo>
                  <a:pt x="432" y="3191"/>
                  <a:pt x="409" y="3305"/>
                  <a:pt x="364" y="3396"/>
                </a:cubicBezTo>
                <a:cubicBezTo>
                  <a:pt x="295" y="3328"/>
                  <a:pt x="227" y="3259"/>
                  <a:pt x="158" y="3191"/>
                </a:cubicBezTo>
                <a:cubicBezTo>
                  <a:pt x="250" y="3168"/>
                  <a:pt x="364" y="3123"/>
                  <a:pt x="455" y="3100"/>
                </a:cubicBezTo>
                <a:close/>
                <a:moveTo>
                  <a:pt x="1049" y="0"/>
                </a:moveTo>
                <a:cubicBezTo>
                  <a:pt x="982" y="0"/>
                  <a:pt x="921" y="40"/>
                  <a:pt x="911" y="132"/>
                </a:cubicBezTo>
                <a:cubicBezTo>
                  <a:pt x="729" y="1228"/>
                  <a:pt x="364" y="2255"/>
                  <a:pt x="21" y="3305"/>
                </a:cubicBezTo>
                <a:cubicBezTo>
                  <a:pt x="0" y="3430"/>
                  <a:pt x="94" y="3536"/>
                  <a:pt x="215" y="3536"/>
                </a:cubicBezTo>
                <a:cubicBezTo>
                  <a:pt x="226" y="3536"/>
                  <a:pt x="238" y="3535"/>
                  <a:pt x="250" y="3533"/>
                </a:cubicBezTo>
                <a:cubicBezTo>
                  <a:pt x="1345" y="3237"/>
                  <a:pt x="2349" y="2666"/>
                  <a:pt x="3377" y="2232"/>
                </a:cubicBezTo>
                <a:cubicBezTo>
                  <a:pt x="3555" y="2153"/>
                  <a:pt x="3458" y="1918"/>
                  <a:pt x="3294" y="1918"/>
                </a:cubicBezTo>
                <a:cubicBezTo>
                  <a:pt x="3270" y="1918"/>
                  <a:pt x="3244" y="1924"/>
                  <a:pt x="3217" y="1936"/>
                </a:cubicBezTo>
                <a:cubicBezTo>
                  <a:pt x="2304" y="2324"/>
                  <a:pt x="1414" y="2803"/>
                  <a:pt x="455" y="3100"/>
                </a:cubicBezTo>
                <a:cubicBezTo>
                  <a:pt x="775" y="2141"/>
                  <a:pt x="1071" y="1205"/>
                  <a:pt x="1231" y="224"/>
                </a:cubicBezTo>
                <a:cubicBezTo>
                  <a:pt x="1258" y="88"/>
                  <a:pt x="1147" y="0"/>
                  <a:pt x="1049" y="0"/>
                </a:cubicBezTo>
                <a:close/>
              </a:path>
            </a:pathLst>
          </a:custGeom>
          <a:solidFill>
            <a:srgbClr val="BC8662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1" name="Google Shape;421;p24">
            <a:extLst>
              <a:ext uri="{FF2B5EF4-FFF2-40B4-BE49-F238E27FC236}">
                <a16:creationId xmlns:a16="http://schemas.microsoft.com/office/drawing/2014/main" id="{FA6FB36E-686A-47AB-8DD4-22DCED52280F}"/>
              </a:ext>
            </a:extLst>
          </p:cNvPr>
          <p:cNvSpPr>
            <a:spLocks noGrp="1"/>
          </p:cNvSpPr>
          <p:nvPr/>
        </p:nvSpPr>
        <p:spPr>
          <a:xfrm>
            <a:off x="7104263" y="3698961"/>
            <a:ext cx="1912102" cy="1443497"/>
          </a:xfrm>
          <a:custGeom>
            <a:avLst/>
            <a:gdLst/>
            <a:ahLst/>
            <a:cxnLst/>
            <a:rect l="l" t="t" r="r" b="b"/>
            <a:pathLst>
              <a:path w="55718" h="42063">
                <a:moveTo>
                  <a:pt x="27660" y="0"/>
                </a:moveTo>
                <a:cubicBezTo>
                  <a:pt x="21414" y="0"/>
                  <a:pt x="16216" y="1914"/>
                  <a:pt x="13262" y="4606"/>
                </a:cubicBezTo>
                <a:cubicBezTo>
                  <a:pt x="10569" y="7071"/>
                  <a:pt x="8469" y="9149"/>
                  <a:pt x="6392" y="12184"/>
                </a:cubicBezTo>
                <a:cubicBezTo>
                  <a:pt x="5479" y="13508"/>
                  <a:pt x="1644" y="19078"/>
                  <a:pt x="2283" y="20607"/>
                </a:cubicBezTo>
                <a:cubicBezTo>
                  <a:pt x="2535" y="21063"/>
                  <a:pt x="4794" y="20995"/>
                  <a:pt x="5274" y="21337"/>
                </a:cubicBezTo>
                <a:cubicBezTo>
                  <a:pt x="2945" y="23209"/>
                  <a:pt x="1941" y="25377"/>
                  <a:pt x="366" y="28276"/>
                </a:cubicBezTo>
                <a:cubicBezTo>
                  <a:pt x="960" y="28276"/>
                  <a:pt x="1918" y="28230"/>
                  <a:pt x="2740" y="28208"/>
                </a:cubicBezTo>
                <a:lnTo>
                  <a:pt x="2740" y="28208"/>
                </a:lnTo>
                <a:cubicBezTo>
                  <a:pt x="731" y="32111"/>
                  <a:pt x="92" y="37475"/>
                  <a:pt x="1" y="42063"/>
                </a:cubicBezTo>
                <a:lnTo>
                  <a:pt x="55056" y="42063"/>
                </a:lnTo>
                <a:cubicBezTo>
                  <a:pt x="55717" y="37269"/>
                  <a:pt x="54576" y="32681"/>
                  <a:pt x="51951" y="27591"/>
                </a:cubicBezTo>
                <a:cubicBezTo>
                  <a:pt x="52773" y="27454"/>
                  <a:pt x="53846" y="27523"/>
                  <a:pt x="54690" y="27386"/>
                </a:cubicBezTo>
                <a:cubicBezTo>
                  <a:pt x="53914" y="25742"/>
                  <a:pt x="51472" y="23665"/>
                  <a:pt x="50011" y="22524"/>
                </a:cubicBezTo>
                <a:cubicBezTo>
                  <a:pt x="50582" y="22022"/>
                  <a:pt x="52727" y="21611"/>
                  <a:pt x="53070" y="20995"/>
                </a:cubicBezTo>
                <a:cubicBezTo>
                  <a:pt x="53275" y="20401"/>
                  <a:pt x="52020" y="17708"/>
                  <a:pt x="51632" y="17115"/>
                </a:cubicBezTo>
                <a:cubicBezTo>
                  <a:pt x="49372" y="13006"/>
                  <a:pt x="44624" y="1593"/>
                  <a:pt x="30267" y="110"/>
                </a:cubicBezTo>
                <a:cubicBezTo>
                  <a:pt x="29381" y="36"/>
                  <a:pt x="28511" y="0"/>
                  <a:pt x="27660" y="0"/>
                </a:cubicBezTo>
                <a:close/>
              </a:path>
            </a:pathLst>
          </a:custGeom>
          <a:solidFill>
            <a:srgbClr val="DDB597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2" name="Google Shape;422;p24">
            <a:extLst>
              <a:ext uri="{FF2B5EF4-FFF2-40B4-BE49-F238E27FC236}">
                <a16:creationId xmlns:a16="http://schemas.microsoft.com/office/drawing/2014/main" id="{561AE491-AFE8-412C-8633-96D3B5E7F1B4}"/>
              </a:ext>
            </a:extLst>
          </p:cNvPr>
          <p:cNvSpPr>
            <a:spLocks noGrp="1"/>
          </p:cNvSpPr>
          <p:nvPr/>
        </p:nvSpPr>
        <p:spPr>
          <a:xfrm>
            <a:off x="7351012" y="4170940"/>
            <a:ext cx="1384162" cy="971528"/>
          </a:xfrm>
          <a:custGeom>
            <a:avLst/>
            <a:gdLst/>
            <a:ahLst/>
            <a:cxnLst/>
            <a:rect l="l" t="t" r="r" b="b"/>
            <a:pathLst>
              <a:path w="40334" h="28310">
                <a:moveTo>
                  <a:pt x="20932" y="1"/>
                </a:moveTo>
                <a:cubicBezTo>
                  <a:pt x="18033" y="1"/>
                  <a:pt x="14893" y="1069"/>
                  <a:pt x="13034" y="1946"/>
                </a:cubicBezTo>
                <a:cubicBezTo>
                  <a:pt x="9702" y="3613"/>
                  <a:pt x="6597" y="6466"/>
                  <a:pt x="4817" y="9570"/>
                </a:cubicBezTo>
                <a:cubicBezTo>
                  <a:pt x="1667" y="14934"/>
                  <a:pt x="1" y="22010"/>
                  <a:pt x="960" y="28310"/>
                </a:cubicBezTo>
                <a:lnTo>
                  <a:pt x="39443" y="28310"/>
                </a:lnTo>
                <a:cubicBezTo>
                  <a:pt x="40333" y="19339"/>
                  <a:pt x="34741" y="896"/>
                  <a:pt x="21731" y="29"/>
                </a:cubicBezTo>
                <a:cubicBezTo>
                  <a:pt x="21467" y="10"/>
                  <a:pt x="21201" y="1"/>
                  <a:pt x="20932" y="1"/>
                </a:cubicBezTo>
                <a:close/>
              </a:path>
            </a:pathLst>
          </a:custGeom>
          <a:solidFill>
            <a:srgbClr val="FFE5D4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3" name="Google Shape;423;p24">
            <a:extLst>
              <a:ext uri="{FF2B5EF4-FFF2-40B4-BE49-F238E27FC236}">
                <a16:creationId xmlns:a16="http://schemas.microsoft.com/office/drawing/2014/main" id="{C39E7763-5D4A-4900-90A5-48177E9F47D2}"/>
              </a:ext>
            </a:extLst>
          </p:cNvPr>
          <p:cNvSpPr>
            <a:spLocks noGrp="1"/>
          </p:cNvSpPr>
          <p:nvPr/>
        </p:nvSpPr>
        <p:spPr>
          <a:xfrm>
            <a:off x="7906418" y="4342669"/>
            <a:ext cx="18806" cy="14928"/>
          </a:xfrm>
          <a:custGeom>
            <a:avLst/>
            <a:gdLst/>
            <a:ahLst/>
            <a:cxnLst/>
            <a:rect l="l" t="t" r="r" b="b"/>
            <a:pathLst>
              <a:path w="548" h="435">
                <a:moveTo>
                  <a:pt x="274" y="1"/>
                </a:moveTo>
                <a:cubicBezTo>
                  <a:pt x="0" y="1"/>
                  <a:pt x="0" y="435"/>
                  <a:pt x="274" y="435"/>
                </a:cubicBezTo>
                <a:cubicBezTo>
                  <a:pt x="548" y="435"/>
                  <a:pt x="548" y="1"/>
                  <a:pt x="274" y="1"/>
                </a:cubicBezTo>
                <a:close/>
              </a:path>
            </a:pathLst>
          </a:custGeom>
          <a:solidFill>
            <a:srgbClr val="724120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4" name="Google Shape;424;p24">
            <a:extLst>
              <a:ext uri="{FF2B5EF4-FFF2-40B4-BE49-F238E27FC236}">
                <a16:creationId xmlns:a16="http://schemas.microsoft.com/office/drawing/2014/main" id="{EE44A6F8-1CBE-491E-B959-50E26D96AE6C}"/>
              </a:ext>
            </a:extLst>
          </p:cNvPr>
          <p:cNvSpPr>
            <a:spLocks noGrp="1"/>
          </p:cNvSpPr>
          <p:nvPr/>
        </p:nvSpPr>
        <p:spPr>
          <a:xfrm>
            <a:off x="7964382" y="4292564"/>
            <a:ext cx="18806" cy="14894"/>
          </a:xfrm>
          <a:custGeom>
            <a:avLst/>
            <a:gdLst/>
            <a:ahLst/>
            <a:cxnLst/>
            <a:rect l="l" t="t" r="r" b="b"/>
            <a:pathLst>
              <a:path w="548" h="434">
                <a:moveTo>
                  <a:pt x="274" y="0"/>
                </a:moveTo>
                <a:cubicBezTo>
                  <a:pt x="0" y="0"/>
                  <a:pt x="0" y="434"/>
                  <a:pt x="274" y="434"/>
                </a:cubicBezTo>
                <a:cubicBezTo>
                  <a:pt x="548" y="434"/>
                  <a:pt x="548" y="0"/>
                  <a:pt x="274" y="0"/>
                </a:cubicBezTo>
                <a:close/>
              </a:path>
            </a:pathLst>
          </a:custGeom>
          <a:solidFill>
            <a:srgbClr val="724120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5" name="Google Shape;425;p24">
            <a:extLst>
              <a:ext uri="{FF2B5EF4-FFF2-40B4-BE49-F238E27FC236}">
                <a16:creationId xmlns:a16="http://schemas.microsoft.com/office/drawing/2014/main" id="{1FAE8B16-B03D-419A-A98D-2FFA7C901029}"/>
              </a:ext>
            </a:extLst>
          </p:cNvPr>
          <p:cNvSpPr>
            <a:spLocks noGrp="1"/>
          </p:cNvSpPr>
          <p:nvPr/>
        </p:nvSpPr>
        <p:spPr>
          <a:xfrm>
            <a:off x="7970628" y="4357563"/>
            <a:ext cx="18840" cy="14928"/>
          </a:xfrm>
          <a:custGeom>
            <a:avLst/>
            <a:gdLst/>
            <a:ahLst/>
            <a:cxnLst/>
            <a:rect l="l" t="t" r="r" b="b"/>
            <a:pathLst>
              <a:path w="549" h="435">
                <a:moveTo>
                  <a:pt x="275" y="1"/>
                </a:moveTo>
                <a:cubicBezTo>
                  <a:pt x="1" y="1"/>
                  <a:pt x="1" y="434"/>
                  <a:pt x="275" y="434"/>
                </a:cubicBezTo>
                <a:cubicBezTo>
                  <a:pt x="548" y="434"/>
                  <a:pt x="548" y="1"/>
                  <a:pt x="275" y="1"/>
                </a:cubicBezTo>
                <a:close/>
              </a:path>
            </a:pathLst>
          </a:custGeom>
          <a:solidFill>
            <a:srgbClr val="724120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6" name="Google Shape;426;p24">
            <a:extLst>
              <a:ext uri="{FF2B5EF4-FFF2-40B4-BE49-F238E27FC236}">
                <a16:creationId xmlns:a16="http://schemas.microsoft.com/office/drawing/2014/main" id="{C745420D-9F44-4BD3-AAD1-FD017B33A9C1}"/>
              </a:ext>
            </a:extLst>
          </p:cNvPr>
          <p:cNvSpPr>
            <a:spLocks noGrp="1"/>
          </p:cNvSpPr>
          <p:nvPr/>
        </p:nvSpPr>
        <p:spPr>
          <a:xfrm>
            <a:off x="8218166" y="4342669"/>
            <a:ext cx="18840" cy="14928"/>
          </a:xfrm>
          <a:custGeom>
            <a:avLst/>
            <a:gdLst/>
            <a:ahLst/>
            <a:cxnLst/>
            <a:rect l="l" t="t" r="r" b="b"/>
            <a:pathLst>
              <a:path w="549" h="435">
                <a:moveTo>
                  <a:pt x="274" y="1"/>
                </a:moveTo>
                <a:cubicBezTo>
                  <a:pt x="0" y="1"/>
                  <a:pt x="0" y="435"/>
                  <a:pt x="274" y="435"/>
                </a:cubicBezTo>
                <a:cubicBezTo>
                  <a:pt x="548" y="435"/>
                  <a:pt x="548" y="1"/>
                  <a:pt x="274" y="1"/>
                </a:cubicBezTo>
                <a:close/>
              </a:path>
            </a:pathLst>
          </a:custGeom>
          <a:solidFill>
            <a:srgbClr val="724120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7" name="Google Shape;427;p24">
            <a:extLst>
              <a:ext uri="{FF2B5EF4-FFF2-40B4-BE49-F238E27FC236}">
                <a16:creationId xmlns:a16="http://schemas.microsoft.com/office/drawing/2014/main" id="{C64B55E3-DFE5-4C65-97F6-58915F3343E8}"/>
              </a:ext>
            </a:extLst>
          </p:cNvPr>
          <p:cNvSpPr>
            <a:spLocks noGrp="1"/>
          </p:cNvSpPr>
          <p:nvPr/>
        </p:nvSpPr>
        <p:spPr>
          <a:xfrm>
            <a:off x="8159413" y="4292564"/>
            <a:ext cx="19630" cy="14894"/>
          </a:xfrm>
          <a:custGeom>
            <a:avLst/>
            <a:gdLst/>
            <a:ahLst/>
            <a:cxnLst/>
            <a:rect l="l" t="t" r="r" b="b"/>
            <a:pathLst>
              <a:path w="572" h="434">
                <a:moveTo>
                  <a:pt x="274" y="0"/>
                </a:moveTo>
                <a:cubicBezTo>
                  <a:pt x="1" y="0"/>
                  <a:pt x="1" y="434"/>
                  <a:pt x="274" y="434"/>
                </a:cubicBezTo>
                <a:cubicBezTo>
                  <a:pt x="571" y="434"/>
                  <a:pt x="571" y="0"/>
                  <a:pt x="274" y="0"/>
                </a:cubicBezTo>
                <a:close/>
              </a:path>
            </a:pathLst>
          </a:custGeom>
          <a:solidFill>
            <a:srgbClr val="724120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8" name="Google Shape;428;p24">
            <a:extLst>
              <a:ext uri="{FF2B5EF4-FFF2-40B4-BE49-F238E27FC236}">
                <a16:creationId xmlns:a16="http://schemas.microsoft.com/office/drawing/2014/main" id="{EBCD7BE1-0E88-4A93-A298-B636A2784EA4}"/>
              </a:ext>
            </a:extLst>
          </p:cNvPr>
          <p:cNvSpPr>
            <a:spLocks noGrp="1"/>
          </p:cNvSpPr>
          <p:nvPr/>
        </p:nvSpPr>
        <p:spPr>
          <a:xfrm>
            <a:off x="8153922" y="4357563"/>
            <a:ext cx="18840" cy="14928"/>
          </a:xfrm>
          <a:custGeom>
            <a:avLst/>
            <a:gdLst/>
            <a:ahLst/>
            <a:cxnLst/>
            <a:rect l="l" t="t" r="r" b="b"/>
            <a:pathLst>
              <a:path w="549" h="435">
                <a:moveTo>
                  <a:pt x="275" y="1"/>
                </a:moveTo>
                <a:cubicBezTo>
                  <a:pt x="1" y="1"/>
                  <a:pt x="1" y="434"/>
                  <a:pt x="275" y="434"/>
                </a:cubicBezTo>
                <a:cubicBezTo>
                  <a:pt x="549" y="434"/>
                  <a:pt x="549" y="1"/>
                  <a:pt x="275" y="1"/>
                </a:cubicBezTo>
                <a:close/>
              </a:path>
            </a:pathLst>
          </a:custGeom>
          <a:solidFill>
            <a:srgbClr val="724120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9" name="Google Shape;429;p24">
            <a:extLst>
              <a:ext uri="{FF2B5EF4-FFF2-40B4-BE49-F238E27FC236}">
                <a16:creationId xmlns:a16="http://schemas.microsoft.com/office/drawing/2014/main" id="{9D99240B-7F9A-4AED-A41E-15866A451AF9}"/>
              </a:ext>
            </a:extLst>
          </p:cNvPr>
          <p:cNvSpPr>
            <a:spLocks noGrp="1"/>
          </p:cNvSpPr>
          <p:nvPr/>
        </p:nvSpPr>
        <p:spPr>
          <a:xfrm>
            <a:off x="7725046" y="4015067"/>
            <a:ext cx="146913" cy="141800"/>
          </a:xfrm>
          <a:custGeom>
            <a:avLst/>
            <a:gdLst/>
            <a:ahLst/>
            <a:cxnLst/>
            <a:rect l="l" t="t" r="r" b="b"/>
            <a:pathLst>
              <a:path w="4281" h="4132">
                <a:moveTo>
                  <a:pt x="2088" y="1"/>
                </a:moveTo>
                <a:cubicBezTo>
                  <a:pt x="376" y="1"/>
                  <a:pt x="12" y="2262"/>
                  <a:pt x="12" y="3635"/>
                </a:cubicBezTo>
                <a:cubicBezTo>
                  <a:pt x="1" y="3966"/>
                  <a:pt x="258" y="4132"/>
                  <a:pt x="517" y="4132"/>
                </a:cubicBezTo>
                <a:cubicBezTo>
                  <a:pt x="777" y="4132"/>
                  <a:pt x="1040" y="3966"/>
                  <a:pt x="1040" y="3635"/>
                </a:cubicBezTo>
                <a:cubicBezTo>
                  <a:pt x="1040" y="2914"/>
                  <a:pt x="1081" y="1044"/>
                  <a:pt x="2125" y="1044"/>
                </a:cubicBezTo>
                <a:cubicBezTo>
                  <a:pt x="2172" y="1044"/>
                  <a:pt x="2221" y="1048"/>
                  <a:pt x="2272" y="1056"/>
                </a:cubicBezTo>
                <a:cubicBezTo>
                  <a:pt x="3117" y="1170"/>
                  <a:pt x="3185" y="2836"/>
                  <a:pt x="3208" y="3453"/>
                </a:cubicBezTo>
                <a:cubicBezTo>
                  <a:pt x="3231" y="3784"/>
                  <a:pt x="3505" y="3949"/>
                  <a:pt x="3767" y="3949"/>
                </a:cubicBezTo>
                <a:cubicBezTo>
                  <a:pt x="4030" y="3949"/>
                  <a:pt x="4281" y="3784"/>
                  <a:pt x="4258" y="3453"/>
                </a:cubicBezTo>
                <a:cubicBezTo>
                  <a:pt x="4189" y="2243"/>
                  <a:pt x="3938" y="257"/>
                  <a:pt x="2432" y="29"/>
                </a:cubicBezTo>
                <a:cubicBezTo>
                  <a:pt x="2312" y="10"/>
                  <a:pt x="2197" y="1"/>
                  <a:pt x="2088" y="1"/>
                </a:cubicBezTo>
                <a:close/>
              </a:path>
            </a:pathLst>
          </a:custGeom>
          <a:solidFill>
            <a:srgbClr val="562D1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0" name="Google Shape;430;p24">
            <a:extLst>
              <a:ext uri="{FF2B5EF4-FFF2-40B4-BE49-F238E27FC236}">
                <a16:creationId xmlns:a16="http://schemas.microsoft.com/office/drawing/2014/main" id="{E9DCF13B-6862-4335-8300-0839502CA0F0}"/>
              </a:ext>
            </a:extLst>
          </p:cNvPr>
          <p:cNvSpPr>
            <a:spLocks noGrp="1"/>
          </p:cNvSpPr>
          <p:nvPr/>
        </p:nvSpPr>
        <p:spPr>
          <a:xfrm>
            <a:off x="8236183" y="4015067"/>
            <a:ext cx="146501" cy="141800"/>
          </a:xfrm>
          <a:custGeom>
            <a:avLst/>
            <a:gdLst/>
            <a:ahLst/>
            <a:cxnLst/>
            <a:rect l="l" t="t" r="r" b="b"/>
            <a:pathLst>
              <a:path w="4269" h="4132">
                <a:moveTo>
                  <a:pt x="2095" y="1"/>
                </a:moveTo>
                <a:cubicBezTo>
                  <a:pt x="364" y="1"/>
                  <a:pt x="0" y="2262"/>
                  <a:pt x="0" y="3635"/>
                </a:cubicBezTo>
                <a:cubicBezTo>
                  <a:pt x="0" y="3966"/>
                  <a:pt x="257" y="4132"/>
                  <a:pt x="517" y="4132"/>
                </a:cubicBezTo>
                <a:cubicBezTo>
                  <a:pt x="777" y="4132"/>
                  <a:pt x="1039" y="3966"/>
                  <a:pt x="1050" y="3635"/>
                </a:cubicBezTo>
                <a:cubicBezTo>
                  <a:pt x="1050" y="2914"/>
                  <a:pt x="1071" y="1044"/>
                  <a:pt x="2133" y="1044"/>
                </a:cubicBezTo>
                <a:cubicBezTo>
                  <a:pt x="2181" y="1044"/>
                  <a:pt x="2231" y="1048"/>
                  <a:pt x="2283" y="1056"/>
                </a:cubicBezTo>
                <a:cubicBezTo>
                  <a:pt x="3105" y="1170"/>
                  <a:pt x="3173" y="2836"/>
                  <a:pt x="3219" y="3453"/>
                </a:cubicBezTo>
                <a:cubicBezTo>
                  <a:pt x="3242" y="3784"/>
                  <a:pt x="3510" y="3949"/>
                  <a:pt x="3767" y="3949"/>
                </a:cubicBezTo>
                <a:cubicBezTo>
                  <a:pt x="4023" y="3949"/>
                  <a:pt x="4269" y="3784"/>
                  <a:pt x="4246" y="3453"/>
                </a:cubicBezTo>
                <a:cubicBezTo>
                  <a:pt x="4178" y="2243"/>
                  <a:pt x="3926" y="257"/>
                  <a:pt x="2443" y="29"/>
                </a:cubicBezTo>
                <a:cubicBezTo>
                  <a:pt x="2321" y="10"/>
                  <a:pt x="2206" y="1"/>
                  <a:pt x="2095" y="1"/>
                </a:cubicBezTo>
                <a:close/>
              </a:path>
            </a:pathLst>
          </a:custGeom>
          <a:solidFill>
            <a:srgbClr val="562D1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1" name="Google Shape;431;p24">
            <a:extLst>
              <a:ext uri="{FF2B5EF4-FFF2-40B4-BE49-F238E27FC236}">
                <a16:creationId xmlns:a16="http://schemas.microsoft.com/office/drawing/2014/main" id="{255A9788-FDEE-46F9-9AD2-752F9D44440B}"/>
              </a:ext>
            </a:extLst>
          </p:cNvPr>
          <p:cNvSpPr>
            <a:spLocks noGrp="1"/>
          </p:cNvSpPr>
          <p:nvPr/>
        </p:nvSpPr>
        <p:spPr>
          <a:xfrm>
            <a:off x="7471640" y="4235356"/>
            <a:ext cx="174710" cy="12595"/>
          </a:xfrm>
          <a:custGeom>
            <a:avLst/>
            <a:gdLst/>
            <a:ahLst/>
            <a:cxnLst/>
            <a:rect l="l" t="t" r="r" b="b"/>
            <a:pathLst>
              <a:path w="5091" h="367">
                <a:moveTo>
                  <a:pt x="229" y="1"/>
                </a:moveTo>
                <a:cubicBezTo>
                  <a:pt x="1" y="1"/>
                  <a:pt x="1" y="366"/>
                  <a:pt x="229" y="366"/>
                </a:cubicBezTo>
                <a:lnTo>
                  <a:pt x="4863" y="366"/>
                </a:lnTo>
                <a:cubicBezTo>
                  <a:pt x="5091" y="366"/>
                  <a:pt x="5091" y="1"/>
                  <a:pt x="4863" y="1"/>
                </a:cubicBezTo>
                <a:close/>
              </a:path>
            </a:pathLst>
          </a:custGeom>
          <a:solidFill>
            <a:srgbClr val="724120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2" name="Google Shape;432;p24">
            <a:extLst>
              <a:ext uri="{FF2B5EF4-FFF2-40B4-BE49-F238E27FC236}">
                <a16:creationId xmlns:a16="http://schemas.microsoft.com/office/drawing/2014/main" id="{E4F079EC-A59D-4F97-847A-7A9E2B4AD675}"/>
              </a:ext>
            </a:extLst>
          </p:cNvPr>
          <p:cNvSpPr>
            <a:spLocks noGrp="1"/>
          </p:cNvSpPr>
          <p:nvPr/>
        </p:nvSpPr>
        <p:spPr>
          <a:xfrm>
            <a:off x="7523495" y="4142353"/>
            <a:ext cx="128210" cy="63865"/>
          </a:xfrm>
          <a:custGeom>
            <a:avLst/>
            <a:gdLst/>
            <a:ahLst/>
            <a:cxnLst/>
            <a:rect l="l" t="t" r="r" b="b"/>
            <a:pathLst>
              <a:path w="3736" h="1861">
                <a:moveTo>
                  <a:pt x="283" y="0"/>
                </a:moveTo>
                <a:cubicBezTo>
                  <a:pt x="115" y="0"/>
                  <a:pt x="0" y="235"/>
                  <a:pt x="179" y="314"/>
                </a:cubicBezTo>
                <a:cubicBezTo>
                  <a:pt x="1252" y="816"/>
                  <a:pt x="2325" y="1341"/>
                  <a:pt x="3375" y="1844"/>
                </a:cubicBezTo>
                <a:cubicBezTo>
                  <a:pt x="3401" y="1855"/>
                  <a:pt x="3428" y="1861"/>
                  <a:pt x="3453" y="1861"/>
                </a:cubicBezTo>
                <a:cubicBezTo>
                  <a:pt x="3621" y="1861"/>
                  <a:pt x="3736" y="1626"/>
                  <a:pt x="3557" y="1547"/>
                </a:cubicBezTo>
                <a:cubicBezTo>
                  <a:pt x="2484" y="1022"/>
                  <a:pt x="1434" y="520"/>
                  <a:pt x="362" y="18"/>
                </a:cubicBezTo>
                <a:cubicBezTo>
                  <a:pt x="335" y="6"/>
                  <a:pt x="308" y="0"/>
                  <a:pt x="283" y="0"/>
                </a:cubicBezTo>
                <a:close/>
              </a:path>
            </a:pathLst>
          </a:custGeom>
          <a:solidFill>
            <a:srgbClr val="724120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3" name="Google Shape;433;p24">
            <a:extLst>
              <a:ext uri="{FF2B5EF4-FFF2-40B4-BE49-F238E27FC236}">
                <a16:creationId xmlns:a16="http://schemas.microsoft.com/office/drawing/2014/main" id="{F35EBA7A-48C3-46C8-81D5-FDF6628EA0DA}"/>
              </a:ext>
            </a:extLst>
          </p:cNvPr>
          <p:cNvSpPr>
            <a:spLocks noGrp="1"/>
          </p:cNvSpPr>
          <p:nvPr/>
        </p:nvSpPr>
        <p:spPr>
          <a:xfrm>
            <a:off x="7536090" y="4270566"/>
            <a:ext cx="111601" cy="68326"/>
          </a:xfrm>
          <a:custGeom>
            <a:avLst/>
            <a:gdLst/>
            <a:ahLst/>
            <a:cxnLst/>
            <a:rect l="l" t="t" r="r" b="b"/>
            <a:pathLst>
              <a:path w="3252" h="1991">
                <a:moveTo>
                  <a:pt x="2996" y="1"/>
                </a:moveTo>
                <a:cubicBezTo>
                  <a:pt x="2970" y="1"/>
                  <a:pt x="2943" y="8"/>
                  <a:pt x="2916" y="25"/>
                </a:cubicBezTo>
                <a:cubicBezTo>
                  <a:pt x="2003" y="573"/>
                  <a:pt x="1067" y="1120"/>
                  <a:pt x="154" y="1668"/>
                </a:cubicBezTo>
                <a:cubicBezTo>
                  <a:pt x="0" y="1765"/>
                  <a:pt x="90" y="1991"/>
                  <a:pt x="245" y="1991"/>
                </a:cubicBezTo>
                <a:cubicBezTo>
                  <a:pt x="274" y="1991"/>
                  <a:pt x="305" y="1983"/>
                  <a:pt x="337" y="1965"/>
                </a:cubicBezTo>
                <a:cubicBezTo>
                  <a:pt x="1250" y="1417"/>
                  <a:pt x="2163" y="892"/>
                  <a:pt x="3076" y="344"/>
                </a:cubicBezTo>
                <a:cubicBezTo>
                  <a:pt x="3251" y="247"/>
                  <a:pt x="3144" y="1"/>
                  <a:pt x="2996" y="1"/>
                </a:cubicBezTo>
                <a:close/>
              </a:path>
            </a:pathLst>
          </a:custGeom>
          <a:solidFill>
            <a:srgbClr val="724120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4" name="Google Shape;434;p24">
            <a:extLst>
              <a:ext uri="{FF2B5EF4-FFF2-40B4-BE49-F238E27FC236}">
                <a16:creationId xmlns:a16="http://schemas.microsoft.com/office/drawing/2014/main" id="{AD6E6770-AE5B-47DB-9CD5-B24834AA7E74}"/>
              </a:ext>
            </a:extLst>
          </p:cNvPr>
          <p:cNvSpPr>
            <a:spLocks noGrp="1"/>
          </p:cNvSpPr>
          <p:nvPr/>
        </p:nvSpPr>
        <p:spPr>
          <a:xfrm>
            <a:off x="8411652" y="4235356"/>
            <a:ext cx="174710" cy="12595"/>
          </a:xfrm>
          <a:custGeom>
            <a:avLst/>
            <a:gdLst/>
            <a:ahLst/>
            <a:cxnLst/>
            <a:rect l="l" t="t" r="r" b="b"/>
            <a:pathLst>
              <a:path w="5091" h="367">
                <a:moveTo>
                  <a:pt x="229" y="1"/>
                </a:moveTo>
                <a:cubicBezTo>
                  <a:pt x="0" y="1"/>
                  <a:pt x="0" y="366"/>
                  <a:pt x="229" y="366"/>
                </a:cubicBezTo>
                <a:lnTo>
                  <a:pt x="4862" y="366"/>
                </a:lnTo>
                <a:cubicBezTo>
                  <a:pt x="5090" y="366"/>
                  <a:pt x="5090" y="1"/>
                  <a:pt x="4862" y="1"/>
                </a:cubicBezTo>
                <a:close/>
              </a:path>
            </a:pathLst>
          </a:custGeom>
          <a:solidFill>
            <a:srgbClr val="724120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5" name="Google Shape;435;p24">
            <a:extLst>
              <a:ext uri="{FF2B5EF4-FFF2-40B4-BE49-F238E27FC236}">
                <a16:creationId xmlns:a16="http://schemas.microsoft.com/office/drawing/2014/main" id="{D4BB0367-BF28-4395-B5A4-032C2F54A632}"/>
              </a:ext>
            </a:extLst>
          </p:cNvPr>
          <p:cNvSpPr>
            <a:spLocks noGrp="1"/>
          </p:cNvSpPr>
          <p:nvPr/>
        </p:nvSpPr>
        <p:spPr>
          <a:xfrm>
            <a:off x="8406298" y="4142353"/>
            <a:ext cx="128210" cy="63865"/>
          </a:xfrm>
          <a:custGeom>
            <a:avLst/>
            <a:gdLst/>
            <a:ahLst/>
            <a:cxnLst/>
            <a:rect l="l" t="t" r="r" b="b"/>
            <a:pathLst>
              <a:path w="3736" h="1861">
                <a:moveTo>
                  <a:pt x="3453" y="0"/>
                </a:moveTo>
                <a:cubicBezTo>
                  <a:pt x="3428" y="0"/>
                  <a:pt x="3402" y="6"/>
                  <a:pt x="3375" y="18"/>
                </a:cubicBezTo>
                <a:cubicBezTo>
                  <a:pt x="2302" y="520"/>
                  <a:pt x="1252" y="1022"/>
                  <a:pt x="179" y="1547"/>
                </a:cubicBezTo>
                <a:cubicBezTo>
                  <a:pt x="1" y="1626"/>
                  <a:pt x="115" y="1861"/>
                  <a:pt x="283" y="1861"/>
                </a:cubicBezTo>
                <a:cubicBezTo>
                  <a:pt x="308" y="1861"/>
                  <a:pt x="335" y="1855"/>
                  <a:pt x="362" y="1844"/>
                </a:cubicBezTo>
                <a:cubicBezTo>
                  <a:pt x="1412" y="1341"/>
                  <a:pt x="2485" y="816"/>
                  <a:pt x="3557" y="314"/>
                </a:cubicBezTo>
                <a:cubicBezTo>
                  <a:pt x="3736" y="235"/>
                  <a:pt x="3621" y="0"/>
                  <a:pt x="3453" y="0"/>
                </a:cubicBezTo>
                <a:close/>
              </a:path>
            </a:pathLst>
          </a:custGeom>
          <a:solidFill>
            <a:srgbClr val="724120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6" name="Google Shape;436;p24">
            <a:extLst>
              <a:ext uri="{FF2B5EF4-FFF2-40B4-BE49-F238E27FC236}">
                <a16:creationId xmlns:a16="http://schemas.microsoft.com/office/drawing/2014/main" id="{1B914FA7-C8F4-4DB3-8234-958FA13EC78A}"/>
              </a:ext>
            </a:extLst>
          </p:cNvPr>
          <p:cNvSpPr>
            <a:spLocks noGrp="1"/>
          </p:cNvSpPr>
          <p:nvPr/>
        </p:nvSpPr>
        <p:spPr>
          <a:xfrm>
            <a:off x="8410348" y="4270566"/>
            <a:ext cx="111566" cy="68326"/>
          </a:xfrm>
          <a:custGeom>
            <a:avLst/>
            <a:gdLst/>
            <a:ahLst/>
            <a:cxnLst/>
            <a:rect l="l" t="t" r="r" b="b"/>
            <a:pathLst>
              <a:path w="3251" h="1991">
                <a:moveTo>
                  <a:pt x="255" y="1"/>
                </a:moveTo>
                <a:cubicBezTo>
                  <a:pt x="107" y="1"/>
                  <a:pt x="0" y="247"/>
                  <a:pt x="175" y="344"/>
                </a:cubicBezTo>
                <a:cubicBezTo>
                  <a:pt x="1088" y="892"/>
                  <a:pt x="2001" y="1417"/>
                  <a:pt x="2914" y="1965"/>
                </a:cubicBezTo>
                <a:cubicBezTo>
                  <a:pt x="2947" y="1983"/>
                  <a:pt x="2978" y="1991"/>
                  <a:pt x="3006" y="1991"/>
                </a:cubicBezTo>
                <a:cubicBezTo>
                  <a:pt x="3161" y="1991"/>
                  <a:pt x="3251" y="1765"/>
                  <a:pt x="3097" y="1668"/>
                </a:cubicBezTo>
                <a:cubicBezTo>
                  <a:pt x="2184" y="1120"/>
                  <a:pt x="1248" y="573"/>
                  <a:pt x="335" y="25"/>
                </a:cubicBezTo>
                <a:cubicBezTo>
                  <a:pt x="308" y="8"/>
                  <a:pt x="281" y="1"/>
                  <a:pt x="255" y="1"/>
                </a:cubicBezTo>
                <a:close/>
              </a:path>
            </a:pathLst>
          </a:custGeom>
          <a:solidFill>
            <a:srgbClr val="724120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7" name="Google Shape;437;p24">
            <a:extLst>
              <a:ext uri="{FF2B5EF4-FFF2-40B4-BE49-F238E27FC236}">
                <a16:creationId xmlns:a16="http://schemas.microsoft.com/office/drawing/2014/main" id="{C51F0E94-E10B-4FFB-901B-03D93664C61E}"/>
              </a:ext>
            </a:extLst>
          </p:cNvPr>
          <p:cNvSpPr>
            <a:spLocks noGrp="1"/>
          </p:cNvSpPr>
          <p:nvPr/>
        </p:nvSpPr>
        <p:spPr>
          <a:xfrm>
            <a:off x="8034082" y="4254162"/>
            <a:ext cx="107345" cy="255391"/>
          </a:xfrm>
          <a:custGeom>
            <a:avLst/>
            <a:gdLst/>
            <a:ahLst/>
            <a:cxnLst/>
            <a:rect l="l" t="t" r="r" b="b"/>
            <a:pathLst>
              <a:path w="3128" h="7442">
                <a:moveTo>
                  <a:pt x="1461" y="1"/>
                </a:moveTo>
                <a:lnTo>
                  <a:pt x="1416" y="115"/>
                </a:lnTo>
                <a:cubicBezTo>
                  <a:pt x="1461" y="1576"/>
                  <a:pt x="1507" y="3288"/>
                  <a:pt x="206" y="4292"/>
                </a:cubicBezTo>
                <a:cubicBezTo>
                  <a:pt x="1" y="5798"/>
                  <a:pt x="206" y="6300"/>
                  <a:pt x="320" y="7373"/>
                </a:cubicBezTo>
                <a:cubicBezTo>
                  <a:pt x="491" y="7419"/>
                  <a:pt x="845" y="7442"/>
                  <a:pt x="1310" y="7442"/>
                </a:cubicBezTo>
                <a:cubicBezTo>
                  <a:pt x="1775" y="7442"/>
                  <a:pt x="2352" y="7419"/>
                  <a:pt x="2968" y="7373"/>
                </a:cubicBezTo>
                <a:cubicBezTo>
                  <a:pt x="3082" y="6506"/>
                  <a:pt x="3128" y="5798"/>
                  <a:pt x="3128" y="4520"/>
                </a:cubicBezTo>
                <a:cubicBezTo>
                  <a:pt x="1256" y="3402"/>
                  <a:pt x="1553" y="868"/>
                  <a:pt x="1461" y="1"/>
                </a:cubicBezTo>
                <a:close/>
              </a:path>
            </a:pathLst>
          </a:custGeom>
          <a:solidFill>
            <a:srgbClr val="FFFEFD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8" name="Google Shape;438;p24">
            <a:extLst>
              <a:ext uri="{FF2B5EF4-FFF2-40B4-BE49-F238E27FC236}">
                <a16:creationId xmlns:a16="http://schemas.microsoft.com/office/drawing/2014/main" id="{68C5D879-8460-4AEF-AC4D-56DE54F84367}"/>
              </a:ext>
            </a:extLst>
          </p:cNvPr>
          <p:cNvSpPr>
            <a:spLocks noGrp="1"/>
          </p:cNvSpPr>
          <p:nvPr/>
        </p:nvSpPr>
        <p:spPr>
          <a:xfrm>
            <a:off x="7843341" y="4225746"/>
            <a:ext cx="257347" cy="211259"/>
          </a:xfrm>
          <a:custGeom>
            <a:avLst/>
            <a:gdLst/>
            <a:ahLst/>
            <a:cxnLst/>
            <a:rect l="l" t="t" r="r" b="b"/>
            <a:pathLst>
              <a:path w="7499" h="6156">
                <a:moveTo>
                  <a:pt x="6901" y="0"/>
                </a:moveTo>
                <a:cubicBezTo>
                  <a:pt x="6701" y="0"/>
                  <a:pt x="6476" y="179"/>
                  <a:pt x="6517" y="441"/>
                </a:cubicBezTo>
                <a:cubicBezTo>
                  <a:pt x="6768" y="2130"/>
                  <a:pt x="6700" y="4161"/>
                  <a:pt x="5056" y="5143"/>
                </a:cubicBezTo>
                <a:cubicBezTo>
                  <a:pt x="4639" y="5394"/>
                  <a:pt x="4137" y="5512"/>
                  <a:pt x="3623" y="5512"/>
                </a:cubicBezTo>
                <a:cubicBezTo>
                  <a:pt x="2225" y="5512"/>
                  <a:pt x="747" y="4638"/>
                  <a:pt x="697" y="3203"/>
                </a:cubicBezTo>
                <a:cubicBezTo>
                  <a:pt x="685" y="2974"/>
                  <a:pt x="508" y="2860"/>
                  <a:pt x="337" y="2860"/>
                </a:cubicBezTo>
                <a:cubicBezTo>
                  <a:pt x="166" y="2860"/>
                  <a:pt x="1" y="2974"/>
                  <a:pt x="12" y="3203"/>
                </a:cubicBezTo>
                <a:cubicBezTo>
                  <a:pt x="71" y="5186"/>
                  <a:pt x="1886" y="6155"/>
                  <a:pt x="3671" y="6155"/>
                </a:cubicBezTo>
                <a:cubicBezTo>
                  <a:pt x="3961" y="6155"/>
                  <a:pt x="4251" y="6130"/>
                  <a:pt x="4531" y="6079"/>
                </a:cubicBezTo>
                <a:cubicBezTo>
                  <a:pt x="7225" y="5576"/>
                  <a:pt x="7499" y="2426"/>
                  <a:pt x="7179" y="258"/>
                </a:cubicBezTo>
                <a:cubicBezTo>
                  <a:pt x="7152" y="77"/>
                  <a:pt x="7032" y="0"/>
                  <a:pt x="6901" y="0"/>
                </a:cubicBezTo>
                <a:close/>
              </a:path>
            </a:pathLst>
          </a:custGeom>
          <a:solidFill>
            <a:srgbClr val="724120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9" name="Google Shape;439;p24">
            <a:extLst>
              <a:ext uri="{FF2B5EF4-FFF2-40B4-BE49-F238E27FC236}">
                <a16:creationId xmlns:a16="http://schemas.microsoft.com/office/drawing/2014/main" id="{E0D23804-3809-4E2F-8AFB-819D06F75273}"/>
              </a:ext>
            </a:extLst>
          </p:cNvPr>
          <p:cNvSpPr>
            <a:spLocks noGrp="1"/>
          </p:cNvSpPr>
          <p:nvPr/>
        </p:nvSpPr>
        <p:spPr>
          <a:xfrm>
            <a:off x="8072073" y="4242425"/>
            <a:ext cx="250140" cy="195816"/>
          </a:xfrm>
          <a:custGeom>
            <a:avLst/>
            <a:gdLst/>
            <a:ahLst/>
            <a:cxnLst/>
            <a:rect l="l" t="t" r="r" b="b"/>
            <a:pathLst>
              <a:path w="7289" h="5706">
                <a:moveTo>
                  <a:pt x="337" y="0"/>
                </a:moveTo>
                <a:cubicBezTo>
                  <a:pt x="166" y="0"/>
                  <a:pt x="1" y="114"/>
                  <a:pt x="12" y="343"/>
                </a:cubicBezTo>
                <a:cubicBezTo>
                  <a:pt x="149" y="2694"/>
                  <a:pt x="263" y="4794"/>
                  <a:pt x="2865" y="5570"/>
                </a:cubicBezTo>
                <a:cubicBezTo>
                  <a:pt x="3179" y="5662"/>
                  <a:pt x="3487" y="5706"/>
                  <a:pt x="3784" y="5706"/>
                </a:cubicBezTo>
                <a:cubicBezTo>
                  <a:pt x="5538" y="5706"/>
                  <a:pt x="6935" y="4199"/>
                  <a:pt x="7248" y="2443"/>
                </a:cubicBezTo>
                <a:cubicBezTo>
                  <a:pt x="7289" y="2182"/>
                  <a:pt x="7066" y="2012"/>
                  <a:pt x="6867" y="2012"/>
                </a:cubicBezTo>
                <a:cubicBezTo>
                  <a:pt x="6735" y="2012"/>
                  <a:pt x="6613" y="2087"/>
                  <a:pt x="6586" y="2260"/>
                </a:cubicBezTo>
                <a:cubicBezTo>
                  <a:pt x="6305" y="3890"/>
                  <a:pt x="5194" y="4951"/>
                  <a:pt x="3719" y="4951"/>
                </a:cubicBezTo>
                <a:cubicBezTo>
                  <a:pt x="3397" y="4951"/>
                  <a:pt x="3057" y="4900"/>
                  <a:pt x="2705" y="4794"/>
                </a:cubicBezTo>
                <a:cubicBezTo>
                  <a:pt x="674" y="4177"/>
                  <a:pt x="811" y="2009"/>
                  <a:pt x="697" y="343"/>
                </a:cubicBezTo>
                <a:cubicBezTo>
                  <a:pt x="685" y="114"/>
                  <a:pt x="508" y="0"/>
                  <a:pt x="337" y="0"/>
                </a:cubicBezTo>
                <a:close/>
              </a:path>
            </a:pathLst>
          </a:custGeom>
          <a:solidFill>
            <a:srgbClr val="724120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0" name="Google Shape;440;p24">
            <a:extLst>
              <a:ext uri="{FF2B5EF4-FFF2-40B4-BE49-F238E27FC236}">
                <a16:creationId xmlns:a16="http://schemas.microsoft.com/office/drawing/2014/main" id="{9123F97E-BBBF-430A-B3FF-7342DC8E3AEA}"/>
              </a:ext>
            </a:extLst>
          </p:cNvPr>
          <p:cNvSpPr>
            <a:spLocks noGrp="1"/>
          </p:cNvSpPr>
          <p:nvPr/>
        </p:nvSpPr>
        <p:spPr>
          <a:xfrm>
            <a:off x="7875841" y="4140157"/>
            <a:ext cx="376017" cy="128142"/>
          </a:xfrm>
          <a:custGeom>
            <a:avLst/>
            <a:gdLst/>
            <a:ahLst/>
            <a:cxnLst/>
            <a:rect l="l" t="t" r="r" b="b"/>
            <a:pathLst>
              <a:path w="10957" h="3734">
                <a:moveTo>
                  <a:pt x="7985" y="1"/>
                </a:moveTo>
                <a:cubicBezTo>
                  <a:pt x="7173" y="1"/>
                  <a:pt x="6256" y="104"/>
                  <a:pt x="5730" y="104"/>
                </a:cubicBezTo>
                <a:cubicBezTo>
                  <a:pt x="5271" y="104"/>
                  <a:pt x="4552" y="47"/>
                  <a:pt x="3836" y="47"/>
                </a:cubicBezTo>
                <a:cubicBezTo>
                  <a:pt x="3055" y="47"/>
                  <a:pt x="2278" y="115"/>
                  <a:pt x="1850" y="401"/>
                </a:cubicBezTo>
                <a:cubicBezTo>
                  <a:pt x="1" y="1474"/>
                  <a:pt x="5068" y="3323"/>
                  <a:pt x="5958" y="3734"/>
                </a:cubicBezTo>
                <a:cubicBezTo>
                  <a:pt x="6848" y="3551"/>
                  <a:pt x="10957" y="1109"/>
                  <a:pt x="9359" y="218"/>
                </a:cubicBezTo>
                <a:cubicBezTo>
                  <a:pt x="9060" y="50"/>
                  <a:pt x="8548" y="1"/>
                  <a:pt x="7985" y="1"/>
                </a:cubicBezTo>
                <a:close/>
              </a:path>
            </a:pathLst>
          </a:custGeom>
          <a:solidFill>
            <a:srgbClr val="562D1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1" name="Google Shape;441;p24">
            <a:extLst>
              <a:ext uri="{FF2B5EF4-FFF2-40B4-BE49-F238E27FC236}">
                <a16:creationId xmlns:a16="http://schemas.microsoft.com/office/drawing/2014/main" id="{4B78A8C3-0CE3-4419-BFEB-47273D8A6A76}"/>
              </a:ext>
            </a:extLst>
          </p:cNvPr>
          <p:cNvSpPr>
            <a:spLocks noGrp="1"/>
          </p:cNvSpPr>
          <p:nvPr/>
        </p:nvSpPr>
        <p:spPr>
          <a:xfrm>
            <a:off x="7303241" y="4298432"/>
            <a:ext cx="11771" cy="50172"/>
          </a:xfrm>
          <a:custGeom>
            <a:avLst/>
            <a:gdLst/>
            <a:ahLst/>
            <a:cxnLst/>
            <a:rect l="l" t="t" r="r" b="b"/>
            <a:pathLst>
              <a:path w="343" h="1462">
                <a:moveTo>
                  <a:pt x="172" y="0"/>
                </a:moveTo>
                <a:cubicBezTo>
                  <a:pt x="86" y="0"/>
                  <a:pt x="1" y="57"/>
                  <a:pt x="1" y="172"/>
                </a:cubicBezTo>
                <a:lnTo>
                  <a:pt x="1" y="1290"/>
                </a:lnTo>
                <a:cubicBezTo>
                  <a:pt x="1" y="1404"/>
                  <a:pt x="86" y="1461"/>
                  <a:pt x="172" y="1461"/>
                </a:cubicBezTo>
                <a:cubicBezTo>
                  <a:pt x="257" y="1461"/>
                  <a:pt x="343" y="1404"/>
                  <a:pt x="343" y="1290"/>
                </a:cubicBezTo>
                <a:lnTo>
                  <a:pt x="343" y="172"/>
                </a:lnTo>
                <a:cubicBezTo>
                  <a:pt x="343" y="57"/>
                  <a:pt x="257" y="0"/>
                  <a:pt x="172" y="0"/>
                </a:cubicBezTo>
                <a:close/>
              </a:path>
            </a:pathLst>
          </a:custGeom>
          <a:solidFill>
            <a:srgbClr val="BC8662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2" name="Google Shape;442;p24">
            <a:extLst>
              <a:ext uri="{FF2B5EF4-FFF2-40B4-BE49-F238E27FC236}">
                <a16:creationId xmlns:a16="http://schemas.microsoft.com/office/drawing/2014/main" id="{28339D97-D554-4854-BA49-B2EB951FCEFA}"/>
              </a:ext>
            </a:extLst>
          </p:cNvPr>
          <p:cNvSpPr>
            <a:spLocks noGrp="1"/>
          </p:cNvSpPr>
          <p:nvPr/>
        </p:nvSpPr>
        <p:spPr>
          <a:xfrm>
            <a:off x="7338485" y="4298432"/>
            <a:ext cx="11805" cy="44681"/>
          </a:xfrm>
          <a:custGeom>
            <a:avLst/>
            <a:gdLst/>
            <a:ahLst/>
            <a:cxnLst/>
            <a:rect l="l" t="t" r="r" b="b"/>
            <a:pathLst>
              <a:path w="344" h="1302">
                <a:moveTo>
                  <a:pt x="172" y="0"/>
                </a:moveTo>
                <a:cubicBezTo>
                  <a:pt x="86" y="0"/>
                  <a:pt x="1" y="57"/>
                  <a:pt x="1" y="172"/>
                </a:cubicBezTo>
                <a:lnTo>
                  <a:pt x="1" y="1130"/>
                </a:lnTo>
                <a:cubicBezTo>
                  <a:pt x="1" y="1244"/>
                  <a:pt x="86" y="1301"/>
                  <a:pt x="172" y="1301"/>
                </a:cubicBezTo>
                <a:cubicBezTo>
                  <a:pt x="257" y="1301"/>
                  <a:pt x="343" y="1244"/>
                  <a:pt x="343" y="1130"/>
                </a:cubicBezTo>
                <a:lnTo>
                  <a:pt x="343" y="172"/>
                </a:lnTo>
                <a:cubicBezTo>
                  <a:pt x="343" y="57"/>
                  <a:pt x="257" y="0"/>
                  <a:pt x="172" y="0"/>
                </a:cubicBezTo>
                <a:close/>
              </a:path>
            </a:pathLst>
          </a:custGeom>
          <a:solidFill>
            <a:srgbClr val="BC8662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3" name="Google Shape;443;p24">
            <a:extLst>
              <a:ext uri="{FF2B5EF4-FFF2-40B4-BE49-F238E27FC236}">
                <a16:creationId xmlns:a16="http://schemas.microsoft.com/office/drawing/2014/main" id="{DF617EE4-0B73-4B87-AD74-99FD216EA82C}"/>
              </a:ext>
            </a:extLst>
          </p:cNvPr>
          <p:cNvSpPr>
            <a:spLocks noGrp="1"/>
          </p:cNvSpPr>
          <p:nvPr/>
        </p:nvSpPr>
        <p:spPr>
          <a:xfrm>
            <a:off x="7316556" y="4358730"/>
            <a:ext cx="11771" cy="38436"/>
          </a:xfrm>
          <a:custGeom>
            <a:avLst/>
            <a:gdLst/>
            <a:ahLst/>
            <a:cxnLst/>
            <a:rect l="l" t="t" r="r" b="b"/>
            <a:pathLst>
              <a:path w="343" h="1120">
                <a:moveTo>
                  <a:pt x="172" y="1"/>
                </a:moveTo>
                <a:cubicBezTo>
                  <a:pt x="86" y="1"/>
                  <a:pt x="1" y="58"/>
                  <a:pt x="1" y="172"/>
                </a:cubicBezTo>
                <a:lnTo>
                  <a:pt x="1" y="948"/>
                </a:lnTo>
                <a:cubicBezTo>
                  <a:pt x="1" y="1062"/>
                  <a:pt x="86" y="1119"/>
                  <a:pt x="172" y="1119"/>
                </a:cubicBezTo>
                <a:cubicBezTo>
                  <a:pt x="257" y="1119"/>
                  <a:pt x="343" y="1062"/>
                  <a:pt x="343" y="948"/>
                </a:cubicBezTo>
                <a:lnTo>
                  <a:pt x="343" y="172"/>
                </a:lnTo>
                <a:cubicBezTo>
                  <a:pt x="343" y="58"/>
                  <a:pt x="257" y="1"/>
                  <a:pt x="172" y="1"/>
                </a:cubicBezTo>
                <a:close/>
              </a:path>
            </a:pathLst>
          </a:custGeom>
          <a:solidFill>
            <a:srgbClr val="BC8662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4" name="Google Shape;444;p24">
            <a:extLst>
              <a:ext uri="{FF2B5EF4-FFF2-40B4-BE49-F238E27FC236}">
                <a16:creationId xmlns:a16="http://schemas.microsoft.com/office/drawing/2014/main" id="{1EA91D42-F7F4-4DB1-BB1B-F50E0A1C1811}"/>
              </a:ext>
            </a:extLst>
          </p:cNvPr>
          <p:cNvSpPr>
            <a:spLocks noGrp="1"/>
          </p:cNvSpPr>
          <p:nvPr/>
        </p:nvSpPr>
        <p:spPr>
          <a:xfrm>
            <a:off x="7611075" y="3873675"/>
            <a:ext cx="11805" cy="44098"/>
          </a:xfrm>
          <a:custGeom>
            <a:avLst/>
            <a:gdLst/>
            <a:ahLst/>
            <a:cxnLst/>
            <a:rect l="l" t="t" r="r" b="b"/>
            <a:pathLst>
              <a:path w="344" h="1285">
                <a:moveTo>
                  <a:pt x="172" y="0"/>
                </a:moveTo>
                <a:cubicBezTo>
                  <a:pt x="86" y="0"/>
                  <a:pt x="1" y="52"/>
                  <a:pt x="1" y="154"/>
                </a:cubicBezTo>
                <a:lnTo>
                  <a:pt x="1" y="1113"/>
                </a:lnTo>
                <a:cubicBezTo>
                  <a:pt x="1" y="1227"/>
                  <a:pt x="86" y="1284"/>
                  <a:pt x="172" y="1284"/>
                </a:cubicBezTo>
                <a:cubicBezTo>
                  <a:pt x="258" y="1284"/>
                  <a:pt x="343" y="1227"/>
                  <a:pt x="343" y="1113"/>
                </a:cubicBezTo>
                <a:lnTo>
                  <a:pt x="343" y="154"/>
                </a:lnTo>
                <a:cubicBezTo>
                  <a:pt x="343" y="52"/>
                  <a:pt x="258" y="0"/>
                  <a:pt x="172" y="0"/>
                </a:cubicBezTo>
                <a:close/>
              </a:path>
            </a:pathLst>
          </a:custGeom>
          <a:solidFill>
            <a:srgbClr val="BC8662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5" name="Google Shape;445;p24">
            <a:extLst>
              <a:ext uri="{FF2B5EF4-FFF2-40B4-BE49-F238E27FC236}">
                <a16:creationId xmlns:a16="http://schemas.microsoft.com/office/drawing/2014/main" id="{6C50913F-2B97-4DAC-9503-DE15333EC925}"/>
              </a:ext>
            </a:extLst>
          </p:cNvPr>
          <p:cNvSpPr>
            <a:spLocks noGrp="1"/>
          </p:cNvSpPr>
          <p:nvPr/>
        </p:nvSpPr>
        <p:spPr>
          <a:xfrm>
            <a:off x="7649478" y="3865233"/>
            <a:ext cx="11771" cy="41558"/>
          </a:xfrm>
          <a:custGeom>
            <a:avLst/>
            <a:gdLst/>
            <a:ahLst/>
            <a:cxnLst/>
            <a:rect l="l" t="t" r="r" b="b"/>
            <a:pathLst>
              <a:path w="343" h="1211">
                <a:moveTo>
                  <a:pt x="172" y="1"/>
                </a:moveTo>
                <a:cubicBezTo>
                  <a:pt x="86" y="1"/>
                  <a:pt x="0" y="58"/>
                  <a:pt x="0" y="172"/>
                </a:cubicBezTo>
                <a:lnTo>
                  <a:pt x="0" y="1040"/>
                </a:lnTo>
                <a:cubicBezTo>
                  <a:pt x="0" y="1154"/>
                  <a:pt x="86" y="1211"/>
                  <a:pt x="172" y="1211"/>
                </a:cubicBezTo>
                <a:cubicBezTo>
                  <a:pt x="257" y="1211"/>
                  <a:pt x="343" y="1154"/>
                  <a:pt x="343" y="1040"/>
                </a:cubicBezTo>
                <a:lnTo>
                  <a:pt x="343" y="172"/>
                </a:lnTo>
                <a:cubicBezTo>
                  <a:pt x="343" y="58"/>
                  <a:pt x="257" y="1"/>
                  <a:pt x="172" y="1"/>
                </a:cubicBezTo>
                <a:close/>
              </a:path>
            </a:pathLst>
          </a:custGeom>
          <a:solidFill>
            <a:srgbClr val="BC8662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6" name="Google Shape;446;p24">
            <a:extLst>
              <a:ext uri="{FF2B5EF4-FFF2-40B4-BE49-F238E27FC236}">
                <a16:creationId xmlns:a16="http://schemas.microsoft.com/office/drawing/2014/main" id="{82542309-C3E0-4253-AC4D-DF999E2D3944}"/>
              </a:ext>
            </a:extLst>
          </p:cNvPr>
          <p:cNvSpPr>
            <a:spLocks noGrp="1"/>
          </p:cNvSpPr>
          <p:nvPr/>
        </p:nvSpPr>
        <p:spPr>
          <a:xfrm>
            <a:off x="7629882" y="3930850"/>
            <a:ext cx="11805" cy="35690"/>
          </a:xfrm>
          <a:custGeom>
            <a:avLst/>
            <a:gdLst/>
            <a:ahLst/>
            <a:cxnLst/>
            <a:rect l="l" t="t" r="r" b="b"/>
            <a:pathLst>
              <a:path w="344" h="1040">
                <a:moveTo>
                  <a:pt x="172" y="1"/>
                </a:moveTo>
                <a:cubicBezTo>
                  <a:pt x="86" y="1"/>
                  <a:pt x="1" y="52"/>
                  <a:pt x="1" y="155"/>
                </a:cubicBezTo>
                <a:lnTo>
                  <a:pt x="1" y="885"/>
                </a:lnTo>
                <a:cubicBezTo>
                  <a:pt x="1" y="988"/>
                  <a:pt x="86" y="1039"/>
                  <a:pt x="172" y="1039"/>
                </a:cubicBezTo>
                <a:cubicBezTo>
                  <a:pt x="257" y="1039"/>
                  <a:pt x="343" y="988"/>
                  <a:pt x="343" y="885"/>
                </a:cubicBezTo>
                <a:lnTo>
                  <a:pt x="343" y="155"/>
                </a:lnTo>
                <a:cubicBezTo>
                  <a:pt x="343" y="52"/>
                  <a:pt x="257" y="1"/>
                  <a:pt x="172" y="1"/>
                </a:cubicBezTo>
                <a:close/>
              </a:path>
            </a:pathLst>
          </a:custGeom>
          <a:solidFill>
            <a:srgbClr val="BC8662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7" name="Google Shape;447;p24">
            <a:extLst>
              <a:ext uri="{FF2B5EF4-FFF2-40B4-BE49-F238E27FC236}">
                <a16:creationId xmlns:a16="http://schemas.microsoft.com/office/drawing/2014/main" id="{1E0AA4CA-FA50-4C26-B48A-6858D8BE7C02}"/>
              </a:ext>
            </a:extLst>
          </p:cNvPr>
          <p:cNvSpPr>
            <a:spLocks noGrp="1"/>
          </p:cNvSpPr>
          <p:nvPr/>
        </p:nvSpPr>
        <p:spPr>
          <a:xfrm>
            <a:off x="8309040" y="3832356"/>
            <a:ext cx="11771" cy="50172"/>
          </a:xfrm>
          <a:custGeom>
            <a:avLst/>
            <a:gdLst/>
            <a:ahLst/>
            <a:cxnLst/>
            <a:rect l="l" t="t" r="r" b="b"/>
            <a:pathLst>
              <a:path w="343" h="1462">
                <a:moveTo>
                  <a:pt x="171" y="0"/>
                </a:moveTo>
                <a:cubicBezTo>
                  <a:pt x="86" y="0"/>
                  <a:pt x="0" y="57"/>
                  <a:pt x="0" y="172"/>
                </a:cubicBezTo>
                <a:lnTo>
                  <a:pt x="0" y="1290"/>
                </a:lnTo>
                <a:cubicBezTo>
                  <a:pt x="0" y="1404"/>
                  <a:pt x="86" y="1461"/>
                  <a:pt x="171" y="1461"/>
                </a:cubicBezTo>
                <a:cubicBezTo>
                  <a:pt x="257" y="1461"/>
                  <a:pt x="343" y="1404"/>
                  <a:pt x="343" y="1290"/>
                </a:cubicBezTo>
                <a:lnTo>
                  <a:pt x="343" y="172"/>
                </a:lnTo>
                <a:cubicBezTo>
                  <a:pt x="343" y="57"/>
                  <a:pt x="257" y="0"/>
                  <a:pt x="171" y="0"/>
                </a:cubicBezTo>
                <a:close/>
              </a:path>
            </a:pathLst>
          </a:custGeom>
          <a:solidFill>
            <a:srgbClr val="BC8662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p24">
            <a:extLst>
              <a:ext uri="{FF2B5EF4-FFF2-40B4-BE49-F238E27FC236}">
                <a16:creationId xmlns:a16="http://schemas.microsoft.com/office/drawing/2014/main" id="{4B2B6AF6-B80D-4128-86E7-9E58BDF58C66}"/>
              </a:ext>
            </a:extLst>
          </p:cNvPr>
          <p:cNvSpPr>
            <a:spLocks noGrp="1"/>
          </p:cNvSpPr>
          <p:nvPr/>
        </p:nvSpPr>
        <p:spPr>
          <a:xfrm>
            <a:off x="8352110" y="3837847"/>
            <a:ext cx="11771" cy="47015"/>
          </a:xfrm>
          <a:custGeom>
            <a:avLst/>
            <a:gdLst/>
            <a:ahLst/>
            <a:cxnLst/>
            <a:rect l="l" t="t" r="r" b="b"/>
            <a:pathLst>
              <a:path w="343" h="1370">
                <a:moveTo>
                  <a:pt x="172" y="0"/>
                </a:moveTo>
                <a:cubicBezTo>
                  <a:pt x="86" y="0"/>
                  <a:pt x="1" y="57"/>
                  <a:pt x="1" y="171"/>
                </a:cubicBezTo>
                <a:lnTo>
                  <a:pt x="1" y="1198"/>
                </a:lnTo>
                <a:cubicBezTo>
                  <a:pt x="1" y="1313"/>
                  <a:pt x="86" y="1370"/>
                  <a:pt x="172" y="1370"/>
                </a:cubicBezTo>
                <a:cubicBezTo>
                  <a:pt x="257" y="1370"/>
                  <a:pt x="343" y="1313"/>
                  <a:pt x="343" y="1198"/>
                </a:cubicBezTo>
                <a:lnTo>
                  <a:pt x="343" y="171"/>
                </a:lnTo>
                <a:cubicBezTo>
                  <a:pt x="343" y="57"/>
                  <a:pt x="257" y="0"/>
                  <a:pt x="172" y="0"/>
                </a:cubicBezTo>
                <a:close/>
              </a:path>
            </a:pathLst>
          </a:custGeom>
          <a:solidFill>
            <a:srgbClr val="BC8662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9" name="Google Shape;449;p24">
            <a:extLst>
              <a:ext uri="{FF2B5EF4-FFF2-40B4-BE49-F238E27FC236}">
                <a16:creationId xmlns:a16="http://schemas.microsoft.com/office/drawing/2014/main" id="{99AB8A63-BDA1-49B7-B86B-624047B66C7B}"/>
              </a:ext>
            </a:extLst>
          </p:cNvPr>
          <p:cNvSpPr>
            <a:spLocks noGrp="1"/>
          </p:cNvSpPr>
          <p:nvPr/>
        </p:nvSpPr>
        <p:spPr>
          <a:xfrm>
            <a:off x="8335671" y="3905969"/>
            <a:ext cx="12560" cy="36068"/>
          </a:xfrm>
          <a:custGeom>
            <a:avLst/>
            <a:gdLst/>
            <a:ahLst/>
            <a:cxnLst/>
            <a:rect l="l" t="t" r="r" b="b"/>
            <a:pathLst>
              <a:path w="366" h="1051">
                <a:moveTo>
                  <a:pt x="183" y="1"/>
                </a:moveTo>
                <a:cubicBezTo>
                  <a:pt x="92" y="1"/>
                  <a:pt x="0" y="58"/>
                  <a:pt x="0" y="172"/>
                </a:cubicBezTo>
                <a:lnTo>
                  <a:pt x="0" y="880"/>
                </a:lnTo>
                <a:cubicBezTo>
                  <a:pt x="0" y="994"/>
                  <a:pt x="92" y="1051"/>
                  <a:pt x="183" y="1051"/>
                </a:cubicBezTo>
                <a:cubicBezTo>
                  <a:pt x="274" y="1051"/>
                  <a:pt x="365" y="994"/>
                  <a:pt x="365" y="880"/>
                </a:cubicBezTo>
                <a:lnTo>
                  <a:pt x="365" y="172"/>
                </a:lnTo>
                <a:cubicBezTo>
                  <a:pt x="365" y="58"/>
                  <a:pt x="274" y="1"/>
                  <a:pt x="183" y="1"/>
                </a:cubicBezTo>
                <a:close/>
              </a:path>
            </a:pathLst>
          </a:custGeom>
          <a:solidFill>
            <a:srgbClr val="BC8662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0" name="Google Shape;450;p24">
            <a:extLst>
              <a:ext uri="{FF2B5EF4-FFF2-40B4-BE49-F238E27FC236}">
                <a16:creationId xmlns:a16="http://schemas.microsoft.com/office/drawing/2014/main" id="{E3CE902C-6241-44A6-8728-AF16F4AB43FF}"/>
              </a:ext>
            </a:extLst>
          </p:cNvPr>
          <p:cNvSpPr>
            <a:spLocks noGrp="1"/>
          </p:cNvSpPr>
          <p:nvPr/>
        </p:nvSpPr>
        <p:spPr>
          <a:xfrm>
            <a:off x="8679540" y="4268644"/>
            <a:ext cx="11771" cy="54874"/>
          </a:xfrm>
          <a:custGeom>
            <a:avLst/>
            <a:gdLst/>
            <a:ahLst/>
            <a:cxnLst/>
            <a:rect l="l" t="t" r="r" b="b"/>
            <a:pathLst>
              <a:path w="343" h="1599">
                <a:moveTo>
                  <a:pt x="172" y="1"/>
                </a:moveTo>
                <a:cubicBezTo>
                  <a:pt x="86" y="1"/>
                  <a:pt x="1" y="58"/>
                  <a:pt x="1" y="172"/>
                </a:cubicBezTo>
                <a:lnTo>
                  <a:pt x="1" y="1428"/>
                </a:lnTo>
                <a:cubicBezTo>
                  <a:pt x="1" y="1542"/>
                  <a:pt x="86" y="1599"/>
                  <a:pt x="172" y="1599"/>
                </a:cubicBezTo>
                <a:cubicBezTo>
                  <a:pt x="257" y="1599"/>
                  <a:pt x="343" y="1542"/>
                  <a:pt x="343" y="1428"/>
                </a:cubicBezTo>
                <a:lnTo>
                  <a:pt x="343" y="172"/>
                </a:lnTo>
                <a:cubicBezTo>
                  <a:pt x="343" y="58"/>
                  <a:pt x="257" y="1"/>
                  <a:pt x="172" y="1"/>
                </a:cubicBezTo>
                <a:close/>
              </a:path>
            </a:pathLst>
          </a:custGeom>
          <a:solidFill>
            <a:srgbClr val="BC8662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1" name="Google Shape;451;p24">
            <a:extLst>
              <a:ext uri="{FF2B5EF4-FFF2-40B4-BE49-F238E27FC236}">
                <a16:creationId xmlns:a16="http://schemas.microsoft.com/office/drawing/2014/main" id="{E9012753-3CEE-4C87-BDA3-0E0E9E63AC89}"/>
              </a:ext>
            </a:extLst>
          </p:cNvPr>
          <p:cNvSpPr>
            <a:spLocks noGrp="1"/>
          </p:cNvSpPr>
          <p:nvPr/>
        </p:nvSpPr>
        <p:spPr>
          <a:xfrm>
            <a:off x="8717153" y="4276503"/>
            <a:ext cx="12560" cy="44681"/>
          </a:xfrm>
          <a:custGeom>
            <a:avLst/>
            <a:gdLst/>
            <a:ahLst/>
            <a:cxnLst/>
            <a:rect l="l" t="t" r="r" b="b"/>
            <a:pathLst>
              <a:path w="366" h="1302">
                <a:moveTo>
                  <a:pt x="183" y="0"/>
                </a:moveTo>
                <a:cubicBezTo>
                  <a:pt x="92" y="0"/>
                  <a:pt x="0" y="57"/>
                  <a:pt x="0" y="171"/>
                </a:cubicBezTo>
                <a:lnTo>
                  <a:pt x="0" y="1130"/>
                </a:lnTo>
                <a:cubicBezTo>
                  <a:pt x="0" y="1244"/>
                  <a:pt x="92" y="1301"/>
                  <a:pt x="183" y="1301"/>
                </a:cubicBezTo>
                <a:cubicBezTo>
                  <a:pt x="274" y="1301"/>
                  <a:pt x="365" y="1244"/>
                  <a:pt x="365" y="1130"/>
                </a:cubicBezTo>
                <a:lnTo>
                  <a:pt x="365" y="171"/>
                </a:lnTo>
                <a:cubicBezTo>
                  <a:pt x="365" y="57"/>
                  <a:pt x="274" y="0"/>
                  <a:pt x="183" y="0"/>
                </a:cubicBezTo>
                <a:close/>
              </a:path>
            </a:pathLst>
          </a:custGeom>
          <a:solidFill>
            <a:srgbClr val="BC8662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2" name="Google Shape;452;p24">
            <a:extLst>
              <a:ext uri="{FF2B5EF4-FFF2-40B4-BE49-F238E27FC236}">
                <a16:creationId xmlns:a16="http://schemas.microsoft.com/office/drawing/2014/main" id="{06D36572-ADB6-479F-9792-C7DAF5DFC56F}"/>
              </a:ext>
            </a:extLst>
          </p:cNvPr>
          <p:cNvSpPr>
            <a:spLocks noGrp="1"/>
          </p:cNvSpPr>
          <p:nvPr/>
        </p:nvSpPr>
        <p:spPr>
          <a:xfrm>
            <a:off x="8706961" y="4342291"/>
            <a:ext cx="11771" cy="43892"/>
          </a:xfrm>
          <a:custGeom>
            <a:avLst/>
            <a:gdLst/>
            <a:ahLst/>
            <a:cxnLst/>
            <a:rect l="l" t="t" r="r" b="b"/>
            <a:pathLst>
              <a:path w="343" h="1279">
                <a:moveTo>
                  <a:pt x="172" y="1"/>
                </a:moveTo>
                <a:cubicBezTo>
                  <a:pt x="86" y="1"/>
                  <a:pt x="0" y="58"/>
                  <a:pt x="0" y="172"/>
                </a:cubicBezTo>
                <a:lnTo>
                  <a:pt x="0" y="1108"/>
                </a:lnTo>
                <a:cubicBezTo>
                  <a:pt x="0" y="1222"/>
                  <a:pt x="86" y="1279"/>
                  <a:pt x="172" y="1279"/>
                </a:cubicBezTo>
                <a:cubicBezTo>
                  <a:pt x="257" y="1279"/>
                  <a:pt x="343" y="1222"/>
                  <a:pt x="343" y="1108"/>
                </a:cubicBezTo>
                <a:lnTo>
                  <a:pt x="343" y="172"/>
                </a:lnTo>
                <a:cubicBezTo>
                  <a:pt x="343" y="58"/>
                  <a:pt x="257" y="1"/>
                  <a:pt x="172" y="1"/>
                </a:cubicBezTo>
                <a:close/>
              </a:path>
            </a:pathLst>
          </a:custGeom>
          <a:solidFill>
            <a:srgbClr val="BC8662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3" name="Google Shape;453;p24">
            <a:extLst>
              <a:ext uri="{FF2B5EF4-FFF2-40B4-BE49-F238E27FC236}">
                <a16:creationId xmlns:a16="http://schemas.microsoft.com/office/drawing/2014/main" id="{A91A8C4F-CB5F-4390-BE14-1325D4FFE4F6}"/>
              </a:ext>
            </a:extLst>
          </p:cNvPr>
          <p:cNvSpPr>
            <a:spLocks noGrp="1"/>
          </p:cNvSpPr>
          <p:nvPr/>
        </p:nvSpPr>
        <p:spPr>
          <a:xfrm>
            <a:off x="8717153" y="4655617"/>
            <a:ext cx="12560" cy="47049"/>
          </a:xfrm>
          <a:custGeom>
            <a:avLst/>
            <a:gdLst/>
            <a:ahLst/>
            <a:cxnLst/>
            <a:rect l="l" t="t" r="r" b="b"/>
            <a:pathLst>
              <a:path w="366" h="1371">
                <a:moveTo>
                  <a:pt x="183" y="1"/>
                </a:moveTo>
                <a:cubicBezTo>
                  <a:pt x="92" y="1"/>
                  <a:pt x="0" y="58"/>
                  <a:pt x="0" y="172"/>
                </a:cubicBezTo>
                <a:lnTo>
                  <a:pt x="0" y="1199"/>
                </a:lnTo>
                <a:cubicBezTo>
                  <a:pt x="0" y="1313"/>
                  <a:pt x="92" y="1370"/>
                  <a:pt x="183" y="1370"/>
                </a:cubicBezTo>
                <a:cubicBezTo>
                  <a:pt x="274" y="1370"/>
                  <a:pt x="365" y="1313"/>
                  <a:pt x="365" y="1199"/>
                </a:cubicBezTo>
                <a:lnTo>
                  <a:pt x="365" y="172"/>
                </a:lnTo>
                <a:cubicBezTo>
                  <a:pt x="365" y="58"/>
                  <a:pt x="274" y="1"/>
                  <a:pt x="183" y="1"/>
                </a:cubicBezTo>
                <a:close/>
              </a:path>
            </a:pathLst>
          </a:custGeom>
          <a:solidFill>
            <a:srgbClr val="BC8662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4" name="Google Shape;454;p24">
            <a:extLst>
              <a:ext uri="{FF2B5EF4-FFF2-40B4-BE49-F238E27FC236}">
                <a16:creationId xmlns:a16="http://schemas.microsoft.com/office/drawing/2014/main" id="{4DAF586B-3BFF-4EE6-A702-EFA3A8DA4553}"/>
              </a:ext>
            </a:extLst>
          </p:cNvPr>
          <p:cNvSpPr>
            <a:spLocks noGrp="1"/>
          </p:cNvSpPr>
          <p:nvPr/>
        </p:nvSpPr>
        <p:spPr>
          <a:xfrm>
            <a:off x="8755521" y="4657985"/>
            <a:ext cx="11805" cy="47221"/>
          </a:xfrm>
          <a:custGeom>
            <a:avLst/>
            <a:gdLst/>
            <a:ahLst/>
            <a:cxnLst/>
            <a:rect l="l" t="t" r="r" b="b"/>
            <a:pathLst>
              <a:path w="344" h="1376">
                <a:moveTo>
                  <a:pt x="172" y="0"/>
                </a:moveTo>
                <a:cubicBezTo>
                  <a:pt x="86" y="0"/>
                  <a:pt x="1" y="57"/>
                  <a:pt x="1" y="171"/>
                </a:cubicBezTo>
                <a:lnTo>
                  <a:pt x="1" y="1221"/>
                </a:lnTo>
                <a:cubicBezTo>
                  <a:pt x="1" y="1324"/>
                  <a:pt x="86" y="1375"/>
                  <a:pt x="172" y="1375"/>
                </a:cubicBezTo>
                <a:cubicBezTo>
                  <a:pt x="257" y="1375"/>
                  <a:pt x="343" y="1324"/>
                  <a:pt x="343" y="1221"/>
                </a:cubicBezTo>
                <a:lnTo>
                  <a:pt x="343" y="171"/>
                </a:lnTo>
                <a:cubicBezTo>
                  <a:pt x="343" y="57"/>
                  <a:pt x="257" y="0"/>
                  <a:pt x="172" y="0"/>
                </a:cubicBezTo>
                <a:close/>
              </a:path>
            </a:pathLst>
          </a:custGeom>
          <a:solidFill>
            <a:srgbClr val="BC8662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5" name="Google Shape;455;p24">
            <a:extLst>
              <a:ext uri="{FF2B5EF4-FFF2-40B4-BE49-F238E27FC236}">
                <a16:creationId xmlns:a16="http://schemas.microsoft.com/office/drawing/2014/main" id="{33FE1672-1C93-401F-A612-37281CCC8211}"/>
              </a:ext>
            </a:extLst>
          </p:cNvPr>
          <p:cNvSpPr>
            <a:spLocks noGrp="1"/>
          </p:cNvSpPr>
          <p:nvPr/>
        </p:nvSpPr>
        <p:spPr>
          <a:xfrm>
            <a:off x="7322047" y="4647587"/>
            <a:ext cx="11771" cy="52128"/>
          </a:xfrm>
          <a:custGeom>
            <a:avLst/>
            <a:gdLst/>
            <a:ahLst/>
            <a:cxnLst/>
            <a:rect l="l" t="t" r="r" b="b"/>
            <a:pathLst>
              <a:path w="343" h="1519">
                <a:moveTo>
                  <a:pt x="172" y="1"/>
                </a:moveTo>
                <a:cubicBezTo>
                  <a:pt x="86" y="1"/>
                  <a:pt x="0" y="52"/>
                  <a:pt x="0" y="155"/>
                </a:cubicBezTo>
                <a:lnTo>
                  <a:pt x="0" y="1364"/>
                </a:lnTo>
                <a:cubicBezTo>
                  <a:pt x="0" y="1467"/>
                  <a:pt x="86" y="1519"/>
                  <a:pt x="172" y="1519"/>
                </a:cubicBezTo>
                <a:cubicBezTo>
                  <a:pt x="257" y="1519"/>
                  <a:pt x="343" y="1467"/>
                  <a:pt x="343" y="1364"/>
                </a:cubicBezTo>
                <a:lnTo>
                  <a:pt x="343" y="155"/>
                </a:lnTo>
                <a:cubicBezTo>
                  <a:pt x="343" y="52"/>
                  <a:pt x="257" y="1"/>
                  <a:pt x="172" y="1"/>
                </a:cubicBezTo>
                <a:close/>
              </a:path>
            </a:pathLst>
          </a:custGeom>
          <a:solidFill>
            <a:srgbClr val="BC8662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6" name="Google Shape;456;p24">
            <a:extLst>
              <a:ext uri="{FF2B5EF4-FFF2-40B4-BE49-F238E27FC236}">
                <a16:creationId xmlns:a16="http://schemas.microsoft.com/office/drawing/2014/main" id="{14BBDEA1-509E-4798-866D-A5E997E473F4}"/>
              </a:ext>
            </a:extLst>
          </p:cNvPr>
          <p:cNvSpPr>
            <a:spLocks noGrp="1"/>
          </p:cNvSpPr>
          <p:nvPr/>
        </p:nvSpPr>
        <p:spPr>
          <a:xfrm>
            <a:off x="7360415" y="4655617"/>
            <a:ext cx="11805" cy="52506"/>
          </a:xfrm>
          <a:custGeom>
            <a:avLst/>
            <a:gdLst/>
            <a:ahLst/>
            <a:cxnLst/>
            <a:rect l="l" t="t" r="r" b="b"/>
            <a:pathLst>
              <a:path w="344" h="1530">
                <a:moveTo>
                  <a:pt x="172" y="1"/>
                </a:moveTo>
                <a:cubicBezTo>
                  <a:pt x="86" y="1"/>
                  <a:pt x="1" y="58"/>
                  <a:pt x="1" y="172"/>
                </a:cubicBezTo>
                <a:lnTo>
                  <a:pt x="1" y="1359"/>
                </a:lnTo>
                <a:cubicBezTo>
                  <a:pt x="1" y="1473"/>
                  <a:pt x="86" y="1530"/>
                  <a:pt x="172" y="1530"/>
                </a:cubicBezTo>
                <a:cubicBezTo>
                  <a:pt x="258" y="1530"/>
                  <a:pt x="343" y="1473"/>
                  <a:pt x="343" y="1359"/>
                </a:cubicBezTo>
                <a:lnTo>
                  <a:pt x="343" y="172"/>
                </a:lnTo>
                <a:cubicBezTo>
                  <a:pt x="343" y="58"/>
                  <a:pt x="258" y="1"/>
                  <a:pt x="172" y="1"/>
                </a:cubicBezTo>
                <a:close/>
              </a:path>
            </a:pathLst>
          </a:custGeom>
          <a:solidFill>
            <a:srgbClr val="BC8662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7" name="Google Shape;457;p24">
            <a:extLst>
              <a:ext uri="{FF2B5EF4-FFF2-40B4-BE49-F238E27FC236}">
                <a16:creationId xmlns:a16="http://schemas.microsoft.com/office/drawing/2014/main" id="{E125BD25-4FF9-4464-B3A2-10B25C3135EE}"/>
              </a:ext>
            </a:extLst>
          </p:cNvPr>
          <p:cNvSpPr>
            <a:spLocks noGrp="1"/>
          </p:cNvSpPr>
          <p:nvPr/>
        </p:nvSpPr>
        <p:spPr>
          <a:xfrm>
            <a:off x="7172419" y="4939189"/>
            <a:ext cx="11805" cy="57997"/>
          </a:xfrm>
          <a:custGeom>
            <a:avLst/>
            <a:gdLst/>
            <a:ahLst/>
            <a:cxnLst/>
            <a:rect l="l" t="t" r="r" b="b"/>
            <a:pathLst>
              <a:path w="344" h="1690">
                <a:moveTo>
                  <a:pt x="172" y="0"/>
                </a:moveTo>
                <a:cubicBezTo>
                  <a:pt x="86" y="0"/>
                  <a:pt x="1" y="57"/>
                  <a:pt x="1" y="172"/>
                </a:cubicBezTo>
                <a:lnTo>
                  <a:pt x="1" y="1518"/>
                </a:lnTo>
                <a:cubicBezTo>
                  <a:pt x="1" y="1632"/>
                  <a:pt x="86" y="1689"/>
                  <a:pt x="172" y="1689"/>
                </a:cubicBezTo>
                <a:cubicBezTo>
                  <a:pt x="257" y="1689"/>
                  <a:pt x="343" y="1632"/>
                  <a:pt x="343" y="1518"/>
                </a:cubicBezTo>
                <a:lnTo>
                  <a:pt x="343" y="172"/>
                </a:lnTo>
                <a:cubicBezTo>
                  <a:pt x="343" y="57"/>
                  <a:pt x="257" y="0"/>
                  <a:pt x="172" y="0"/>
                </a:cubicBezTo>
                <a:close/>
              </a:path>
            </a:pathLst>
          </a:custGeom>
          <a:solidFill>
            <a:srgbClr val="BC8662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8" name="Google Shape;458;p24">
            <a:extLst>
              <a:ext uri="{FF2B5EF4-FFF2-40B4-BE49-F238E27FC236}">
                <a16:creationId xmlns:a16="http://schemas.microsoft.com/office/drawing/2014/main" id="{2EBE092D-085E-4D3A-9ACE-4EE812908BA6}"/>
              </a:ext>
            </a:extLst>
          </p:cNvPr>
          <p:cNvSpPr>
            <a:spLocks noGrp="1"/>
          </p:cNvSpPr>
          <p:nvPr/>
        </p:nvSpPr>
        <p:spPr>
          <a:xfrm>
            <a:off x="7207664" y="4944680"/>
            <a:ext cx="11805" cy="52506"/>
          </a:xfrm>
          <a:custGeom>
            <a:avLst/>
            <a:gdLst/>
            <a:ahLst/>
            <a:cxnLst/>
            <a:rect l="l" t="t" r="r" b="b"/>
            <a:pathLst>
              <a:path w="344" h="1530">
                <a:moveTo>
                  <a:pt x="172" y="0"/>
                </a:moveTo>
                <a:cubicBezTo>
                  <a:pt x="86" y="0"/>
                  <a:pt x="1" y="57"/>
                  <a:pt x="1" y="171"/>
                </a:cubicBezTo>
                <a:lnTo>
                  <a:pt x="1" y="1358"/>
                </a:lnTo>
                <a:cubicBezTo>
                  <a:pt x="1" y="1472"/>
                  <a:pt x="86" y="1529"/>
                  <a:pt x="172" y="1529"/>
                </a:cubicBezTo>
                <a:cubicBezTo>
                  <a:pt x="258" y="1529"/>
                  <a:pt x="343" y="1472"/>
                  <a:pt x="343" y="1358"/>
                </a:cubicBezTo>
                <a:lnTo>
                  <a:pt x="343" y="171"/>
                </a:lnTo>
                <a:cubicBezTo>
                  <a:pt x="343" y="57"/>
                  <a:pt x="258" y="0"/>
                  <a:pt x="172" y="0"/>
                </a:cubicBezTo>
                <a:close/>
              </a:path>
            </a:pathLst>
          </a:custGeom>
          <a:solidFill>
            <a:srgbClr val="BC8662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9" name="Google Shape;459;p24">
            <a:extLst>
              <a:ext uri="{FF2B5EF4-FFF2-40B4-BE49-F238E27FC236}">
                <a16:creationId xmlns:a16="http://schemas.microsoft.com/office/drawing/2014/main" id="{60C24D9E-5456-461D-B838-064CD6DE4772}"/>
              </a:ext>
            </a:extLst>
          </p:cNvPr>
          <p:cNvSpPr>
            <a:spLocks noGrp="1"/>
          </p:cNvSpPr>
          <p:nvPr/>
        </p:nvSpPr>
        <p:spPr>
          <a:xfrm>
            <a:off x="8804871" y="5066853"/>
            <a:ext cx="11771" cy="52540"/>
          </a:xfrm>
          <a:custGeom>
            <a:avLst/>
            <a:gdLst/>
            <a:ahLst/>
            <a:cxnLst/>
            <a:rect l="l" t="t" r="r" b="b"/>
            <a:pathLst>
              <a:path w="343" h="1531">
                <a:moveTo>
                  <a:pt x="172" y="1"/>
                </a:moveTo>
                <a:cubicBezTo>
                  <a:pt x="86" y="1"/>
                  <a:pt x="1" y="58"/>
                  <a:pt x="1" y="172"/>
                </a:cubicBezTo>
                <a:lnTo>
                  <a:pt x="1" y="1359"/>
                </a:lnTo>
                <a:cubicBezTo>
                  <a:pt x="1" y="1473"/>
                  <a:pt x="86" y="1530"/>
                  <a:pt x="172" y="1530"/>
                </a:cubicBezTo>
                <a:cubicBezTo>
                  <a:pt x="257" y="1530"/>
                  <a:pt x="343" y="1473"/>
                  <a:pt x="343" y="1359"/>
                </a:cubicBezTo>
                <a:lnTo>
                  <a:pt x="343" y="172"/>
                </a:lnTo>
                <a:cubicBezTo>
                  <a:pt x="343" y="58"/>
                  <a:pt x="257" y="1"/>
                  <a:pt x="172" y="1"/>
                </a:cubicBezTo>
                <a:close/>
              </a:path>
            </a:pathLst>
          </a:custGeom>
          <a:solidFill>
            <a:srgbClr val="BC8662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0" name="Google Shape;460;p24">
            <a:extLst>
              <a:ext uri="{FF2B5EF4-FFF2-40B4-BE49-F238E27FC236}">
                <a16:creationId xmlns:a16="http://schemas.microsoft.com/office/drawing/2014/main" id="{8990E9AC-0C71-48AF-A0D9-C272EC87D967}"/>
              </a:ext>
            </a:extLst>
          </p:cNvPr>
          <p:cNvSpPr>
            <a:spLocks noGrp="1"/>
          </p:cNvSpPr>
          <p:nvPr/>
        </p:nvSpPr>
        <p:spPr>
          <a:xfrm>
            <a:off x="8847974" y="5070010"/>
            <a:ext cx="12560" cy="47015"/>
          </a:xfrm>
          <a:custGeom>
            <a:avLst/>
            <a:gdLst/>
            <a:ahLst/>
            <a:cxnLst/>
            <a:rect l="l" t="t" r="r" b="b"/>
            <a:pathLst>
              <a:path w="366" h="1370">
                <a:moveTo>
                  <a:pt x="183" y="0"/>
                </a:moveTo>
                <a:cubicBezTo>
                  <a:pt x="91" y="0"/>
                  <a:pt x="0" y="57"/>
                  <a:pt x="0" y="171"/>
                </a:cubicBezTo>
                <a:lnTo>
                  <a:pt x="0" y="1198"/>
                </a:lnTo>
                <a:cubicBezTo>
                  <a:pt x="0" y="1313"/>
                  <a:pt x="91" y="1370"/>
                  <a:pt x="183" y="1370"/>
                </a:cubicBezTo>
                <a:cubicBezTo>
                  <a:pt x="274" y="1370"/>
                  <a:pt x="365" y="1313"/>
                  <a:pt x="365" y="1198"/>
                </a:cubicBezTo>
                <a:lnTo>
                  <a:pt x="365" y="171"/>
                </a:lnTo>
                <a:cubicBezTo>
                  <a:pt x="365" y="57"/>
                  <a:pt x="274" y="0"/>
                  <a:pt x="183" y="0"/>
                </a:cubicBezTo>
                <a:close/>
              </a:path>
            </a:pathLst>
          </a:custGeom>
          <a:solidFill>
            <a:srgbClr val="BC8662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1" name="Google Shape;461;p24">
            <a:extLst>
              <a:ext uri="{FF2B5EF4-FFF2-40B4-BE49-F238E27FC236}">
                <a16:creationId xmlns:a16="http://schemas.microsoft.com/office/drawing/2014/main" id="{C574810B-1563-4C56-87AD-980FACF21AC4}"/>
              </a:ext>
            </a:extLst>
          </p:cNvPr>
          <p:cNvSpPr>
            <a:spLocks noGrp="1"/>
          </p:cNvSpPr>
          <p:nvPr/>
        </p:nvSpPr>
        <p:spPr>
          <a:xfrm>
            <a:off x="8036450" y="3930850"/>
            <a:ext cx="11771" cy="49589"/>
          </a:xfrm>
          <a:custGeom>
            <a:avLst/>
            <a:gdLst/>
            <a:ahLst/>
            <a:cxnLst/>
            <a:rect l="l" t="t" r="r" b="b"/>
            <a:pathLst>
              <a:path w="343" h="1445">
                <a:moveTo>
                  <a:pt x="171" y="1"/>
                </a:moveTo>
                <a:cubicBezTo>
                  <a:pt x="86" y="1"/>
                  <a:pt x="0" y="52"/>
                  <a:pt x="0" y="155"/>
                </a:cubicBezTo>
                <a:lnTo>
                  <a:pt x="0" y="1273"/>
                </a:lnTo>
                <a:cubicBezTo>
                  <a:pt x="0" y="1387"/>
                  <a:pt x="86" y="1444"/>
                  <a:pt x="171" y="1444"/>
                </a:cubicBezTo>
                <a:cubicBezTo>
                  <a:pt x="257" y="1444"/>
                  <a:pt x="342" y="1387"/>
                  <a:pt x="342" y="1273"/>
                </a:cubicBezTo>
                <a:lnTo>
                  <a:pt x="342" y="155"/>
                </a:lnTo>
                <a:cubicBezTo>
                  <a:pt x="342" y="52"/>
                  <a:pt x="257" y="1"/>
                  <a:pt x="171" y="1"/>
                </a:cubicBezTo>
                <a:close/>
              </a:path>
            </a:pathLst>
          </a:custGeom>
          <a:solidFill>
            <a:srgbClr val="BC8662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2" name="Google Shape;462;p24">
            <a:extLst>
              <a:ext uri="{FF2B5EF4-FFF2-40B4-BE49-F238E27FC236}">
                <a16:creationId xmlns:a16="http://schemas.microsoft.com/office/drawing/2014/main" id="{DC691B1B-CE82-4F5F-B94B-FF026CE1463F}"/>
              </a:ext>
            </a:extLst>
          </p:cNvPr>
          <p:cNvSpPr>
            <a:spLocks noGrp="1"/>
          </p:cNvSpPr>
          <p:nvPr/>
        </p:nvSpPr>
        <p:spPr>
          <a:xfrm>
            <a:off x="8066204" y="3941248"/>
            <a:ext cx="11771" cy="39191"/>
          </a:xfrm>
          <a:custGeom>
            <a:avLst/>
            <a:gdLst/>
            <a:ahLst/>
            <a:cxnLst/>
            <a:rect l="l" t="t" r="r" b="b"/>
            <a:pathLst>
              <a:path w="343" h="1142">
                <a:moveTo>
                  <a:pt x="172" y="0"/>
                </a:moveTo>
                <a:cubicBezTo>
                  <a:pt x="86" y="0"/>
                  <a:pt x="0" y="57"/>
                  <a:pt x="0" y="171"/>
                </a:cubicBezTo>
                <a:lnTo>
                  <a:pt x="0" y="970"/>
                </a:lnTo>
                <a:cubicBezTo>
                  <a:pt x="0" y="1084"/>
                  <a:pt x="86" y="1141"/>
                  <a:pt x="172" y="1141"/>
                </a:cubicBezTo>
                <a:cubicBezTo>
                  <a:pt x="257" y="1141"/>
                  <a:pt x="343" y="1084"/>
                  <a:pt x="343" y="970"/>
                </a:cubicBezTo>
                <a:lnTo>
                  <a:pt x="343" y="171"/>
                </a:lnTo>
                <a:cubicBezTo>
                  <a:pt x="343" y="57"/>
                  <a:pt x="257" y="0"/>
                  <a:pt x="172" y="0"/>
                </a:cubicBezTo>
                <a:close/>
              </a:path>
            </a:pathLst>
          </a:custGeom>
          <a:solidFill>
            <a:srgbClr val="BC8662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3" name="Google Shape;463;p24">
            <a:extLst>
              <a:ext uri="{FF2B5EF4-FFF2-40B4-BE49-F238E27FC236}">
                <a16:creationId xmlns:a16="http://schemas.microsoft.com/office/drawing/2014/main" id="{98B17F50-90C3-47F8-B5A9-A0834EA2FD67}"/>
              </a:ext>
            </a:extLst>
          </p:cNvPr>
          <p:cNvSpPr>
            <a:spLocks noGrp="1"/>
          </p:cNvSpPr>
          <p:nvPr/>
        </p:nvSpPr>
        <p:spPr>
          <a:xfrm>
            <a:off x="7580532" y="4794675"/>
            <a:ext cx="10227" cy="44681"/>
          </a:xfrm>
          <a:custGeom>
            <a:avLst/>
            <a:gdLst/>
            <a:ahLst/>
            <a:cxnLst/>
            <a:rect l="l" t="t" r="r" b="b"/>
            <a:pathLst>
              <a:path w="298" h="1302">
                <a:moveTo>
                  <a:pt x="149" y="0"/>
                </a:moveTo>
                <a:cubicBezTo>
                  <a:pt x="75" y="0"/>
                  <a:pt x="1" y="46"/>
                  <a:pt x="1" y="137"/>
                </a:cubicBezTo>
                <a:lnTo>
                  <a:pt x="1" y="1164"/>
                </a:lnTo>
                <a:cubicBezTo>
                  <a:pt x="1" y="1255"/>
                  <a:pt x="75" y="1301"/>
                  <a:pt x="149" y="1301"/>
                </a:cubicBezTo>
                <a:cubicBezTo>
                  <a:pt x="223" y="1301"/>
                  <a:pt x="297" y="1255"/>
                  <a:pt x="297" y="1164"/>
                </a:cubicBezTo>
                <a:lnTo>
                  <a:pt x="297" y="137"/>
                </a:lnTo>
                <a:cubicBezTo>
                  <a:pt x="297" y="46"/>
                  <a:pt x="223" y="0"/>
                  <a:pt x="149" y="0"/>
                </a:cubicBezTo>
                <a:close/>
              </a:path>
            </a:pathLst>
          </a:custGeom>
          <a:solidFill>
            <a:srgbClr val="9B633D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4" name="Google Shape;464;p24">
            <a:extLst>
              <a:ext uri="{FF2B5EF4-FFF2-40B4-BE49-F238E27FC236}">
                <a16:creationId xmlns:a16="http://schemas.microsoft.com/office/drawing/2014/main" id="{13727937-4537-44A5-84EE-766558258917}"/>
              </a:ext>
            </a:extLst>
          </p:cNvPr>
          <p:cNvSpPr>
            <a:spLocks noGrp="1"/>
          </p:cNvSpPr>
          <p:nvPr/>
        </p:nvSpPr>
        <p:spPr>
          <a:xfrm>
            <a:off x="7628338" y="4794675"/>
            <a:ext cx="9403" cy="36823"/>
          </a:xfrm>
          <a:custGeom>
            <a:avLst/>
            <a:gdLst/>
            <a:ahLst/>
            <a:cxnLst/>
            <a:rect l="l" t="t" r="r" b="b"/>
            <a:pathLst>
              <a:path w="274" h="1073">
                <a:moveTo>
                  <a:pt x="137" y="0"/>
                </a:moveTo>
                <a:cubicBezTo>
                  <a:pt x="69" y="0"/>
                  <a:pt x="0" y="46"/>
                  <a:pt x="0" y="137"/>
                </a:cubicBezTo>
                <a:lnTo>
                  <a:pt x="0" y="936"/>
                </a:lnTo>
                <a:cubicBezTo>
                  <a:pt x="0" y="1027"/>
                  <a:pt x="69" y="1073"/>
                  <a:pt x="137" y="1073"/>
                </a:cubicBezTo>
                <a:cubicBezTo>
                  <a:pt x="205" y="1073"/>
                  <a:pt x="274" y="1027"/>
                  <a:pt x="274" y="936"/>
                </a:cubicBezTo>
                <a:lnTo>
                  <a:pt x="274" y="137"/>
                </a:lnTo>
                <a:cubicBezTo>
                  <a:pt x="274" y="46"/>
                  <a:pt x="205" y="0"/>
                  <a:pt x="137" y="0"/>
                </a:cubicBezTo>
                <a:close/>
              </a:path>
            </a:pathLst>
          </a:custGeom>
          <a:solidFill>
            <a:srgbClr val="9B633D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6" name="Google Shape;466;p24">
            <a:extLst>
              <a:ext uri="{FF2B5EF4-FFF2-40B4-BE49-F238E27FC236}">
                <a16:creationId xmlns:a16="http://schemas.microsoft.com/office/drawing/2014/main" id="{02800B13-7630-4594-8FC3-26FEA52BB5C3}"/>
              </a:ext>
            </a:extLst>
          </p:cNvPr>
          <p:cNvSpPr>
            <a:spLocks noGrp="1"/>
          </p:cNvSpPr>
          <p:nvPr/>
        </p:nvSpPr>
        <p:spPr>
          <a:xfrm>
            <a:off x="8267893" y="1920039"/>
            <a:ext cx="890265" cy="685355"/>
          </a:xfrm>
          <a:custGeom>
            <a:avLst/>
            <a:gdLst/>
            <a:ahLst/>
            <a:cxnLst/>
            <a:rect l="l" t="t" r="r" b="b"/>
            <a:pathLst>
              <a:path w="25942" h="19971">
                <a:moveTo>
                  <a:pt x="9705" y="1"/>
                </a:moveTo>
                <a:cubicBezTo>
                  <a:pt x="7527" y="1"/>
                  <a:pt x="5973" y="655"/>
                  <a:pt x="8435" y="3009"/>
                </a:cubicBezTo>
                <a:cubicBezTo>
                  <a:pt x="10695" y="5086"/>
                  <a:pt x="14849" y="6638"/>
                  <a:pt x="17770" y="7505"/>
                </a:cubicBezTo>
                <a:cubicBezTo>
                  <a:pt x="16612" y="7411"/>
                  <a:pt x="11802" y="6606"/>
                  <a:pt x="7521" y="6606"/>
                </a:cubicBezTo>
                <a:cubicBezTo>
                  <a:pt x="3532" y="6606"/>
                  <a:pt x="1" y="7304"/>
                  <a:pt x="309" y="9925"/>
                </a:cubicBezTo>
                <a:cubicBezTo>
                  <a:pt x="574" y="12205"/>
                  <a:pt x="8728" y="12815"/>
                  <a:pt x="14639" y="12815"/>
                </a:cubicBezTo>
                <a:cubicBezTo>
                  <a:pt x="16359" y="12815"/>
                  <a:pt x="17889" y="12764"/>
                  <a:pt x="18980" y="12686"/>
                </a:cubicBezTo>
                <a:lnTo>
                  <a:pt x="18980" y="12686"/>
                </a:lnTo>
                <a:cubicBezTo>
                  <a:pt x="14324" y="14421"/>
                  <a:pt x="9142" y="14946"/>
                  <a:pt x="6015" y="15631"/>
                </a:cubicBezTo>
                <a:cubicBezTo>
                  <a:pt x="905" y="16609"/>
                  <a:pt x="1306" y="19970"/>
                  <a:pt x="6427" y="19970"/>
                </a:cubicBezTo>
                <a:cubicBezTo>
                  <a:pt x="6682" y="19970"/>
                  <a:pt x="6948" y="19962"/>
                  <a:pt x="7225" y="19945"/>
                </a:cubicBezTo>
                <a:cubicBezTo>
                  <a:pt x="12931" y="19625"/>
                  <a:pt x="19893" y="18347"/>
                  <a:pt x="25942" y="17023"/>
                </a:cubicBezTo>
                <a:lnTo>
                  <a:pt x="25942" y="4629"/>
                </a:lnTo>
                <a:cubicBezTo>
                  <a:pt x="22016" y="3077"/>
                  <a:pt x="17702" y="1799"/>
                  <a:pt x="13981" y="589"/>
                </a:cubicBezTo>
                <a:cubicBezTo>
                  <a:pt x="12996" y="310"/>
                  <a:pt x="11203" y="1"/>
                  <a:pt x="9705" y="1"/>
                </a:cubicBezTo>
                <a:close/>
              </a:path>
            </a:pathLst>
          </a:custGeom>
          <a:solidFill>
            <a:srgbClr val="FF8888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7" name="Google Shape;467;p24">
            <a:extLst>
              <a:ext uri="{FF2B5EF4-FFF2-40B4-BE49-F238E27FC236}">
                <a16:creationId xmlns:a16="http://schemas.microsoft.com/office/drawing/2014/main" id="{20F7389F-0AD2-43C0-BB45-D064B7E49BE6}"/>
              </a:ext>
            </a:extLst>
          </p:cNvPr>
          <p:cNvSpPr>
            <a:spLocks noGrp="1"/>
          </p:cNvSpPr>
          <p:nvPr/>
        </p:nvSpPr>
        <p:spPr>
          <a:xfrm>
            <a:off x="8600128" y="1969526"/>
            <a:ext cx="558037" cy="233153"/>
          </a:xfrm>
          <a:custGeom>
            <a:avLst/>
            <a:gdLst/>
            <a:ahLst/>
            <a:cxnLst/>
            <a:rect l="l" t="t" r="r" b="b"/>
            <a:pathLst>
              <a:path w="16261" h="6794">
                <a:moveTo>
                  <a:pt x="487" y="1"/>
                </a:moveTo>
                <a:cubicBezTo>
                  <a:pt x="190" y="1"/>
                  <a:pt x="1" y="463"/>
                  <a:pt x="306" y="653"/>
                </a:cubicBezTo>
                <a:cubicBezTo>
                  <a:pt x="5031" y="3712"/>
                  <a:pt x="10646" y="5675"/>
                  <a:pt x="16261" y="6793"/>
                </a:cubicBezTo>
                <a:lnTo>
                  <a:pt x="16261" y="6086"/>
                </a:lnTo>
                <a:cubicBezTo>
                  <a:pt x="10760" y="4967"/>
                  <a:pt x="5282" y="3027"/>
                  <a:pt x="671" y="60"/>
                </a:cubicBezTo>
                <a:cubicBezTo>
                  <a:pt x="607" y="19"/>
                  <a:pt x="545" y="1"/>
                  <a:pt x="487" y="1"/>
                </a:cubicBezTo>
                <a:close/>
              </a:path>
            </a:pathLst>
          </a:custGeom>
          <a:solidFill>
            <a:srgbClr val="A5515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8" name="Google Shape;468;p24">
            <a:extLst>
              <a:ext uri="{FF2B5EF4-FFF2-40B4-BE49-F238E27FC236}">
                <a16:creationId xmlns:a16="http://schemas.microsoft.com/office/drawing/2014/main" id="{BB5DF6DB-7C29-47E7-9BA5-676BFD541AD7}"/>
              </a:ext>
            </a:extLst>
          </p:cNvPr>
          <p:cNvSpPr>
            <a:spLocks noGrp="1"/>
          </p:cNvSpPr>
          <p:nvPr/>
        </p:nvSpPr>
        <p:spPr>
          <a:xfrm>
            <a:off x="8352110" y="2225369"/>
            <a:ext cx="806049" cy="51716"/>
          </a:xfrm>
          <a:custGeom>
            <a:avLst/>
            <a:gdLst/>
            <a:ahLst/>
            <a:cxnLst/>
            <a:rect l="l" t="t" r="r" b="b"/>
            <a:pathLst>
              <a:path w="23488" h="1507">
                <a:moveTo>
                  <a:pt x="11990" y="0"/>
                </a:moveTo>
                <a:cubicBezTo>
                  <a:pt x="8126" y="0"/>
                  <a:pt x="4258" y="160"/>
                  <a:pt x="457" y="160"/>
                </a:cubicBezTo>
                <a:cubicBezTo>
                  <a:pt x="1" y="160"/>
                  <a:pt x="1" y="868"/>
                  <a:pt x="457" y="868"/>
                </a:cubicBezTo>
                <a:cubicBezTo>
                  <a:pt x="4258" y="856"/>
                  <a:pt x="8126" y="691"/>
                  <a:pt x="11990" y="691"/>
                </a:cubicBezTo>
                <a:cubicBezTo>
                  <a:pt x="15853" y="691"/>
                  <a:pt x="19710" y="856"/>
                  <a:pt x="23488" y="1507"/>
                </a:cubicBezTo>
                <a:lnTo>
                  <a:pt x="23488" y="799"/>
                </a:lnTo>
                <a:cubicBezTo>
                  <a:pt x="19710" y="160"/>
                  <a:pt x="15853" y="0"/>
                  <a:pt x="11990" y="0"/>
                </a:cubicBezTo>
                <a:close/>
              </a:path>
            </a:pathLst>
          </a:custGeom>
          <a:solidFill>
            <a:srgbClr val="A5515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9" name="Google Shape;469;p24">
            <a:extLst>
              <a:ext uri="{FF2B5EF4-FFF2-40B4-BE49-F238E27FC236}">
                <a16:creationId xmlns:a16="http://schemas.microsoft.com/office/drawing/2014/main" id="{EEC16FD8-1E76-452A-8051-48FCE4C6B38E}"/>
              </a:ext>
            </a:extLst>
          </p:cNvPr>
          <p:cNvSpPr>
            <a:spLocks noGrp="1"/>
          </p:cNvSpPr>
          <p:nvPr/>
        </p:nvSpPr>
        <p:spPr>
          <a:xfrm>
            <a:off x="8480529" y="2421189"/>
            <a:ext cx="677633" cy="130235"/>
          </a:xfrm>
          <a:custGeom>
            <a:avLst/>
            <a:gdLst/>
            <a:ahLst/>
            <a:cxnLst/>
            <a:rect l="l" t="t" r="r" b="b"/>
            <a:pathLst>
              <a:path w="19746" h="3795">
                <a:moveTo>
                  <a:pt x="19746" y="1"/>
                </a:moveTo>
                <a:cubicBezTo>
                  <a:pt x="13241" y="503"/>
                  <a:pt x="6850" y="1872"/>
                  <a:pt x="413" y="3105"/>
                </a:cubicBezTo>
                <a:cubicBezTo>
                  <a:pt x="0" y="3192"/>
                  <a:pt x="145" y="3795"/>
                  <a:pt x="553" y="3795"/>
                </a:cubicBezTo>
                <a:cubicBezTo>
                  <a:pt x="574" y="3795"/>
                  <a:pt x="596" y="3793"/>
                  <a:pt x="618" y="3790"/>
                </a:cubicBezTo>
                <a:cubicBezTo>
                  <a:pt x="6964" y="2557"/>
                  <a:pt x="13309" y="1188"/>
                  <a:pt x="19746" y="708"/>
                </a:cubicBezTo>
                <a:lnTo>
                  <a:pt x="19746" y="1"/>
                </a:lnTo>
                <a:close/>
              </a:path>
            </a:pathLst>
          </a:custGeom>
          <a:solidFill>
            <a:srgbClr val="A5515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0" name="Google Shape;470;p24">
            <a:extLst>
              <a:ext uri="{FF2B5EF4-FFF2-40B4-BE49-F238E27FC236}">
                <a16:creationId xmlns:a16="http://schemas.microsoft.com/office/drawing/2014/main" id="{40E143C4-5ABA-456F-B450-AAC863FC7CD9}"/>
              </a:ext>
            </a:extLst>
          </p:cNvPr>
          <p:cNvSpPr>
            <a:spLocks noGrp="1"/>
          </p:cNvSpPr>
          <p:nvPr/>
        </p:nvSpPr>
        <p:spPr>
          <a:xfrm>
            <a:off x="8675456" y="2081884"/>
            <a:ext cx="482710" cy="421247"/>
          </a:xfrm>
          <a:custGeom>
            <a:avLst/>
            <a:gdLst/>
            <a:ahLst/>
            <a:cxnLst/>
            <a:rect l="l" t="t" r="r" b="b"/>
            <a:pathLst>
              <a:path w="14066" h="12275">
                <a:moveTo>
                  <a:pt x="5947" y="1"/>
                </a:moveTo>
                <a:cubicBezTo>
                  <a:pt x="4617" y="1"/>
                  <a:pt x="3672" y="406"/>
                  <a:pt x="5187" y="1853"/>
                </a:cubicBezTo>
                <a:cubicBezTo>
                  <a:pt x="6556" y="3131"/>
                  <a:pt x="9113" y="4090"/>
                  <a:pt x="10916" y="4615"/>
                </a:cubicBezTo>
                <a:cubicBezTo>
                  <a:pt x="10195" y="4556"/>
                  <a:pt x="7242" y="4063"/>
                  <a:pt x="4615" y="4063"/>
                </a:cubicBezTo>
                <a:cubicBezTo>
                  <a:pt x="2167" y="4063"/>
                  <a:pt x="1" y="4491"/>
                  <a:pt x="188" y="6099"/>
                </a:cubicBezTo>
                <a:cubicBezTo>
                  <a:pt x="346" y="7488"/>
                  <a:pt x="5300" y="7875"/>
                  <a:pt x="8923" y="7875"/>
                </a:cubicBezTo>
                <a:cubicBezTo>
                  <a:pt x="10003" y="7875"/>
                  <a:pt x="10965" y="7840"/>
                  <a:pt x="11646" y="7788"/>
                </a:cubicBezTo>
                <a:lnTo>
                  <a:pt x="11646" y="7788"/>
                </a:lnTo>
                <a:cubicBezTo>
                  <a:pt x="8793" y="8861"/>
                  <a:pt x="5598" y="9180"/>
                  <a:pt x="3680" y="9591"/>
                </a:cubicBezTo>
                <a:cubicBezTo>
                  <a:pt x="537" y="10202"/>
                  <a:pt x="796" y="12275"/>
                  <a:pt x="3980" y="12275"/>
                </a:cubicBezTo>
                <a:cubicBezTo>
                  <a:pt x="4125" y="12275"/>
                  <a:pt x="4276" y="12271"/>
                  <a:pt x="4434" y="12262"/>
                </a:cubicBezTo>
                <a:cubicBezTo>
                  <a:pt x="7355" y="12079"/>
                  <a:pt x="10825" y="11508"/>
                  <a:pt x="14066" y="10846"/>
                </a:cubicBezTo>
                <a:lnTo>
                  <a:pt x="14066" y="2150"/>
                </a:lnTo>
                <a:cubicBezTo>
                  <a:pt x="12194" y="1511"/>
                  <a:pt x="10277" y="917"/>
                  <a:pt x="8565" y="370"/>
                </a:cubicBezTo>
                <a:cubicBezTo>
                  <a:pt x="7960" y="193"/>
                  <a:pt x="6863" y="1"/>
                  <a:pt x="5947" y="1"/>
                </a:cubicBezTo>
                <a:close/>
              </a:path>
            </a:pathLst>
          </a:custGeom>
          <a:solidFill>
            <a:srgbClr val="A53A3A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1" name="Google Shape;471;p24">
            <a:extLst>
              <a:ext uri="{FF2B5EF4-FFF2-40B4-BE49-F238E27FC236}">
                <a16:creationId xmlns:a16="http://schemas.microsoft.com/office/drawing/2014/main" id="{D561688B-71FE-4BE2-84BE-B815A35D54CD}"/>
              </a:ext>
            </a:extLst>
          </p:cNvPr>
          <p:cNvSpPr>
            <a:spLocks noGrp="1"/>
          </p:cNvSpPr>
          <p:nvPr/>
        </p:nvSpPr>
        <p:spPr>
          <a:xfrm>
            <a:off x="1847835" y="4393908"/>
            <a:ext cx="849461" cy="672726"/>
          </a:xfrm>
          <a:custGeom>
            <a:avLst/>
            <a:gdLst/>
            <a:ahLst/>
            <a:cxnLst/>
            <a:rect l="l" t="t" r="r" b="b"/>
            <a:pathLst>
              <a:path w="24753" h="19603">
                <a:moveTo>
                  <a:pt x="9154" y="0"/>
                </a:moveTo>
                <a:cubicBezTo>
                  <a:pt x="7784" y="0"/>
                  <a:pt x="6757" y="2694"/>
                  <a:pt x="6301" y="3629"/>
                </a:cubicBezTo>
                <a:cubicBezTo>
                  <a:pt x="4064" y="8446"/>
                  <a:pt x="2306" y="13444"/>
                  <a:pt x="1" y="18260"/>
                </a:cubicBezTo>
                <a:lnTo>
                  <a:pt x="92" y="19561"/>
                </a:lnTo>
                <a:cubicBezTo>
                  <a:pt x="1507" y="19561"/>
                  <a:pt x="3217" y="19602"/>
                  <a:pt x="4828" y="19602"/>
                </a:cubicBezTo>
                <a:cubicBezTo>
                  <a:pt x="5634" y="19602"/>
                  <a:pt x="6415" y="19592"/>
                  <a:pt x="7122" y="19561"/>
                </a:cubicBezTo>
                <a:cubicBezTo>
                  <a:pt x="12030" y="19379"/>
                  <a:pt x="16663" y="19196"/>
                  <a:pt x="21206" y="17530"/>
                </a:cubicBezTo>
                <a:cubicBezTo>
                  <a:pt x="24752" y="16251"/>
                  <a:pt x="24634" y="13625"/>
                  <a:pt x="20939" y="13625"/>
                </a:cubicBezTo>
                <a:cubicBezTo>
                  <a:pt x="20877" y="13625"/>
                  <a:pt x="20814" y="13625"/>
                  <a:pt x="20749" y="13627"/>
                </a:cubicBezTo>
                <a:cubicBezTo>
                  <a:pt x="18464" y="13710"/>
                  <a:pt x="14967" y="15250"/>
                  <a:pt x="12534" y="15250"/>
                </a:cubicBezTo>
                <a:cubicBezTo>
                  <a:pt x="12294" y="15250"/>
                  <a:pt x="12064" y="15235"/>
                  <a:pt x="11847" y="15202"/>
                </a:cubicBezTo>
                <a:cubicBezTo>
                  <a:pt x="14449" y="14083"/>
                  <a:pt x="17234" y="12235"/>
                  <a:pt x="19083" y="11116"/>
                </a:cubicBezTo>
                <a:cubicBezTo>
                  <a:pt x="20201" y="10386"/>
                  <a:pt x="24629" y="7784"/>
                  <a:pt x="21571" y="6962"/>
                </a:cubicBezTo>
                <a:cubicBezTo>
                  <a:pt x="21299" y="6874"/>
                  <a:pt x="21025" y="6835"/>
                  <a:pt x="20751" y="6835"/>
                </a:cubicBezTo>
                <a:cubicBezTo>
                  <a:pt x="19248" y="6835"/>
                  <a:pt x="17721" y="8005"/>
                  <a:pt x="16389" y="8719"/>
                </a:cubicBezTo>
                <a:cubicBezTo>
                  <a:pt x="14358" y="9747"/>
                  <a:pt x="11573" y="11869"/>
                  <a:pt x="9542" y="12600"/>
                </a:cubicBezTo>
                <a:cubicBezTo>
                  <a:pt x="11117" y="10842"/>
                  <a:pt x="12418" y="8811"/>
                  <a:pt x="13879" y="6962"/>
                </a:cubicBezTo>
                <a:cubicBezTo>
                  <a:pt x="14723" y="5935"/>
                  <a:pt x="17873" y="3264"/>
                  <a:pt x="15933" y="2055"/>
                </a:cubicBezTo>
                <a:cubicBezTo>
                  <a:pt x="15722" y="1922"/>
                  <a:pt x="15498" y="1861"/>
                  <a:pt x="15262" y="1861"/>
                </a:cubicBezTo>
                <a:cubicBezTo>
                  <a:pt x="12689" y="1861"/>
                  <a:pt x="8762" y="9133"/>
                  <a:pt x="6483" y="10660"/>
                </a:cubicBezTo>
                <a:cubicBezTo>
                  <a:pt x="7876" y="7966"/>
                  <a:pt x="8606" y="5478"/>
                  <a:pt x="9542" y="3059"/>
                </a:cubicBezTo>
                <a:cubicBezTo>
                  <a:pt x="9816" y="2146"/>
                  <a:pt x="10637" y="0"/>
                  <a:pt x="9154" y="0"/>
                </a:cubicBezTo>
                <a:close/>
              </a:path>
            </a:pathLst>
          </a:custGeom>
          <a:solidFill>
            <a:srgbClr val="FFDB6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2" name="Google Shape;472;p24">
            <a:extLst>
              <a:ext uri="{FF2B5EF4-FFF2-40B4-BE49-F238E27FC236}">
                <a16:creationId xmlns:a16="http://schemas.microsoft.com/office/drawing/2014/main" id="{6D788721-2E13-4C2C-877E-7910390946DA}"/>
              </a:ext>
            </a:extLst>
          </p:cNvPr>
          <p:cNvSpPr>
            <a:spLocks noGrp="1"/>
          </p:cNvSpPr>
          <p:nvPr/>
        </p:nvSpPr>
        <p:spPr>
          <a:xfrm>
            <a:off x="1836338" y="4678063"/>
            <a:ext cx="715211" cy="388817"/>
          </a:xfrm>
          <a:custGeom>
            <a:avLst/>
            <a:gdLst/>
            <a:ahLst/>
            <a:cxnLst/>
            <a:rect l="l" t="t" r="r" b="b"/>
            <a:pathLst>
              <a:path w="20841" h="11330">
                <a:moveTo>
                  <a:pt x="20347" y="0"/>
                </a:moveTo>
                <a:cubicBezTo>
                  <a:pt x="20292" y="0"/>
                  <a:pt x="20232" y="16"/>
                  <a:pt x="20171" y="51"/>
                </a:cubicBezTo>
                <a:cubicBezTo>
                  <a:pt x="16451" y="2151"/>
                  <a:pt x="12662" y="4137"/>
                  <a:pt x="8987" y="6328"/>
                </a:cubicBezTo>
                <a:cubicBezTo>
                  <a:pt x="7252" y="7378"/>
                  <a:pt x="5426" y="8360"/>
                  <a:pt x="3531" y="9113"/>
                </a:cubicBezTo>
                <a:cubicBezTo>
                  <a:pt x="2413" y="9570"/>
                  <a:pt x="1180" y="9958"/>
                  <a:pt x="267" y="10756"/>
                </a:cubicBezTo>
                <a:cubicBezTo>
                  <a:pt x="1" y="10987"/>
                  <a:pt x="246" y="11329"/>
                  <a:pt x="519" y="11329"/>
                </a:cubicBezTo>
                <a:cubicBezTo>
                  <a:pt x="596" y="11329"/>
                  <a:pt x="676" y="11302"/>
                  <a:pt x="747" y="11236"/>
                </a:cubicBezTo>
                <a:cubicBezTo>
                  <a:pt x="1797" y="10346"/>
                  <a:pt x="3235" y="10026"/>
                  <a:pt x="4467" y="9478"/>
                </a:cubicBezTo>
                <a:cubicBezTo>
                  <a:pt x="6293" y="8679"/>
                  <a:pt x="8074" y="7698"/>
                  <a:pt x="9786" y="6671"/>
                </a:cubicBezTo>
                <a:cubicBezTo>
                  <a:pt x="13301" y="4548"/>
                  <a:pt x="16953" y="2654"/>
                  <a:pt x="20513" y="645"/>
                </a:cubicBezTo>
                <a:cubicBezTo>
                  <a:pt x="20841" y="452"/>
                  <a:pt x="20648" y="0"/>
                  <a:pt x="20347" y="0"/>
                </a:cubicBezTo>
                <a:close/>
              </a:path>
            </a:pathLst>
          </a:custGeom>
          <a:solidFill>
            <a:srgbClr val="FFA522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3" name="Google Shape;473;p24">
            <a:extLst>
              <a:ext uri="{FF2B5EF4-FFF2-40B4-BE49-F238E27FC236}">
                <a16:creationId xmlns:a16="http://schemas.microsoft.com/office/drawing/2014/main" id="{C9BAD19E-D95E-4112-B03F-C02C841D8701}"/>
              </a:ext>
            </a:extLst>
          </p:cNvPr>
          <p:cNvSpPr>
            <a:spLocks noGrp="1"/>
          </p:cNvSpPr>
          <p:nvPr/>
        </p:nvSpPr>
        <p:spPr>
          <a:xfrm>
            <a:off x="1833147" y="4518757"/>
            <a:ext cx="520562" cy="544893"/>
          </a:xfrm>
          <a:custGeom>
            <a:avLst/>
            <a:gdLst/>
            <a:ahLst/>
            <a:cxnLst/>
            <a:rect l="l" t="t" r="r" b="b"/>
            <a:pathLst>
              <a:path w="15169" h="15878">
                <a:moveTo>
                  <a:pt x="14670" y="0"/>
                </a:moveTo>
                <a:cubicBezTo>
                  <a:pt x="14592" y="0"/>
                  <a:pt x="14512" y="32"/>
                  <a:pt x="14444" y="106"/>
                </a:cubicBezTo>
                <a:cubicBezTo>
                  <a:pt x="12070" y="2662"/>
                  <a:pt x="9810" y="5310"/>
                  <a:pt x="7710" y="8049"/>
                </a:cubicBezTo>
                <a:cubicBezTo>
                  <a:pt x="5519" y="10902"/>
                  <a:pt x="3031" y="13047"/>
                  <a:pt x="269" y="15307"/>
                </a:cubicBezTo>
                <a:cubicBezTo>
                  <a:pt x="1" y="15522"/>
                  <a:pt x="238" y="15877"/>
                  <a:pt x="518" y="15877"/>
                </a:cubicBezTo>
                <a:cubicBezTo>
                  <a:pt x="594" y="15877"/>
                  <a:pt x="675" y="15850"/>
                  <a:pt x="748" y="15787"/>
                </a:cubicBezTo>
                <a:cubicBezTo>
                  <a:pt x="3099" y="13892"/>
                  <a:pt x="5542" y="12066"/>
                  <a:pt x="7368" y="9624"/>
                </a:cubicBezTo>
                <a:cubicBezTo>
                  <a:pt x="9742" y="6497"/>
                  <a:pt x="12252" y="3484"/>
                  <a:pt x="14923" y="608"/>
                </a:cubicBezTo>
                <a:cubicBezTo>
                  <a:pt x="15169" y="345"/>
                  <a:pt x="14929" y="0"/>
                  <a:pt x="14670" y="0"/>
                </a:cubicBezTo>
                <a:close/>
              </a:path>
            </a:pathLst>
          </a:custGeom>
          <a:solidFill>
            <a:srgbClr val="FFA522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4" name="Google Shape;474;p24">
            <a:extLst>
              <a:ext uri="{FF2B5EF4-FFF2-40B4-BE49-F238E27FC236}">
                <a16:creationId xmlns:a16="http://schemas.microsoft.com/office/drawing/2014/main" id="{179192AA-C2DF-4E08-A383-71F55B73A9EB}"/>
              </a:ext>
            </a:extLst>
          </p:cNvPr>
          <p:cNvSpPr>
            <a:spLocks noGrp="1"/>
          </p:cNvSpPr>
          <p:nvPr/>
        </p:nvSpPr>
        <p:spPr>
          <a:xfrm>
            <a:off x="1835240" y="4443189"/>
            <a:ext cx="318947" cy="611984"/>
          </a:xfrm>
          <a:custGeom>
            <a:avLst/>
            <a:gdLst/>
            <a:ahLst/>
            <a:cxnLst/>
            <a:rect l="l" t="t" r="r" b="b"/>
            <a:pathLst>
              <a:path w="9294" h="17833">
                <a:moveTo>
                  <a:pt x="8862" y="0"/>
                </a:moveTo>
                <a:cubicBezTo>
                  <a:pt x="8726" y="0"/>
                  <a:pt x="8593" y="70"/>
                  <a:pt x="8539" y="230"/>
                </a:cubicBezTo>
                <a:cubicBezTo>
                  <a:pt x="7672" y="3243"/>
                  <a:pt x="6029" y="5914"/>
                  <a:pt x="4842" y="8790"/>
                </a:cubicBezTo>
                <a:cubicBezTo>
                  <a:pt x="3586" y="11780"/>
                  <a:pt x="2285" y="14702"/>
                  <a:pt x="208" y="17235"/>
                </a:cubicBezTo>
                <a:cubicBezTo>
                  <a:pt x="1" y="17495"/>
                  <a:pt x="225" y="17832"/>
                  <a:pt x="465" y="17832"/>
                </a:cubicBezTo>
                <a:cubicBezTo>
                  <a:pt x="542" y="17832"/>
                  <a:pt x="621" y="17798"/>
                  <a:pt x="687" y="17715"/>
                </a:cubicBezTo>
                <a:cubicBezTo>
                  <a:pt x="2650" y="15364"/>
                  <a:pt x="3974" y="12670"/>
                  <a:pt x="5138" y="9863"/>
                </a:cubicBezTo>
                <a:cubicBezTo>
                  <a:pt x="6462" y="6690"/>
                  <a:pt x="8265" y="3723"/>
                  <a:pt x="9224" y="436"/>
                </a:cubicBezTo>
                <a:cubicBezTo>
                  <a:pt x="9294" y="171"/>
                  <a:pt x="9075" y="0"/>
                  <a:pt x="8862" y="0"/>
                </a:cubicBezTo>
                <a:close/>
              </a:path>
            </a:pathLst>
          </a:custGeom>
          <a:solidFill>
            <a:srgbClr val="FFA522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5" name="Google Shape;475;p24">
            <a:extLst>
              <a:ext uri="{FF2B5EF4-FFF2-40B4-BE49-F238E27FC236}">
                <a16:creationId xmlns:a16="http://schemas.microsoft.com/office/drawing/2014/main" id="{B70FD6BB-0CA8-4A6C-AA5B-BE5B0042463C}"/>
              </a:ext>
            </a:extLst>
          </p:cNvPr>
          <p:cNvSpPr>
            <a:spLocks noGrp="1"/>
          </p:cNvSpPr>
          <p:nvPr/>
        </p:nvSpPr>
        <p:spPr>
          <a:xfrm>
            <a:off x="1850992" y="4900068"/>
            <a:ext cx="738101" cy="155390"/>
          </a:xfrm>
          <a:custGeom>
            <a:avLst/>
            <a:gdLst/>
            <a:ahLst/>
            <a:cxnLst/>
            <a:rect l="l" t="t" r="r" b="b"/>
            <a:pathLst>
              <a:path w="21508" h="4528">
                <a:moveTo>
                  <a:pt x="21045" y="1"/>
                </a:moveTo>
                <a:cubicBezTo>
                  <a:pt x="21009" y="1"/>
                  <a:pt x="20971" y="6"/>
                  <a:pt x="20931" y="19"/>
                </a:cubicBezTo>
                <a:cubicBezTo>
                  <a:pt x="17827" y="1069"/>
                  <a:pt x="14403" y="1412"/>
                  <a:pt x="11185" y="1982"/>
                </a:cubicBezTo>
                <a:cubicBezTo>
                  <a:pt x="9313" y="2302"/>
                  <a:pt x="7464" y="2553"/>
                  <a:pt x="5592" y="2872"/>
                </a:cubicBezTo>
                <a:cubicBezTo>
                  <a:pt x="3981" y="3169"/>
                  <a:pt x="2489" y="3820"/>
                  <a:pt x="840" y="3820"/>
                </a:cubicBezTo>
                <a:cubicBezTo>
                  <a:pt x="713" y="3820"/>
                  <a:pt x="585" y="3816"/>
                  <a:pt x="457" y="3808"/>
                </a:cubicBezTo>
                <a:cubicBezTo>
                  <a:pt x="449" y="3808"/>
                  <a:pt x="442" y="3808"/>
                  <a:pt x="435" y="3808"/>
                </a:cubicBezTo>
                <a:cubicBezTo>
                  <a:pt x="0" y="3808"/>
                  <a:pt x="7" y="4493"/>
                  <a:pt x="457" y="4516"/>
                </a:cubicBezTo>
                <a:cubicBezTo>
                  <a:pt x="585" y="4523"/>
                  <a:pt x="713" y="4527"/>
                  <a:pt x="841" y="4527"/>
                </a:cubicBezTo>
                <a:cubicBezTo>
                  <a:pt x="2232" y="4527"/>
                  <a:pt x="3572" y="4095"/>
                  <a:pt x="4930" y="3740"/>
                </a:cubicBezTo>
                <a:cubicBezTo>
                  <a:pt x="6688" y="3283"/>
                  <a:pt x="8537" y="3123"/>
                  <a:pt x="10340" y="2827"/>
                </a:cubicBezTo>
                <a:cubicBezTo>
                  <a:pt x="12120" y="2530"/>
                  <a:pt x="13901" y="2142"/>
                  <a:pt x="15704" y="1845"/>
                </a:cubicBezTo>
                <a:cubicBezTo>
                  <a:pt x="17530" y="1548"/>
                  <a:pt x="19356" y="1297"/>
                  <a:pt x="21114" y="704"/>
                </a:cubicBezTo>
                <a:cubicBezTo>
                  <a:pt x="21507" y="559"/>
                  <a:pt x="21393" y="1"/>
                  <a:pt x="21045" y="1"/>
                </a:cubicBezTo>
                <a:close/>
              </a:path>
            </a:pathLst>
          </a:custGeom>
          <a:solidFill>
            <a:srgbClr val="FFA522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6" name="Google Shape;476;p24">
            <a:extLst>
              <a:ext uri="{FF2B5EF4-FFF2-40B4-BE49-F238E27FC236}">
                <a16:creationId xmlns:a16="http://schemas.microsoft.com/office/drawing/2014/main" id="{0B8316B3-D2C4-4CA8-BC7C-61855BCD7422}"/>
              </a:ext>
            </a:extLst>
          </p:cNvPr>
          <p:cNvSpPr>
            <a:spLocks noGrp="1"/>
          </p:cNvSpPr>
          <p:nvPr/>
        </p:nvSpPr>
        <p:spPr>
          <a:xfrm>
            <a:off x="2" y="3466800"/>
            <a:ext cx="842632" cy="1674385"/>
          </a:xfrm>
          <a:custGeom>
            <a:avLst/>
            <a:gdLst/>
            <a:ahLst/>
            <a:cxnLst/>
            <a:rect l="l" t="t" r="r" b="b"/>
            <a:pathLst>
              <a:path w="24554" h="48791">
                <a:moveTo>
                  <a:pt x="2805" y="1"/>
                </a:moveTo>
                <a:cubicBezTo>
                  <a:pt x="2747" y="1"/>
                  <a:pt x="2687" y="5"/>
                  <a:pt x="2625" y="13"/>
                </a:cubicBezTo>
                <a:cubicBezTo>
                  <a:pt x="1666" y="13"/>
                  <a:pt x="753" y="835"/>
                  <a:pt x="0" y="1862"/>
                </a:cubicBezTo>
                <a:lnTo>
                  <a:pt x="0" y="48791"/>
                </a:lnTo>
                <a:lnTo>
                  <a:pt x="12782" y="48791"/>
                </a:lnTo>
                <a:cubicBezTo>
                  <a:pt x="12782" y="45869"/>
                  <a:pt x="13284" y="42947"/>
                  <a:pt x="13946" y="40048"/>
                </a:cubicBezTo>
                <a:cubicBezTo>
                  <a:pt x="15430" y="31694"/>
                  <a:pt x="20246" y="25212"/>
                  <a:pt x="23396" y="17246"/>
                </a:cubicBezTo>
                <a:cubicBezTo>
                  <a:pt x="24554" y="14254"/>
                  <a:pt x="24111" y="13203"/>
                  <a:pt x="22987" y="13203"/>
                </a:cubicBezTo>
                <a:cubicBezTo>
                  <a:pt x="21606" y="13203"/>
                  <a:pt x="19197" y="14788"/>
                  <a:pt x="17461" y="16310"/>
                </a:cubicBezTo>
                <a:cubicBezTo>
                  <a:pt x="12463" y="20579"/>
                  <a:pt x="10614" y="26148"/>
                  <a:pt x="6893" y="31329"/>
                </a:cubicBezTo>
                <a:cubicBezTo>
                  <a:pt x="7829" y="27244"/>
                  <a:pt x="9495" y="23181"/>
                  <a:pt x="11162" y="19278"/>
                </a:cubicBezTo>
                <a:cubicBezTo>
                  <a:pt x="12828" y="15762"/>
                  <a:pt x="20246" y="6861"/>
                  <a:pt x="16526" y="3893"/>
                </a:cubicBezTo>
                <a:cubicBezTo>
                  <a:pt x="16142" y="3613"/>
                  <a:pt x="15743" y="3483"/>
                  <a:pt x="15332" y="3483"/>
                </a:cubicBezTo>
                <a:cubicBezTo>
                  <a:pt x="10589" y="3483"/>
                  <a:pt x="4289" y="20912"/>
                  <a:pt x="1895" y="26878"/>
                </a:cubicBezTo>
                <a:cubicBezTo>
                  <a:pt x="1529" y="21126"/>
                  <a:pt x="3196" y="15032"/>
                  <a:pt x="3743" y="9280"/>
                </a:cubicBezTo>
                <a:cubicBezTo>
                  <a:pt x="3922" y="7651"/>
                  <a:pt x="5344" y="1"/>
                  <a:pt x="2805" y="1"/>
                </a:cubicBezTo>
                <a:close/>
              </a:path>
            </a:pathLst>
          </a:custGeom>
          <a:solidFill>
            <a:srgbClr val="FF8888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7" name="Google Shape;477;p24">
            <a:extLst>
              <a:ext uri="{FF2B5EF4-FFF2-40B4-BE49-F238E27FC236}">
                <a16:creationId xmlns:a16="http://schemas.microsoft.com/office/drawing/2014/main" id="{65B742AC-F0A9-4B6B-83EF-B03239DA4E48}"/>
              </a:ext>
            </a:extLst>
          </p:cNvPr>
          <p:cNvSpPr>
            <a:spLocks noGrp="1"/>
          </p:cNvSpPr>
          <p:nvPr/>
        </p:nvSpPr>
        <p:spPr>
          <a:xfrm>
            <a:off x="42282" y="3681838"/>
            <a:ext cx="483465" cy="1459352"/>
          </a:xfrm>
          <a:custGeom>
            <a:avLst/>
            <a:gdLst/>
            <a:ahLst/>
            <a:cxnLst/>
            <a:rect l="l" t="t" r="r" b="b"/>
            <a:pathLst>
              <a:path w="14088" h="42525">
                <a:moveTo>
                  <a:pt x="13595" y="1"/>
                </a:moveTo>
                <a:cubicBezTo>
                  <a:pt x="13518" y="1"/>
                  <a:pt x="13441" y="35"/>
                  <a:pt x="13376" y="115"/>
                </a:cubicBezTo>
                <a:cubicBezTo>
                  <a:pt x="8446" y="6483"/>
                  <a:pt x="5387" y="13993"/>
                  <a:pt x="3356" y="21754"/>
                </a:cubicBezTo>
                <a:cubicBezTo>
                  <a:pt x="2306" y="25771"/>
                  <a:pt x="1576" y="29879"/>
                  <a:pt x="982" y="33988"/>
                </a:cubicBezTo>
                <a:cubicBezTo>
                  <a:pt x="548" y="36818"/>
                  <a:pt x="366" y="39694"/>
                  <a:pt x="1" y="42525"/>
                </a:cubicBezTo>
                <a:lnTo>
                  <a:pt x="685" y="42525"/>
                </a:lnTo>
                <a:cubicBezTo>
                  <a:pt x="1005" y="40037"/>
                  <a:pt x="1187" y="37526"/>
                  <a:pt x="1530" y="35038"/>
                </a:cubicBezTo>
                <a:cubicBezTo>
                  <a:pt x="2055" y="31066"/>
                  <a:pt x="2762" y="27140"/>
                  <a:pt x="3698" y="23237"/>
                </a:cubicBezTo>
                <a:cubicBezTo>
                  <a:pt x="5638" y="15157"/>
                  <a:pt x="8743" y="7214"/>
                  <a:pt x="13878" y="617"/>
                </a:cubicBezTo>
                <a:cubicBezTo>
                  <a:pt x="14088" y="356"/>
                  <a:pt x="13844" y="1"/>
                  <a:pt x="13595" y="1"/>
                </a:cubicBezTo>
                <a:close/>
              </a:path>
            </a:pathLst>
          </a:custGeom>
          <a:solidFill>
            <a:srgbClr val="A5515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8" name="Google Shape;478;p24">
            <a:extLst>
              <a:ext uri="{FF2B5EF4-FFF2-40B4-BE49-F238E27FC236}">
                <a16:creationId xmlns:a16="http://schemas.microsoft.com/office/drawing/2014/main" id="{9EBECF67-BE1B-417B-B1E9-736192240391}"/>
              </a:ext>
            </a:extLst>
          </p:cNvPr>
          <p:cNvSpPr>
            <a:spLocks noGrp="1"/>
          </p:cNvSpPr>
          <p:nvPr/>
        </p:nvSpPr>
        <p:spPr>
          <a:xfrm>
            <a:off x="275715" y="4006146"/>
            <a:ext cx="469978" cy="1135051"/>
          </a:xfrm>
          <a:custGeom>
            <a:avLst/>
            <a:gdLst/>
            <a:ahLst/>
            <a:cxnLst/>
            <a:rect l="l" t="t" r="r" b="b"/>
            <a:pathLst>
              <a:path w="13695" h="33075">
                <a:moveTo>
                  <a:pt x="13206" y="0"/>
                </a:moveTo>
                <a:cubicBezTo>
                  <a:pt x="13130" y="0"/>
                  <a:pt x="13053" y="34"/>
                  <a:pt x="12988" y="115"/>
                </a:cubicBezTo>
                <a:cubicBezTo>
                  <a:pt x="5205" y="9336"/>
                  <a:pt x="1256" y="21205"/>
                  <a:pt x="1" y="33075"/>
                </a:cubicBezTo>
                <a:lnTo>
                  <a:pt x="685" y="33075"/>
                </a:lnTo>
                <a:cubicBezTo>
                  <a:pt x="1941" y="21411"/>
                  <a:pt x="5821" y="9656"/>
                  <a:pt x="13467" y="617"/>
                </a:cubicBezTo>
                <a:cubicBezTo>
                  <a:pt x="13694" y="355"/>
                  <a:pt x="13454" y="0"/>
                  <a:pt x="13206" y="0"/>
                </a:cubicBezTo>
                <a:close/>
              </a:path>
            </a:pathLst>
          </a:custGeom>
          <a:solidFill>
            <a:srgbClr val="A5515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9" name="Google Shape;479;p24">
            <a:extLst>
              <a:ext uri="{FF2B5EF4-FFF2-40B4-BE49-F238E27FC236}">
                <a16:creationId xmlns:a16="http://schemas.microsoft.com/office/drawing/2014/main" id="{14F14428-A212-43F6-BB40-52DC5742496C}"/>
              </a:ext>
            </a:extLst>
          </p:cNvPr>
          <p:cNvSpPr>
            <a:spLocks noGrp="1"/>
          </p:cNvSpPr>
          <p:nvPr/>
        </p:nvSpPr>
        <p:spPr>
          <a:xfrm>
            <a:off x="2" y="3553934"/>
            <a:ext cx="84936" cy="437377"/>
          </a:xfrm>
          <a:custGeom>
            <a:avLst/>
            <a:gdLst/>
            <a:ahLst/>
            <a:cxnLst/>
            <a:rect l="l" t="t" r="r" b="b"/>
            <a:pathLst>
              <a:path w="2475" h="12745">
                <a:moveTo>
                  <a:pt x="2048" y="1"/>
                </a:moveTo>
                <a:cubicBezTo>
                  <a:pt x="1911" y="1"/>
                  <a:pt x="1780" y="78"/>
                  <a:pt x="1735" y="259"/>
                </a:cubicBezTo>
                <a:cubicBezTo>
                  <a:pt x="1096" y="3043"/>
                  <a:pt x="525" y="5874"/>
                  <a:pt x="0" y="8704"/>
                </a:cubicBezTo>
                <a:lnTo>
                  <a:pt x="0" y="12744"/>
                </a:lnTo>
                <a:cubicBezTo>
                  <a:pt x="662" y="8613"/>
                  <a:pt x="1461" y="4504"/>
                  <a:pt x="2419" y="441"/>
                </a:cubicBezTo>
                <a:cubicBezTo>
                  <a:pt x="2475" y="179"/>
                  <a:pt x="2255" y="1"/>
                  <a:pt x="2048" y="1"/>
                </a:cubicBezTo>
                <a:close/>
              </a:path>
            </a:pathLst>
          </a:custGeom>
          <a:solidFill>
            <a:srgbClr val="A5515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0" name="Google Shape;480;p24">
            <a:extLst>
              <a:ext uri="{FF2B5EF4-FFF2-40B4-BE49-F238E27FC236}">
                <a16:creationId xmlns:a16="http://schemas.microsoft.com/office/drawing/2014/main" id="{367A7F4C-C8E7-4CF9-9519-69A07DB166E9}"/>
              </a:ext>
            </a:extLst>
          </p:cNvPr>
          <p:cNvSpPr>
            <a:spLocks noGrp="1"/>
          </p:cNvSpPr>
          <p:nvPr/>
        </p:nvSpPr>
        <p:spPr>
          <a:xfrm>
            <a:off x="2" y="4043484"/>
            <a:ext cx="575882" cy="1097714"/>
          </a:xfrm>
          <a:custGeom>
            <a:avLst/>
            <a:gdLst/>
            <a:ahLst/>
            <a:cxnLst/>
            <a:rect l="l" t="t" r="r" b="b"/>
            <a:pathLst>
              <a:path w="16781" h="31987">
                <a:moveTo>
                  <a:pt x="885" y="1"/>
                </a:moveTo>
                <a:cubicBezTo>
                  <a:pt x="571" y="1"/>
                  <a:pt x="276" y="141"/>
                  <a:pt x="0" y="374"/>
                </a:cubicBezTo>
                <a:lnTo>
                  <a:pt x="0" y="31987"/>
                </a:lnTo>
                <a:lnTo>
                  <a:pt x="9062" y="31987"/>
                </a:lnTo>
                <a:cubicBezTo>
                  <a:pt x="9176" y="30434"/>
                  <a:pt x="9495" y="28859"/>
                  <a:pt x="9861" y="27307"/>
                </a:cubicBezTo>
                <a:cubicBezTo>
                  <a:pt x="10979" y="21647"/>
                  <a:pt x="13353" y="17059"/>
                  <a:pt x="15704" y="11649"/>
                </a:cubicBezTo>
                <a:cubicBezTo>
                  <a:pt x="16780" y="9112"/>
                  <a:pt x="16238" y="8050"/>
                  <a:pt x="15180" y="8050"/>
                </a:cubicBezTo>
                <a:cubicBezTo>
                  <a:pt x="14353" y="8050"/>
                  <a:pt x="13211" y="8699"/>
                  <a:pt x="12280" y="9800"/>
                </a:cubicBezTo>
                <a:cubicBezTo>
                  <a:pt x="9221" y="13384"/>
                  <a:pt x="7395" y="17881"/>
                  <a:pt x="4634" y="21396"/>
                </a:cubicBezTo>
                <a:cubicBezTo>
                  <a:pt x="5318" y="18634"/>
                  <a:pt x="6551" y="15872"/>
                  <a:pt x="7806" y="13224"/>
                </a:cubicBezTo>
                <a:cubicBezTo>
                  <a:pt x="9039" y="10850"/>
                  <a:pt x="12919" y="2747"/>
                  <a:pt x="11070" y="1560"/>
                </a:cubicBezTo>
                <a:cubicBezTo>
                  <a:pt x="10805" y="1383"/>
                  <a:pt x="10534" y="1300"/>
                  <a:pt x="10258" y="1300"/>
                </a:cubicBezTo>
                <a:cubicBezTo>
                  <a:pt x="6812" y="1300"/>
                  <a:pt x="2687" y="14304"/>
                  <a:pt x="890" y="18383"/>
                </a:cubicBezTo>
                <a:cubicBezTo>
                  <a:pt x="616" y="14480"/>
                  <a:pt x="1872" y="10348"/>
                  <a:pt x="2283" y="6445"/>
                </a:cubicBezTo>
                <a:cubicBezTo>
                  <a:pt x="2419" y="5304"/>
                  <a:pt x="3287" y="1150"/>
                  <a:pt x="1438" y="145"/>
                </a:cubicBezTo>
                <a:cubicBezTo>
                  <a:pt x="1248" y="46"/>
                  <a:pt x="1063" y="1"/>
                  <a:pt x="885" y="1"/>
                </a:cubicBezTo>
                <a:close/>
              </a:path>
            </a:pathLst>
          </a:custGeom>
          <a:solidFill>
            <a:srgbClr val="A53A3A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1" name="Google Shape;481;p24">
            <a:extLst>
              <a:ext uri="{FF2B5EF4-FFF2-40B4-BE49-F238E27FC236}">
                <a16:creationId xmlns:a16="http://schemas.microsoft.com/office/drawing/2014/main" id="{B63F2A03-98FE-4811-8F40-4975F7BB7CDF}"/>
              </a:ext>
            </a:extLst>
          </p:cNvPr>
          <p:cNvSpPr>
            <a:spLocks noGrp="1"/>
          </p:cNvSpPr>
          <p:nvPr/>
        </p:nvSpPr>
        <p:spPr>
          <a:xfrm>
            <a:off x="78316" y="1925566"/>
            <a:ext cx="1265458" cy="1080212"/>
          </a:xfrm>
          <a:custGeom>
            <a:avLst/>
            <a:gdLst/>
            <a:ahLst/>
            <a:cxnLst/>
            <a:rect l="l" t="t" r="r" b="b"/>
            <a:pathLst>
              <a:path w="36875" h="31477">
                <a:moveTo>
                  <a:pt x="31851" y="0"/>
                </a:moveTo>
                <a:cubicBezTo>
                  <a:pt x="31796" y="0"/>
                  <a:pt x="31740" y="1"/>
                  <a:pt x="31682" y="3"/>
                </a:cubicBezTo>
                <a:cubicBezTo>
                  <a:pt x="27414" y="208"/>
                  <a:pt x="22598" y="5572"/>
                  <a:pt x="18900" y="8357"/>
                </a:cubicBezTo>
                <a:cubicBezTo>
                  <a:pt x="18749" y="6204"/>
                  <a:pt x="20363" y="255"/>
                  <a:pt x="18301" y="255"/>
                </a:cubicBezTo>
                <a:cubicBezTo>
                  <a:pt x="17871" y="255"/>
                  <a:pt x="17281" y="514"/>
                  <a:pt x="16480" y="1121"/>
                </a:cubicBezTo>
                <a:cubicBezTo>
                  <a:pt x="13513" y="3358"/>
                  <a:pt x="12783" y="10023"/>
                  <a:pt x="9998" y="12055"/>
                </a:cubicBezTo>
                <a:cubicBezTo>
                  <a:pt x="9998" y="10936"/>
                  <a:pt x="10546" y="6120"/>
                  <a:pt x="9268" y="5572"/>
                </a:cubicBezTo>
                <a:cubicBezTo>
                  <a:pt x="9087" y="5482"/>
                  <a:pt x="8908" y="5440"/>
                  <a:pt x="8730" y="5440"/>
                </a:cubicBezTo>
                <a:cubicBezTo>
                  <a:pt x="6713" y="5440"/>
                  <a:pt x="4970" y="10874"/>
                  <a:pt x="4634" y="12237"/>
                </a:cubicBezTo>
                <a:cubicBezTo>
                  <a:pt x="3150" y="17053"/>
                  <a:pt x="1667" y="25590"/>
                  <a:pt x="1" y="31319"/>
                </a:cubicBezTo>
                <a:cubicBezTo>
                  <a:pt x="1667" y="31045"/>
                  <a:pt x="3613" y="30954"/>
                  <a:pt x="5581" y="30954"/>
                </a:cubicBezTo>
                <a:cubicBezTo>
                  <a:pt x="7550" y="30954"/>
                  <a:pt x="9542" y="31045"/>
                  <a:pt x="11299" y="31137"/>
                </a:cubicBezTo>
                <a:cubicBezTo>
                  <a:pt x="12365" y="31242"/>
                  <a:pt x="14609" y="31476"/>
                  <a:pt x="16636" y="31476"/>
                </a:cubicBezTo>
                <a:cubicBezTo>
                  <a:pt x="18124" y="31476"/>
                  <a:pt x="19496" y="31350"/>
                  <a:pt x="20201" y="30954"/>
                </a:cubicBezTo>
                <a:cubicBezTo>
                  <a:pt x="23533" y="28923"/>
                  <a:pt x="18717" y="27256"/>
                  <a:pt x="17599" y="25407"/>
                </a:cubicBezTo>
                <a:cubicBezTo>
                  <a:pt x="21867" y="24837"/>
                  <a:pt x="24264" y="24654"/>
                  <a:pt x="27414" y="23353"/>
                </a:cubicBezTo>
                <a:cubicBezTo>
                  <a:pt x="34284" y="20957"/>
                  <a:pt x="24629" y="19473"/>
                  <a:pt x="21867" y="18354"/>
                </a:cubicBezTo>
                <a:cubicBezTo>
                  <a:pt x="26318" y="16688"/>
                  <a:pt x="32618" y="15387"/>
                  <a:pt x="34079" y="11872"/>
                </a:cubicBezTo>
                <a:cubicBezTo>
                  <a:pt x="34881" y="10206"/>
                  <a:pt x="33985" y="9698"/>
                  <a:pt x="32474" y="9698"/>
                </a:cubicBezTo>
                <a:cubicBezTo>
                  <a:pt x="30115" y="9698"/>
                  <a:pt x="26255" y="10936"/>
                  <a:pt x="25017" y="10936"/>
                </a:cubicBezTo>
                <a:cubicBezTo>
                  <a:pt x="29036" y="8204"/>
                  <a:pt x="36875" y="0"/>
                  <a:pt x="31851" y="0"/>
                </a:cubicBezTo>
                <a:close/>
              </a:path>
            </a:pathLst>
          </a:custGeom>
          <a:solidFill>
            <a:srgbClr val="CFD690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2" name="Google Shape;482;p24">
            <a:extLst>
              <a:ext uri="{FF2B5EF4-FFF2-40B4-BE49-F238E27FC236}">
                <a16:creationId xmlns:a16="http://schemas.microsoft.com/office/drawing/2014/main" id="{736212B4-4E13-4F3E-BF4D-AC4459DD7AC0}"/>
              </a:ext>
            </a:extLst>
          </p:cNvPr>
          <p:cNvSpPr>
            <a:spLocks noGrp="1"/>
          </p:cNvSpPr>
          <p:nvPr/>
        </p:nvSpPr>
        <p:spPr>
          <a:xfrm>
            <a:off x="48734" y="2066615"/>
            <a:ext cx="1031412" cy="952276"/>
          </a:xfrm>
          <a:custGeom>
            <a:avLst/>
            <a:gdLst/>
            <a:ahLst/>
            <a:cxnLst/>
            <a:rect l="l" t="t" r="r" b="b"/>
            <a:pathLst>
              <a:path w="30055" h="27749">
                <a:moveTo>
                  <a:pt x="29567" y="1"/>
                </a:moveTo>
                <a:cubicBezTo>
                  <a:pt x="29486" y="1"/>
                  <a:pt x="29401" y="35"/>
                  <a:pt x="29326" y="116"/>
                </a:cubicBezTo>
                <a:cubicBezTo>
                  <a:pt x="20310" y="9839"/>
                  <a:pt x="9627" y="17805"/>
                  <a:pt x="246" y="27164"/>
                </a:cubicBezTo>
                <a:cubicBezTo>
                  <a:pt x="1" y="27409"/>
                  <a:pt x="226" y="27748"/>
                  <a:pt x="489" y="27748"/>
                </a:cubicBezTo>
                <a:cubicBezTo>
                  <a:pt x="568" y="27748"/>
                  <a:pt x="651" y="27717"/>
                  <a:pt x="726" y="27643"/>
                </a:cubicBezTo>
                <a:cubicBezTo>
                  <a:pt x="10107" y="18307"/>
                  <a:pt x="20812" y="10319"/>
                  <a:pt x="29828" y="595"/>
                </a:cubicBezTo>
                <a:cubicBezTo>
                  <a:pt x="30054" y="351"/>
                  <a:pt x="29829" y="1"/>
                  <a:pt x="29567" y="1"/>
                </a:cubicBezTo>
                <a:close/>
              </a:path>
            </a:pathLst>
          </a:custGeom>
          <a:solidFill>
            <a:srgbClr val="0E514A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3" name="Google Shape;483;p24">
            <a:extLst>
              <a:ext uri="{FF2B5EF4-FFF2-40B4-BE49-F238E27FC236}">
                <a16:creationId xmlns:a16="http://schemas.microsoft.com/office/drawing/2014/main" id="{6389801D-DE2F-4D7F-AFA6-03521515AC8B}"/>
              </a:ext>
            </a:extLst>
          </p:cNvPr>
          <p:cNvSpPr>
            <a:spLocks noGrp="1"/>
          </p:cNvSpPr>
          <p:nvPr/>
        </p:nvSpPr>
        <p:spPr>
          <a:xfrm>
            <a:off x="596110" y="2502971"/>
            <a:ext cx="18806" cy="17262"/>
          </a:xfrm>
          <a:custGeom>
            <a:avLst/>
            <a:gdLst/>
            <a:ahLst/>
            <a:cxnLst/>
            <a:rect l="l" t="t" r="r" b="b"/>
            <a:pathLst>
              <a:path w="548" h="503">
                <a:moveTo>
                  <a:pt x="548" y="0"/>
                </a:moveTo>
                <a:lnTo>
                  <a:pt x="548" y="0"/>
                </a:lnTo>
                <a:cubicBezTo>
                  <a:pt x="365" y="23"/>
                  <a:pt x="183" y="69"/>
                  <a:pt x="0" y="91"/>
                </a:cubicBezTo>
                <a:cubicBezTo>
                  <a:pt x="160" y="228"/>
                  <a:pt x="297" y="365"/>
                  <a:pt x="434" y="502"/>
                </a:cubicBezTo>
                <a:cubicBezTo>
                  <a:pt x="479" y="343"/>
                  <a:pt x="502" y="160"/>
                  <a:pt x="548" y="0"/>
                </a:cubicBezTo>
                <a:close/>
              </a:path>
            </a:pathLst>
          </a:custGeom>
          <a:solidFill>
            <a:srgbClr val="0E514A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4" name="Google Shape;484;p24">
            <a:extLst>
              <a:ext uri="{FF2B5EF4-FFF2-40B4-BE49-F238E27FC236}">
                <a16:creationId xmlns:a16="http://schemas.microsoft.com/office/drawing/2014/main" id="{7F9FC573-438D-411E-921F-086A4FF2E9EF}"/>
              </a:ext>
            </a:extLst>
          </p:cNvPr>
          <p:cNvSpPr>
            <a:spLocks noGrp="1"/>
          </p:cNvSpPr>
          <p:nvPr/>
        </p:nvSpPr>
        <p:spPr>
          <a:xfrm>
            <a:off x="586158" y="2111606"/>
            <a:ext cx="494241" cy="417472"/>
          </a:xfrm>
          <a:custGeom>
            <a:avLst/>
            <a:gdLst/>
            <a:ahLst/>
            <a:cxnLst/>
            <a:rect l="l" t="t" r="r" b="b"/>
            <a:pathLst>
              <a:path w="14402" h="12165">
                <a:moveTo>
                  <a:pt x="838" y="11404"/>
                </a:moveTo>
                <a:lnTo>
                  <a:pt x="838" y="11404"/>
                </a:lnTo>
                <a:cubicBezTo>
                  <a:pt x="792" y="11564"/>
                  <a:pt x="769" y="11747"/>
                  <a:pt x="724" y="11906"/>
                </a:cubicBezTo>
                <a:cubicBezTo>
                  <a:pt x="587" y="11769"/>
                  <a:pt x="450" y="11632"/>
                  <a:pt x="290" y="11495"/>
                </a:cubicBezTo>
                <a:cubicBezTo>
                  <a:pt x="473" y="11473"/>
                  <a:pt x="655" y="11427"/>
                  <a:pt x="838" y="11404"/>
                </a:cubicBezTo>
                <a:close/>
                <a:moveTo>
                  <a:pt x="1667" y="0"/>
                </a:moveTo>
                <a:cubicBezTo>
                  <a:pt x="1495" y="0"/>
                  <a:pt x="1329" y="109"/>
                  <a:pt x="1340" y="334"/>
                </a:cubicBezTo>
                <a:cubicBezTo>
                  <a:pt x="1500" y="4169"/>
                  <a:pt x="838" y="7980"/>
                  <a:pt x="62" y="11724"/>
                </a:cubicBezTo>
                <a:cubicBezTo>
                  <a:pt x="0" y="11990"/>
                  <a:pt x="178" y="12164"/>
                  <a:pt x="396" y="12164"/>
                </a:cubicBezTo>
                <a:cubicBezTo>
                  <a:pt x="421" y="12164"/>
                  <a:pt x="447" y="12162"/>
                  <a:pt x="473" y="12157"/>
                </a:cubicBezTo>
                <a:cubicBezTo>
                  <a:pt x="2664" y="11838"/>
                  <a:pt x="4764" y="11016"/>
                  <a:pt x="6818" y="10286"/>
                </a:cubicBezTo>
                <a:cubicBezTo>
                  <a:pt x="9238" y="9441"/>
                  <a:pt x="11611" y="8528"/>
                  <a:pt x="14008" y="7707"/>
                </a:cubicBezTo>
                <a:cubicBezTo>
                  <a:pt x="14401" y="7582"/>
                  <a:pt x="14288" y="7026"/>
                  <a:pt x="13939" y="7026"/>
                </a:cubicBezTo>
                <a:cubicBezTo>
                  <a:pt x="13904" y="7026"/>
                  <a:pt x="13866" y="7032"/>
                  <a:pt x="13825" y="7045"/>
                </a:cubicBezTo>
                <a:cubicBezTo>
                  <a:pt x="11406" y="7843"/>
                  <a:pt x="9032" y="8756"/>
                  <a:pt x="6635" y="9624"/>
                </a:cubicBezTo>
                <a:cubicBezTo>
                  <a:pt x="4764" y="10286"/>
                  <a:pt x="2824" y="11016"/>
                  <a:pt x="838" y="11404"/>
                </a:cubicBezTo>
                <a:cubicBezTo>
                  <a:pt x="1568" y="7752"/>
                  <a:pt x="2185" y="4054"/>
                  <a:pt x="2025" y="334"/>
                </a:cubicBezTo>
                <a:cubicBezTo>
                  <a:pt x="2025" y="114"/>
                  <a:pt x="1843" y="0"/>
                  <a:pt x="1667" y="0"/>
                </a:cubicBezTo>
                <a:close/>
              </a:path>
            </a:pathLst>
          </a:custGeom>
          <a:solidFill>
            <a:srgbClr val="0E514A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5" name="Google Shape;485;p24">
            <a:extLst>
              <a:ext uri="{FF2B5EF4-FFF2-40B4-BE49-F238E27FC236}">
                <a16:creationId xmlns:a16="http://schemas.microsoft.com/office/drawing/2014/main" id="{9A2ACB83-75C0-4398-9CD7-B3E9EF19A273}"/>
              </a:ext>
            </a:extLst>
          </p:cNvPr>
          <p:cNvSpPr>
            <a:spLocks noGrp="1"/>
          </p:cNvSpPr>
          <p:nvPr/>
        </p:nvSpPr>
        <p:spPr>
          <a:xfrm>
            <a:off x="422185" y="2372150"/>
            <a:ext cx="447329" cy="323031"/>
          </a:xfrm>
          <a:custGeom>
            <a:avLst/>
            <a:gdLst/>
            <a:ahLst/>
            <a:cxnLst/>
            <a:rect l="l" t="t" r="r" b="b"/>
            <a:pathLst>
              <a:path w="13035" h="9413">
                <a:moveTo>
                  <a:pt x="1470" y="0"/>
                </a:moveTo>
                <a:cubicBezTo>
                  <a:pt x="1296" y="0"/>
                  <a:pt x="1119" y="115"/>
                  <a:pt x="1119" y="343"/>
                </a:cubicBezTo>
                <a:cubicBezTo>
                  <a:pt x="1051" y="3150"/>
                  <a:pt x="229" y="5889"/>
                  <a:pt x="1" y="8674"/>
                </a:cubicBezTo>
                <a:cubicBezTo>
                  <a:pt x="1" y="8834"/>
                  <a:pt x="115" y="8994"/>
                  <a:pt x="252" y="9016"/>
                </a:cubicBezTo>
                <a:cubicBezTo>
                  <a:pt x="1627" y="9313"/>
                  <a:pt x="3028" y="9412"/>
                  <a:pt x="4440" y="9412"/>
                </a:cubicBezTo>
                <a:cubicBezTo>
                  <a:pt x="7154" y="9412"/>
                  <a:pt x="9905" y="9046"/>
                  <a:pt x="12578" y="9016"/>
                </a:cubicBezTo>
                <a:cubicBezTo>
                  <a:pt x="13034" y="9016"/>
                  <a:pt x="13034" y="8332"/>
                  <a:pt x="12578" y="8332"/>
                </a:cubicBezTo>
                <a:cubicBezTo>
                  <a:pt x="9697" y="8352"/>
                  <a:pt x="6797" y="8660"/>
                  <a:pt x="3913" y="8660"/>
                </a:cubicBezTo>
                <a:cubicBezTo>
                  <a:pt x="3644" y="8660"/>
                  <a:pt x="3374" y="8657"/>
                  <a:pt x="3105" y="8651"/>
                </a:cubicBezTo>
                <a:cubicBezTo>
                  <a:pt x="2329" y="8628"/>
                  <a:pt x="1553" y="8560"/>
                  <a:pt x="800" y="8423"/>
                </a:cubicBezTo>
                <a:cubicBezTo>
                  <a:pt x="571" y="8377"/>
                  <a:pt x="1051" y="5981"/>
                  <a:pt x="1119" y="5638"/>
                </a:cubicBezTo>
                <a:cubicBezTo>
                  <a:pt x="1439" y="3881"/>
                  <a:pt x="1781" y="2146"/>
                  <a:pt x="1804" y="343"/>
                </a:cubicBezTo>
                <a:cubicBezTo>
                  <a:pt x="1815" y="115"/>
                  <a:pt x="1644" y="0"/>
                  <a:pt x="1470" y="0"/>
                </a:cubicBezTo>
                <a:close/>
              </a:path>
            </a:pathLst>
          </a:custGeom>
          <a:solidFill>
            <a:srgbClr val="0E514A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6" name="Google Shape;486;p24">
            <a:extLst>
              <a:ext uri="{FF2B5EF4-FFF2-40B4-BE49-F238E27FC236}">
                <a16:creationId xmlns:a16="http://schemas.microsoft.com/office/drawing/2014/main" id="{4E4D5D5B-2FAC-42CB-AA8C-3034041ADB99}"/>
              </a:ext>
            </a:extLst>
          </p:cNvPr>
          <p:cNvSpPr>
            <a:spLocks noGrp="1"/>
          </p:cNvSpPr>
          <p:nvPr/>
        </p:nvSpPr>
        <p:spPr>
          <a:xfrm>
            <a:off x="198945" y="2499162"/>
            <a:ext cx="434768" cy="392421"/>
          </a:xfrm>
          <a:custGeom>
            <a:avLst/>
            <a:gdLst/>
            <a:ahLst/>
            <a:cxnLst/>
            <a:rect l="l" t="t" r="r" b="b"/>
            <a:pathLst>
              <a:path w="12669" h="11435">
                <a:moveTo>
                  <a:pt x="2382" y="0"/>
                </a:moveTo>
                <a:cubicBezTo>
                  <a:pt x="2245" y="0"/>
                  <a:pt x="2114" y="75"/>
                  <a:pt x="2078" y="248"/>
                </a:cubicBezTo>
                <a:cubicBezTo>
                  <a:pt x="1324" y="3444"/>
                  <a:pt x="617" y="6662"/>
                  <a:pt x="46" y="9880"/>
                </a:cubicBezTo>
                <a:cubicBezTo>
                  <a:pt x="1" y="10109"/>
                  <a:pt x="138" y="10314"/>
                  <a:pt x="366" y="10337"/>
                </a:cubicBezTo>
                <a:cubicBezTo>
                  <a:pt x="4337" y="10519"/>
                  <a:pt x="8263" y="11067"/>
                  <a:pt x="12235" y="11432"/>
                </a:cubicBezTo>
                <a:cubicBezTo>
                  <a:pt x="12249" y="11434"/>
                  <a:pt x="12262" y="11435"/>
                  <a:pt x="12276" y="11435"/>
                </a:cubicBezTo>
                <a:cubicBezTo>
                  <a:pt x="12668" y="11435"/>
                  <a:pt x="12655" y="10792"/>
                  <a:pt x="12235" y="10748"/>
                </a:cubicBezTo>
                <a:cubicBezTo>
                  <a:pt x="8400" y="10383"/>
                  <a:pt x="4611" y="9858"/>
                  <a:pt x="777" y="9652"/>
                </a:cubicBezTo>
                <a:cubicBezTo>
                  <a:pt x="754" y="9789"/>
                  <a:pt x="731" y="9926"/>
                  <a:pt x="708" y="10086"/>
                </a:cubicBezTo>
                <a:cubicBezTo>
                  <a:pt x="594" y="9926"/>
                  <a:pt x="480" y="9789"/>
                  <a:pt x="366" y="9629"/>
                </a:cubicBezTo>
                <a:lnTo>
                  <a:pt x="366" y="9629"/>
                </a:lnTo>
                <a:cubicBezTo>
                  <a:pt x="503" y="9652"/>
                  <a:pt x="640" y="9652"/>
                  <a:pt x="777" y="9652"/>
                </a:cubicBezTo>
                <a:cubicBezTo>
                  <a:pt x="1347" y="6571"/>
                  <a:pt x="2032" y="3489"/>
                  <a:pt x="2740" y="431"/>
                </a:cubicBezTo>
                <a:cubicBezTo>
                  <a:pt x="2808" y="170"/>
                  <a:pt x="2588" y="0"/>
                  <a:pt x="2382" y="0"/>
                </a:cubicBezTo>
                <a:close/>
              </a:path>
            </a:pathLst>
          </a:custGeom>
          <a:solidFill>
            <a:srgbClr val="0E514A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7" name="Google Shape;487;p24">
            <a:extLst>
              <a:ext uri="{FF2B5EF4-FFF2-40B4-BE49-F238E27FC236}">
                <a16:creationId xmlns:a16="http://schemas.microsoft.com/office/drawing/2014/main" id="{4F2CAEA2-2279-451A-8390-FAF0098D237C}"/>
              </a:ext>
            </a:extLst>
          </p:cNvPr>
          <p:cNvSpPr>
            <a:spLocks noGrp="1"/>
          </p:cNvSpPr>
          <p:nvPr/>
        </p:nvSpPr>
        <p:spPr>
          <a:xfrm>
            <a:off x="211471" y="2829612"/>
            <a:ext cx="14139" cy="15683"/>
          </a:xfrm>
          <a:custGeom>
            <a:avLst/>
            <a:gdLst/>
            <a:ahLst/>
            <a:cxnLst/>
            <a:rect l="l" t="t" r="r" b="b"/>
            <a:pathLst>
              <a:path w="412" h="457">
                <a:moveTo>
                  <a:pt x="1" y="0"/>
                </a:moveTo>
                <a:cubicBezTo>
                  <a:pt x="115" y="160"/>
                  <a:pt x="229" y="297"/>
                  <a:pt x="343" y="457"/>
                </a:cubicBezTo>
                <a:cubicBezTo>
                  <a:pt x="366" y="297"/>
                  <a:pt x="389" y="160"/>
                  <a:pt x="412" y="23"/>
                </a:cubicBezTo>
                <a:cubicBezTo>
                  <a:pt x="275" y="23"/>
                  <a:pt x="138" y="23"/>
                  <a:pt x="1" y="0"/>
                </a:cubicBezTo>
                <a:close/>
              </a:path>
            </a:pathLst>
          </a:custGeom>
          <a:solidFill>
            <a:srgbClr val="0E514A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8" name="Google Shape;488;p24">
            <a:extLst>
              <a:ext uri="{FF2B5EF4-FFF2-40B4-BE49-F238E27FC236}">
                <a16:creationId xmlns:a16="http://schemas.microsoft.com/office/drawing/2014/main" id="{D2E68B26-080B-42D8-91CA-D00DDB76D5DC}"/>
              </a:ext>
            </a:extLst>
          </p:cNvPr>
          <p:cNvSpPr>
            <a:spLocks noGrp="1"/>
          </p:cNvSpPr>
          <p:nvPr/>
        </p:nvSpPr>
        <p:spPr>
          <a:xfrm>
            <a:off x="2" y="1703287"/>
            <a:ext cx="1665325" cy="1843536"/>
          </a:xfrm>
          <a:custGeom>
            <a:avLst/>
            <a:gdLst/>
            <a:ahLst/>
            <a:cxnLst/>
            <a:rect l="l" t="t" r="r" b="b"/>
            <a:pathLst>
              <a:path w="48527" h="53720">
                <a:moveTo>
                  <a:pt x="25863" y="1"/>
                </a:moveTo>
                <a:cubicBezTo>
                  <a:pt x="20047" y="1"/>
                  <a:pt x="14276" y="3555"/>
                  <a:pt x="12919" y="9493"/>
                </a:cubicBezTo>
                <a:cubicBezTo>
                  <a:pt x="9833" y="7156"/>
                  <a:pt x="6192" y="5344"/>
                  <a:pt x="2639" y="5344"/>
                </a:cubicBezTo>
                <a:cubicBezTo>
                  <a:pt x="1750" y="5344"/>
                  <a:pt x="867" y="5457"/>
                  <a:pt x="0" y="5704"/>
                </a:cubicBezTo>
                <a:lnTo>
                  <a:pt x="0" y="25197"/>
                </a:lnTo>
                <a:cubicBezTo>
                  <a:pt x="205" y="25379"/>
                  <a:pt x="411" y="25585"/>
                  <a:pt x="593" y="25790"/>
                </a:cubicBezTo>
                <a:cubicBezTo>
                  <a:pt x="411" y="25859"/>
                  <a:pt x="205" y="25927"/>
                  <a:pt x="0" y="26018"/>
                </a:cubicBezTo>
                <a:lnTo>
                  <a:pt x="0" y="46127"/>
                </a:lnTo>
                <a:cubicBezTo>
                  <a:pt x="478" y="46174"/>
                  <a:pt x="959" y="46197"/>
                  <a:pt x="1442" y="46197"/>
                </a:cubicBezTo>
                <a:cubicBezTo>
                  <a:pt x="3999" y="46197"/>
                  <a:pt x="6576" y="45552"/>
                  <a:pt x="8765" y="44438"/>
                </a:cubicBezTo>
                <a:lnTo>
                  <a:pt x="9267" y="44918"/>
                </a:lnTo>
                <a:cubicBezTo>
                  <a:pt x="11535" y="49328"/>
                  <a:pt x="16571" y="53720"/>
                  <a:pt x="21990" y="53720"/>
                </a:cubicBezTo>
                <a:cubicBezTo>
                  <a:pt x="22517" y="53720"/>
                  <a:pt x="23047" y="53678"/>
                  <a:pt x="23579" y="53591"/>
                </a:cubicBezTo>
                <a:cubicBezTo>
                  <a:pt x="26569" y="53249"/>
                  <a:pt x="29901" y="51240"/>
                  <a:pt x="31385" y="48433"/>
                </a:cubicBezTo>
                <a:cubicBezTo>
                  <a:pt x="33051" y="45260"/>
                  <a:pt x="32229" y="42589"/>
                  <a:pt x="32047" y="38276"/>
                </a:cubicBezTo>
                <a:cubicBezTo>
                  <a:pt x="38871" y="38276"/>
                  <a:pt x="45696" y="36450"/>
                  <a:pt x="47203" y="28620"/>
                </a:cubicBezTo>
                <a:cubicBezTo>
                  <a:pt x="48527" y="20791"/>
                  <a:pt x="40880" y="18965"/>
                  <a:pt x="35060" y="18303"/>
                </a:cubicBezTo>
                <a:cubicBezTo>
                  <a:pt x="38552" y="12483"/>
                  <a:pt x="38712" y="4814"/>
                  <a:pt x="31727" y="1322"/>
                </a:cubicBezTo>
                <a:cubicBezTo>
                  <a:pt x="29887" y="425"/>
                  <a:pt x="27872" y="1"/>
                  <a:pt x="25863" y="1"/>
                </a:cubicBezTo>
                <a:close/>
              </a:path>
            </a:pathLst>
          </a:custGeom>
          <a:solidFill>
            <a:srgbClr val="459B97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9" name="Google Shape;489;p24">
            <a:extLst>
              <a:ext uri="{FF2B5EF4-FFF2-40B4-BE49-F238E27FC236}">
                <a16:creationId xmlns:a16="http://schemas.microsoft.com/office/drawing/2014/main" id="{12DCAA4A-4336-40A2-9D28-C00A9B416169}"/>
              </a:ext>
            </a:extLst>
          </p:cNvPr>
          <p:cNvSpPr>
            <a:spLocks noGrp="1"/>
          </p:cNvSpPr>
          <p:nvPr/>
        </p:nvSpPr>
        <p:spPr>
          <a:xfrm>
            <a:off x="2" y="2262229"/>
            <a:ext cx="1008900" cy="2878929"/>
          </a:xfrm>
          <a:custGeom>
            <a:avLst/>
            <a:gdLst/>
            <a:ahLst/>
            <a:cxnLst/>
            <a:rect l="l" t="t" r="r" b="b"/>
            <a:pathLst>
              <a:path w="29399" h="83891">
                <a:moveTo>
                  <a:pt x="15689" y="0"/>
                </a:moveTo>
                <a:cubicBezTo>
                  <a:pt x="14399" y="0"/>
                  <a:pt x="13558" y="9917"/>
                  <a:pt x="12075" y="14502"/>
                </a:cubicBezTo>
                <a:cubicBezTo>
                  <a:pt x="11253" y="17583"/>
                  <a:pt x="5227" y="28745"/>
                  <a:pt x="0" y="45909"/>
                </a:cubicBezTo>
                <a:lnTo>
                  <a:pt x="0" y="83891"/>
                </a:lnTo>
                <a:lnTo>
                  <a:pt x="2693" y="83891"/>
                </a:lnTo>
                <a:lnTo>
                  <a:pt x="4451" y="83868"/>
                </a:lnTo>
                <a:cubicBezTo>
                  <a:pt x="2442" y="76883"/>
                  <a:pt x="3538" y="60654"/>
                  <a:pt x="5432" y="50611"/>
                </a:cubicBezTo>
                <a:cubicBezTo>
                  <a:pt x="7099" y="41778"/>
                  <a:pt x="9587" y="26143"/>
                  <a:pt x="16252" y="19980"/>
                </a:cubicBezTo>
                <a:cubicBezTo>
                  <a:pt x="21228" y="14502"/>
                  <a:pt x="29399" y="11169"/>
                  <a:pt x="29399" y="9846"/>
                </a:cubicBezTo>
                <a:cubicBezTo>
                  <a:pt x="29260" y="9610"/>
                  <a:pt x="28911" y="9476"/>
                  <a:pt x="28373" y="9476"/>
                </a:cubicBezTo>
                <a:cubicBezTo>
                  <a:pt x="26250" y="9476"/>
                  <a:pt x="21180" y="11553"/>
                  <a:pt x="14426" y="17652"/>
                </a:cubicBezTo>
                <a:cubicBezTo>
                  <a:pt x="16252" y="11512"/>
                  <a:pt x="17575" y="1012"/>
                  <a:pt x="15749" y="8"/>
                </a:cubicBezTo>
                <a:cubicBezTo>
                  <a:pt x="15729" y="3"/>
                  <a:pt x="15709" y="0"/>
                  <a:pt x="15689" y="0"/>
                </a:cubicBezTo>
                <a:close/>
              </a:path>
            </a:pathLst>
          </a:custGeom>
          <a:solidFill>
            <a:srgbClr val="724120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0" name="Google Shape;490;p24">
            <a:extLst>
              <a:ext uri="{FF2B5EF4-FFF2-40B4-BE49-F238E27FC236}">
                <a16:creationId xmlns:a16="http://schemas.microsoft.com/office/drawing/2014/main" id="{EFF96EEE-8E3C-4121-AD1A-347F86E725E9}"/>
              </a:ext>
            </a:extLst>
          </p:cNvPr>
          <p:cNvSpPr>
            <a:spLocks noGrp="1"/>
          </p:cNvSpPr>
          <p:nvPr/>
        </p:nvSpPr>
        <p:spPr>
          <a:xfrm>
            <a:off x="251246" y="2913486"/>
            <a:ext cx="201684" cy="376840"/>
          </a:xfrm>
          <a:custGeom>
            <a:avLst/>
            <a:gdLst/>
            <a:ahLst/>
            <a:cxnLst/>
            <a:rect l="l" t="t" r="r" b="b"/>
            <a:pathLst>
              <a:path w="5877" h="10981">
                <a:moveTo>
                  <a:pt x="5411" y="0"/>
                </a:moveTo>
                <a:cubicBezTo>
                  <a:pt x="5308" y="0"/>
                  <a:pt x="5206" y="53"/>
                  <a:pt x="5142" y="181"/>
                </a:cubicBezTo>
                <a:cubicBezTo>
                  <a:pt x="3270" y="3559"/>
                  <a:pt x="1490" y="6960"/>
                  <a:pt x="97" y="10567"/>
                </a:cubicBezTo>
                <a:cubicBezTo>
                  <a:pt x="0" y="10816"/>
                  <a:pt x="214" y="10981"/>
                  <a:pt x="433" y="10981"/>
                </a:cubicBezTo>
                <a:cubicBezTo>
                  <a:pt x="575" y="10981"/>
                  <a:pt x="719" y="10911"/>
                  <a:pt x="782" y="10749"/>
                </a:cubicBezTo>
                <a:cubicBezTo>
                  <a:pt x="2152" y="7211"/>
                  <a:pt x="3909" y="3856"/>
                  <a:pt x="5735" y="524"/>
                </a:cubicBezTo>
                <a:cubicBezTo>
                  <a:pt x="5876" y="257"/>
                  <a:pt x="5640" y="0"/>
                  <a:pt x="5411" y="0"/>
                </a:cubicBezTo>
                <a:close/>
              </a:path>
            </a:pathLst>
          </a:custGeom>
          <a:solidFill>
            <a:srgbClr val="BC8662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1" name="Google Shape;491;p24">
            <a:extLst>
              <a:ext uri="{FF2B5EF4-FFF2-40B4-BE49-F238E27FC236}">
                <a16:creationId xmlns:a16="http://schemas.microsoft.com/office/drawing/2014/main" id="{3AD9B7C1-7C31-4AE6-8041-872A2E19AE9C}"/>
              </a:ext>
            </a:extLst>
          </p:cNvPr>
          <p:cNvSpPr>
            <a:spLocks noGrp="1"/>
          </p:cNvSpPr>
          <p:nvPr/>
        </p:nvSpPr>
        <p:spPr>
          <a:xfrm>
            <a:off x="223963" y="3376474"/>
            <a:ext cx="50207" cy="97462"/>
          </a:xfrm>
          <a:custGeom>
            <a:avLst/>
            <a:gdLst/>
            <a:ahLst/>
            <a:cxnLst/>
            <a:rect l="l" t="t" r="r" b="b"/>
            <a:pathLst>
              <a:path w="1463" h="2840">
                <a:moveTo>
                  <a:pt x="1047" y="0"/>
                </a:moveTo>
                <a:cubicBezTo>
                  <a:pt x="911" y="0"/>
                  <a:pt x="778" y="75"/>
                  <a:pt x="732" y="248"/>
                </a:cubicBezTo>
                <a:cubicBezTo>
                  <a:pt x="550" y="979"/>
                  <a:pt x="253" y="1664"/>
                  <a:pt x="71" y="2394"/>
                </a:cubicBezTo>
                <a:cubicBezTo>
                  <a:pt x="1" y="2660"/>
                  <a:pt x="222" y="2840"/>
                  <a:pt x="430" y="2840"/>
                </a:cubicBezTo>
                <a:cubicBezTo>
                  <a:pt x="562" y="2840"/>
                  <a:pt x="688" y="2767"/>
                  <a:pt x="732" y="2599"/>
                </a:cubicBezTo>
                <a:cubicBezTo>
                  <a:pt x="938" y="1869"/>
                  <a:pt x="1212" y="1161"/>
                  <a:pt x="1394" y="431"/>
                </a:cubicBezTo>
                <a:cubicBezTo>
                  <a:pt x="1463" y="170"/>
                  <a:pt x="1251" y="0"/>
                  <a:pt x="1047" y="0"/>
                </a:cubicBezTo>
                <a:close/>
              </a:path>
            </a:pathLst>
          </a:custGeom>
          <a:solidFill>
            <a:srgbClr val="BC8662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2" name="Google Shape;492;p24">
            <a:extLst>
              <a:ext uri="{FF2B5EF4-FFF2-40B4-BE49-F238E27FC236}">
                <a16:creationId xmlns:a16="http://schemas.microsoft.com/office/drawing/2014/main" id="{8F8CCFFB-E0F7-4B16-B443-427A1E027053}"/>
              </a:ext>
            </a:extLst>
          </p:cNvPr>
          <p:cNvSpPr>
            <a:spLocks noGrp="1"/>
          </p:cNvSpPr>
          <p:nvPr/>
        </p:nvSpPr>
        <p:spPr>
          <a:xfrm>
            <a:off x="131887" y="3353755"/>
            <a:ext cx="91388" cy="228555"/>
          </a:xfrm>
          <a:custGeom>
            <a:avLst/>
            <a:gdLst/>
            <a:ahLst/>
            <a:cxnLst/>
            <a:rect l="l" t="t" r="r" b="b"/>
            <a:pathLst>
              <a:path w="2663" h="6660">
                <a:moveTo>
                  <a:pt x="2241" y="0"/>
                </a:moveTo>
                <a:cubicBezTo>
                  <a:pt x="2102" y="0"/>
                  <a:pt x="1964" y="75"/>
                  <a:pt x="1909" y="248"/>
                </a:cubicBezTo>
                <a:cubicBezTo>
                  <a:pt x="1316" y="2234"/>
                  <a:pt x="768" y="4243"/>
                  <a:pt x="83" y="6229"/>
                </a:cubicBezTo>
                <a:cubicBezTo>
                  <a:pt x="1" y="6489"/>
                  <a:pt x="207" y="6659"/>
                  <a:pt x="419" y="6659"/>
                </a:cubicBezTo>
                <a:cubicBezTo>
                  <a:pt x="560" y="6659"/>
                  <a:pt x="704" y="6584"/>
                  <a:pt x="768" y="6411"/>
                </a:cubicBezTo>
                <a:cubicBezTo>
                  <a:pt x="1430" y="4425"/>
                  <a:pt x="2000" y="2417"/>
                  <a:pt x="2594" y="431"/>
                </a:cubicBezTo>
                <a:cubicBezTo>
                  <a:pt x="2662" y="170"/>
                  <a:pt x="2451" y="0"/>
                  <a:pt x="2241" y="0"/>
                </a:cubicBezTo>
                <a:close/>
              </a:path>
            </a:pathLst>
          </a:custGeom>
          <a:solidFill>
            <a:srgbClr val="BC8662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3" name="Google Shape;493;p24">
            <a:extLst>
              <a:ext uri="{FF2B5EF4-FFF2-40B4-BE49-F238E27FC236}">
                <a16:creationId xmlns:a16="http://schemas.microsoft.com/office/drawing/2014/main" id="{57CE942D-D532-4455-AF09-E381AE02A5D5}"/>
              </a:ext>
            </a:extLst>
          </p:cNvPr>
          <p:cNvSpPr>
            <a:spLocks noGrp="1"/>
          </p:cNvSpPr>
          <p:nvPr/>
        </p:nvSpPr>
        <p:spPr>
          <a:xfrm>
            <a:off x="132848" y="3527646"/>
            <a:ext cx="109988" cy="374232"/>
          </a:xfrm>
          <a:custGeom>
            <a:avLst/>
            <a:gdLst/>
            <a:ahLst/>
            <a:cxnLst/>
            <a:rect l="l" t="t" r="r" b="b"/>
            <a:pathLst>
              <a:path w="3205" h="10905">
                <a:moveTo>
                  <a:pt x="2789" y="1"/>
                </a:moveTo>
                <a:cubicBezTo>
                  <a:pt x="2653" y="1"/>
                  <a:pt x="2520" y="76"/>
                  <a:pt x="2474" y="249"/>
                </a:cubicBezTo>
                <a:cubicBezTo>
                  <a:pt x="1584" y="3627"/>
                  <a:pt x="808" y="7051"/>
                  <a:pt x="55" y="10474"/>
                </a:cubicBezTo>
                <a:cubicBezTo>
                  <a:pt x="0" y="10735"/>
                  <a:pt x="217" y="10905"/>
                  <a:pt x="424" y="10905"/>
                </a:cubicBezTo>
                <a:cubicBezTo>
                  <a:pt x="561" y="10905"/>
                  <a:pt x="694" y="10830"/>
                  <a:pt x="740" y="10657"/>
                </a:cubicBezTo>
                <a:cubicBezTo>
                  <a:pt x="1493" y="7233"/>
                  <a:pt x="2246" y="3832"/>
                  <a:pt x="3136" y="431"/>
                </a:cubicBezTo>
                <a:cubicBezTo>
                  <a:pt x="3205" y="171"/>
                  <a:pt x="2993" y="1"/>
                  <a:pt x="2789" y="1"/>
                </a:cubicBezTo>
                <a:close/>
              </a:path>
            </a:pathLst>
          </a:custGeom>
          <a:solidFill>
            <a:srgbClr val="BC8662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4" name="Google Shape;494;p24">
            <a:extLst>
              <a:ext uri="{FF2B5EF4-FFF2-40B4-BE49-F238E27FC236}">
                <a16:creationId xmlns:a16="http://schemas.microsoft.com/office/drawing/2014/main" id="{22ACDBD3-F6C6-434D-ADD8-2630D81D8EEC}"/>
              </a:ext>
            </a:extLst>
          </p:cNvPr>
          <p:cNvSpPr>
            <a:spLocks noGrp="1"/>
          </p:cNvSpPr>
          <p:nvPr/>
        </p:nvSpPr>
        <p:spPr>
          <a:xfrm>
            <a:off x="24711" y="3638871"/>
            <a:ext cx="95162" cy="271966"/>
          </a:xfrm>
          <a:custGeom>
            <a:avLst/>
            <a:gdLst/>
            <a:ahLst/>
            <a:cxnLst/>
            <a:rect l="l" t="t" r="r" b="b"/>
            <a:pathLst>
              <a:path w="2773" h="7925">
                <a:moveTo>
                  <a:pt x="2356" y="1"/>
                </a:moveTo>
                <a:cubicBezTo>
                  <a:pt x="2220" y="1"/>
                  <a:pt x="2087" y="76"/>
                  <a:pt x="2042" y="249"/>
                </a:cubicBezTo>
                <a:cubicBezTo>
                  <a:pt x="1426" y="2668"/>
                  <a:pt x="535" y="5042"/>
                  <a:pt x="56" y="7484"/>
                </a:cubicBezTo>
                <a:cubicBezTo>
                  <a:pt x="1" y="7746"/>
                  <a:pt x="220" y="7925"/>
                  <a:pt x="423" y="7925"/>
                </a:cubicBezTo>
                <a:cubicBezTo>
                  <a:pt x="556" y="7925"/>
                  <a:pt x="682" y="7848"/>
                  <a:pt x="718" y="7667"/>
                </a:cubicBezTo>
                <a:cubicBezTo>
                  <a:pt x="1197" y="5225"/>
                  <a:pt x="2088" y="2851"/>
                  <a:pt x="2704" y="431"/>
                </a:cubicBezTo>
                <a:cubicBezTo>
                  <a:pt x="2772" y="171"/>
                  <a:pt x="2561" y="1"/>
                  <a:pt x="2356" y="1"/>
                </a:cubicBezTo>
                <a:close/>
              </a:path>
            </a:pathLst>
          </a:custGeom>
          <a:solidFill>
            <a:srgbClr val="BC8662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5" name="Google Shape;495;p24">
            <a:extLst>
              <a:ext uri="{FF2B5EF4-FFF2-40B4-BE49-F238E27FC236}">
                <a16:creationId xmlns:a16="http://schemas.microsoft.com/office/drawing/2014/main" id="{B92993E0-6776-4B81-B5D2-1587BCB33684}"/>
              </a:ext>
            </a:extLst>
          </p:cNvPr>
          <p:cNvSpPr>
            <a:spLocks noGrp="1"/>
          </p:cNvSpPr>
          <p:nvPr/>
        </p:nvSpPr>
        <p:spPr>
          <a:xfrm>
            <a:off x="30202" y="3947187"/>
            <a:ext cx="61017" cy="195129"/>
          </a:xfrm>
          <a:custGeom>
            <a:avLst/>
            <a:gdLst/>
            <a:ahLst/>
            <a:cxnLst/>
            <a:rect l="l" t="t" r="r" b="b"/>
            <a:pathLst>
              <a:path w="1778" h="5686">
                <a:moveTo>
                  <a:pt x="1355" y="0"/>
                </a:moveTo>
                <a:cubicBezTo>
                  <a:pt x="1222" y="0"/>
                  <a:pt x="1096" y="77"/>
                  <a:pt x="1060" y="258"/>
                </a:cubicBezTo>
                <a:cubicBezTo>
                  <a:pt x="718" y="1924"/>
                  <a:pt x="398" y="3590"/>
                  <a:pt x="56" y="5234"/>
                </a:cubicBezTo>
                <a:cubicBezTo>
                  <a:pt x="1" y="5510"/>
                  <a:pt x="221" y="5686"/>
                  <a:pt x="424" y="5686"/>
                </a:cubicBezTo>
                <a:cubicBezTo>
                  <a:pt x="556" y="5686"/>
                  <a:pt x="682" y="5611"/>
                  <a:pt x="718" y="5439"/>
                </a:cubicBezTo>
                <a:cubicBezTo>
                  <a:pt x="1060" y="3773"/>
                  <a:pt x="1380" y="2107"/>
                  <a:pt x="1722" y="441"/>
                </a:cubicBezTo>
                <a:cubicBezTo>
                  <a:pt x="1777" y="179"/>
                  <a:pt x="1558" y="0"/>
                  <a:pt x="1355" y="0"/>
                </a:cubicBezTo>
                <a:close/>
              </a:path>
            </a:pathLst>
          </a:custGeom>
          <a:solidFill>
            <a:srgbClr val="BC8662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6" name="Google Shape;496;p24">
            <a:extLst>
              <a:ext uri="{FF2B5EF4-FFF2-40B4-BE49-F238E27FC236}">
                <a16:creationId xmlns:a16="http://schemas.microsoft.com/office/drawing/2014/main" id="{5D536A43-4CB8-49DB-A7ED-DFDD639DB3AB}"/>
              </a:ext>
            </a:extLst>
          </p:cNvPr>
          <p:cNvSpPr>
            <a:spLocks noGrp="1"/>
          </p:cNvSpPr>
          <p:nvPr/>
        </p:nvSpPr>
        <p:spPr>
          <a:xfrm>
            <a:off x="16441" y="4198843"/>
            <a:ext cx="65821" cy="385420"/>
          </a:xfrm>
          <a:custGeom>
            <a:avLst/>
            <a:gdLst/>
            <a:ahLst/>
            <a:cxnLst/>
            <a:rect l="l" t="t" r="r" b="b"/>
            <a:pathLst>
              <a:path w="1918" h="11231">
                <a:moveTo>
                  <a:pt x="1584" y="1"/>
                </a:moveTo>
                <a:cubicBezTo>
                  <a:pt x="1410" y="1"/>
                  <a:pt x="1221" y="115"/>
                  <a:pt x="1187" y="343"/>
                </a:cubicBezTo>
                <a:cubicBezTo>
                  <a:pt x="754" y="3858"/>
                  <a:pt x="366" y="7373"/>
                  <a:pt x="23" y="10888"/>
                </a:cubicBezTo>
                <a:cubicBezTo>
                  <a:pt x="0" y="11117"/>
                  <a:pt x="166" y="11231"/>
                  <a:pt x="343" y="11231"/>
                </a:cubicBezTo>
                <a:cubicBezTo>
                  <a:pt x="520" y="11231"/>
                  <a:pt x="708" y="11117"/>
                  <a:pt x="731" y="10888"/>
                </a:cubicBezTo>
                <a:cubicBezTo>
                  <a:pt x="1073" y="7373"/>
                  <a:pt x="1438" y="3858"/>
                  <a:pt x="1895" y="343"/>
                </a:cubicBezTo>
                <a:cubicBezTo>
                  <a:pt x="1918" y="115"/>
                  <a:pt x="1758" y="1"/>
                  <a:pt x="1584" y="1"/>
                </a:cubicBezTo>
                <a:close/>
              </a:path>
            </a:pathLst>
          </a:custGeom>
          <a:solidFill>
            <a:srgbClr val="BC8662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7" name="Google Shape;497;p24">
            <a:extLst>
              <a:ext uri="{FF2B5EF4-FFF2-40B4-BE49-F238E27FC236}">
                <a16:creationId xmlns:a16="http://schemas.microsoft.com/office/drawing/2014/main" id="{C77A87F6-8E8E-437D-B3C0-863521B31C84}"/>
              </a:ext>
            </a:extLst>
          </p:cNvPr>
          <p:cNvSpPr>
            <a:spLocks noGrp="1"/>
          </p:cNvSpPr>
          <p:nvPr/>
        </p:nvSpPr>
        <p:spPr>
          <a:xfrm>
            <a:off x="469648" y="2525004"/>
            <a:ext cx="61463" cy="183907"/>
          </a:xfrm>
          <a:custGeom>
            <a:avLst/>
            <a:gdLst/>
            <a:ahLst/>
            <a:cxnLst/>
            <a:rect l="l" t="t" r="r" b="b"/>
            <a:pathLst>
              <a:path w="1791" h="5359">
                <a:moveTo>
                  <a:pt x="1364" y="0"/>
                </a:moveTo>
                <a:cubicBezTo>
                  <a:pt x="1228" y="0"/>
                  <a:pt x="1097" y="75"/>
                  <a:pt x="1060" y="248"/>
                </a:cubicBezTo>
                <a:cubicBezTo>
                  <a:pt x="718" y="1800"/>
                  <a:pt x="398" y="3375"/>
                  <a:pt x="56" y="4928"/>
                </a:cubicBezTo>
                <a:cubicBezTo>
                  <a:pt x="1" y="5188"/>
                  <a:pt x="218" y="5358"/>
                  <a:pt x="425" y="5358"/>
                </a:cubicBezTo>
                <a:cubicBezTo>
                  <a:pt x="562" y="5358"/>
                  <a:pt x="695" y="5283"/>
                  <a:pt x="741" y="5110"/>
                </a:cubicBezTo>
                <a:cubicBezTo>
                  <a:pt x="1083" y="3558"/>
                  <a:pt x="1380" y="1983"/>
                  <a:pt x="1722" y="431"/>
                </a:cubicBezTo>
                <a:cubicBezTo>
                  <a:pt x="1791" y="170"/>
                  <a:pt x="1571" y="0"/>
                  <a:pt x="1364" y="0"/>
                </a:cubicBezTo>
                <a:close/>
              </a:path>
            </a:pathLst>
          </a:custGeom>
          <a:solidFill>
            <a:srgbClr val="BC8662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8" name="Google Shape;498;p24">
            <a:extLst>
              <a:ext uri="{FF2B5EF4-FFF2-40B4-BE49-F238E27FC236}">
                <a16:creationId xmlns:a16="http://schemas.microsoft.com/office/drawing/2014/main" id="{07502582-EBF0-4E0A-A785-1B9D95BBE1F6}"/>
              </a:ext>
            </a:extLst>
          </p:cNvPr>
          <p:cNvSpPr>
            <a:spLocks noGrp="1"/>
          </p:cNvSpPr>
          <p:nvPr/>
        </p:nvSpPr>
        <p:spPr>
          <a:xfrm>
            <a:off x="568072" y="2758951"/>
            <a:ext cx="138059" cy="103570"/>
          </a:xfrm>
          <a:custGeom>
            <a:avLst/>
            <a:gdLst/>
            <a:ahLst/>
            <a:cxnLst/>
            <a:rect l="l" t="t" r="r" b="b"/>
            <a:pathLst>
              <a:path w="4023" h="3018">
                <a:moveTo>
                  <a:pt x="3522" y="1"/>
                </a:moveTo>
                <a:cubicBezTo>
                  <a:pt x="3468" y="1"/>
                  <a:pt x="3410" y="16"/>
                  <a:pt x="3351" y="51"/>
                </a:cubicBezTo>
                <a:cubicBezTo>
                  <a:pt x="2209" y="713"/>
                  <a:pt x="1274" y="1603"/>
                  <a:pt x="269" y="2447"/>
                </a:cubicBezTo>
                <a:cubicBezTo>
                  <a:pt x="1" y="2662"/>
                  <a:pt x="252" y="3017"/>
                  <a:pt x="538" y="3017"/>
                </a:cubicBezTo>
                <a:cubicBezTo>
                  <a:pt x="616" y="3017"/>
                  <a:pt x="698" y="2991"/>
                  <a:pt x="771" y="2927"/>
                </a:cubicBezTo>
                <a:cubicBezTo>
                  <a:pt x="1730" y="2128"/>
                  <a:pt x="2620" y="1283"/>
                  <a:pt x="3693" y="667"/>
                </a:cubicBezTo>
                <a:cubicBezTo>
                  <a:pt x="4022" y="473"/>
                  <a:pt x="3826" y="1"/>
                  <a:pt x="3522" y="1"/>
                </a:cubicBezTo>
                <a:close/>
              </a:path>
            </a:pathLst>
          </a:custGeom>
          <a:solidFill>
            <a:srgbClr val="BC8662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9" name="Google Shape;499;p24">
            <a:extLst>
              <a:ext uri="{FF2B5EF4-FFF2-40B4-BE49-F238E27FC236}">
                <a16:creationId xmlns:a16="http://schemas.microsoft.com/office/drawing/2014/main" id="{85B97D5A-125C-43D7-A629-1222D5725A09}"/>
              </a:ext>
            </a:extLst>
          </p:cNvPr>
          <p:cNvSpPr>
            <a:spLocks noGrp="1"/>
          </p:cNvSpPr>
          <p:nvPr/>
        </p:nvSpPr>
        <p:spPr>
          <a:xfrm>
            <a:off x="885139" y="2990977"/>
            <a:ext cx="21174" cy="17262"/>
          </a:xfrm>
          <a:custGeom>
            <a:avLst/>
            <a:gdLst/>
            <a:ahLst/>
            <a:cxnLst/>
            <a:rect l="l" t="t" r="r" b="b"/>
            <a:pathLst>
              <a:path w="617" h="503">
                <a:moveTo>
                  <a:pt x="434" y="0"/>
                </a:moveTo>
                <a:cubicBezTo>
                  <a:pt x="297" y="137"/>
                  <a:pt x="160" y="274"/>
                  <a:pt x="1" y="411"/>
                </a:cubicBezTo>
                <a:cubicBezTo>
                  <a:pt x="206" y="457"/>
                  <a:pt x="411" y="502"/>
                  <a:pt x="617" y="502"/>
                </a:cubicBezTo>
                <a:cubicBezTo>
                  <a:pt x="571" y="343"/>
                  <a:pt x="503" y="160"/>
                  <a:pt x="434" y="0"/>
                </a:cubicBezTo>
                <a:close/>
              </a:path>
            </a:pathLst>
          </a:custGeom>
          <a:solidFill>
            <a:srgbClr val="246F6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0" name="Google Shape;500;p24">
            <a:extLst>
              <a:ext uri="{FF2B5EF4-FFF2-40B4-BE49-F238E27FC236}">
                <a16:creationId xmlns:a16="http://schemas.microsoft.com/office/drawing/2014/main" id="{FD6A626B-313F-4906-8DDF-7E922BD40775}"/>
              </a:ext>
            </a:extLst>
          </p:cNvPr>
          <p:cNvSpPr>
            <a:spLocks noGrp="1"/>
          </p:cNvSpPr>
          <p:nvPr/>
        </p:nvSpPr>
        <p:spPr>
          <a:xfrm>
            <a:off x="536568" y="2741861"/>
            <a:ext cx="627461" cy="633741"/>
          </a:xfrm>
          <a:custGeom>
            <a:avLst/>
            <a:gdLst/>
            <a:ahLst/>
            <a:cxnLst/>
            <a:rect l="l" t="t" r="r" b="b"/>
            <a:pathLst>
              <a:path w="18284" h="18467">
                <a:moveTo>
                  <a:pt x="10591" y="7259"/>
                </a:moveTo>
                <a:cubicBezTo>
                  <a:pt x="10660" y="7419"/>
                  <a:pt x="10728" y="7602"/>
                  <a:pt x="10774" y="7761"/>
                </a:cubicBezTo>
                <a:cubicBezTo>
                  <a:pt x="10568" y="7761"/>
                  <a:pt x="10363" y="7716"/>
                  <a:pt x="10158" y="7670"/>
                </a:cubicBezTo>
                <a:cubicBezTo>
                  <a:pt x="10317" y="7533"/>
                  <a:pt x="10454" y="7396"/>
                  <a:pt x="10591" y="7259"/>
                </a:cubicBezTo>
                <a:close/>
                <a:moveTo>
                  <a:pt x="14928" y="1"/>
                </a:moveTo>
                <a:cubicBezTo>
                  <a:pt x="14677" y="1"/>
                  <a:pt x="14426" y="343"/>
                  <a:pt x="14677" y="594"/>
                </a:cubicBezTo>
                <a:cubicBezTo>
                  <a:pt x="17348" y="3356"/>
                  <a:pt x="14472" y="7100"/>
                  <a:pt x="11230" y="7100"/>
                </a:cubicBezTo>
                <a:cubicBezTo>
                  <a:pt x="10934" y="7100"/>
                  <a:pt x="10637" y="7077"/>
                  <a:pt x="10363" y="7008"/>
                </a:cubicBezTo>
                <a:lnTo>
                  <a:pt x="10272" y="7008"/>
                </a:lnTo>
                <a:cubicBezTo>
                  <a:pt x="10066" y="7008"/>
                  <a:pt x="9838" y="7191"/>
                  <a:pt x="9929" y="7442"/>
                </a:cubicBezTo>
                <a:cubicBezTo>
                  <a:pt x="10888" y="10021"/>
                  <a:pt x="11322" y="13240"/>
                  <a:pt x="9884" y="15727"/>
                </a:cubicBezTo>
                <a:cubicBezTo>
                  <a:pt x="9039" y="17211"/>
                  <a:pt x="7761" y="17805"/>
                  <a:pt x="6414" y="17805"/>
                </a:cubicBezTo>
                <a:cubicBezTo>
                  <a:pt x="4291" y="17805"/>
                  <a:pt x="1963" y="16389"/>
                  <a:pt x="685" y="14746"/>
                </a:cubicBezTo>
                <a:cubicBezTo>
                  <a:pt x="617" y="14677"/>
                  <a:pt x="548" y="14632"/>
                  <a:pt x="457" y="14632"/>
                </a:cubicBezTo>
                <a:cubicBezTo>
                  <a:pt x="229" y="14632"/>
                  <a:pt x="0" y="14974"/>
                  <a:pt x="206" y="15248"/>
                </a:cubicBezTo>
                <a:cubicBezTo>
                  <a:pt x="1644" y="17097"/>
                  <a:pt x="3949" y="18466"/>
                  <a:pt x="6186" y="18466"/>
                </a:cubicBezTo>
                <a:cubicBezTo>
                  <a:pt x="7487" y="18466"/>
                  <a:pt x="8765" y="18010"/>
                  <a:pt x="9861" y="16914"/>
                </a:cubicBezTo>
                <a:cubicBezTo>
                  <a:pt x="12121" y="14632"/>
                  <a:pt x="11733" y="10615"/>
                  <a:pt x="10774" y="7761"/>
                </a:cubicBezTo>
                <a:lnTo>
                  <a:pt x="10774" y="7761"/>
                </a:lnTo>
                <a:cubicBezTo>
                  <a:pt x="10911" y="7784"/>
                  <a:pt x="11071" y="7784"/>
                  <a:pt x="11208" y="7784"/>
                </a:cubicBezTo>
                <a:cubicBezTo>
                  <a:pt x="15042" y="7784"/>
                  <a:pt x="18283" y="3333"/>
                  <a:pt x="15156" y="115"/>
                </a:cubicBezTo>
                <a:cubicBezTo>
                  <a:pt x="15088" y="47"/>
                  <a:pt x="15019" y="1"/>
                  <a:pt x="14928" y="1"/>
                </a:cubicBezTo>
                <a:close/>
              </a:path>
            </a:pathLst>
          </a:custGeom>
          <a:solidFill>
            <a:srgbClr val="246F6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1" name="Google Shape;501;p24">
            <a:extLst>
              <a:ext uri="{FF2B5EF4-FFF2-40B4-BE49-F238E27FC236}">
                <a16:creationId xmlns:a16="http://schemas.microsoft.com/office/drawing/2014/main" id="{1D6ADFB2-9133-4532-B12E-87E11115C6C1}"/>
              </a:ext>
            </a:extLst>
          </p:cNvPr>
          <p:cNvSpPr>
            <a:spLocks noGrp="1"/>
          </p:cNvSpPr>
          <p:nvPr/>
        </p:nvSpPr>
        <p:spPr>
          <a:xfrm>
            <a:off x="579638" y="2976872"/>
            <a:ext cx="196639" cy="177044"/>
          </a:xfrm>
          <a:custGeom>
            <a:avLst/>
            <a:gdLst/>
            <a:ahLst/>
            <a:cxnLst/>
            <a:rect l="l" t="t" r="r" b="b"/>
            <a:pathLst>
              <a:path w="5730" h="5159">
                <a:moveTo>
                  <a:pt x="5045" y="0"/>
                </a:moveTo>
                <a:cubicBezTo>
                  <a:pt x="4840" y="0"/>
                  <a:pt x="4611" y="160"/>
                  <a:pt x="4680" y="434"/>
                </a:cubicBezTo>
                <a:cubicBezTo>
                  <a:pt x="5136" y="2306"/>
                  <a:pt x="4064" y="4429"/>
                  <a:pt x="2420" y="4429"/>
                </a:cubicBezTo>
                <a:cubicBezTo>
                  <a:pt x="1918" y="4429"/>
                  <a:pt x="1347" y="4223"/>
                  <a:pt x="754" y="3744"/>
                </a:cubicBezTo>
                <a:cubicBezTo>
                  <a:pt x="685" y="3675"/>
                  <a:pt x="617" y="3652"/>
                  <a:pt x="526" y="3652"/>
                </a:cubicBezTo>
                <a:cubicBezTo>
                  <a:pt x="252" y="3652"/>
                  <a:pt x="1" y="4018"/>
                  <a:pt x="275" y="4246"/>
                </a:cubicBezTo>
                <a:cubicBezTo>
                  <a:pt x="937" y="4771"/>
                  <a:pt x="1758" y="5159"/>
                  <a:pt x="2557" y="5159"/>
                </a:cubicBezTo>
                <a:cubicBezTo>
                  <a:pt x="3105" y="5159"/>
                  <a:pt x="3653" y="4976"/>
                  <a:pt x="4155" y="4543"/>
                </a:cubicBezTo>
                <a:cubicBezTo>
                  <a:pt x="5410" y="3470"/>
                  <a:pt x="5730" y="1781"/>
                  <a:pt x="5342" y="229"/>
                </a:cubicBezTo>
                <a:cubicBezTo>
                  <a:pt x="5296" y="69"/>
                  <a:pt x="5182" y="0"/>
                  <a:pt x="5045" y="0"/>
                </a:cubicBezTo>
                <a:close/>
              </a:path>
            </a:pathLst>
          </a:custGeom>
          <a:solidFill>
            <a:srgbClr val="246F6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2" name="Google Shape;502;p24">
            <a:extLst>
              <a:ext uri="{FF2B5EF4-FFF2-40B4-BE49-F238E27FC236}">
                <a16:creationId xmlns:a16="http://schemas.microsoft.com/office/drawing/2014/main" id="{3A9406BF-2B7E-430E-9D9B-0B2962554A15}"/>
              </a:ext>
            </a:extLst>
          </p:cNvPr>
          <p:cNvSpPr>
            <a:spLocks noGrp="1"/>
          </p:cNvSpPr>
          <p:nvPr/>
        </p:nvSpPr>
        <p:spPr>
          <a:xfrm>
            <a:off x="1077047" y="2477095"/>
            <a:ext cx="17262" cy="16507"/>
          </a:xfrm>
          <a:custGeom>
            <a:avLst/>
            <a:gdLst/>
            <a:ahLst/>
            <a:cxnLst/>
            <a:rect l="l" t="t" r="r" b="b"/>
            <a:pathLst>
              <a:path w="503" h="481">
                <a:moveTo>
                  <a:pt x="389" y="1"/>
                </a:moveTo>
                <a:cubicBezTo>
                  <a:pt x="252" y="92"/>
                  <a:pt x="115" y="184"/>
                  <a:pt x="1" y="275"/>
                </a:cubicBezTo>
                <a:cubicBezTo>
                  <a:pt x="161" y="343"/>
                  <a:pt x="343" y="412"/>
                  <a:pt x="503" y="480"/>
                </a:cubicBezTo>
                <a:cubicBezTo>
                  <a:pt x="480" y="321"/>
                  <a:pt x="434" y="161"/>
                  <a:pt x="389" y="1"/>
                </a:cubicBezTo>
                <a:close/>
              </a:path>
            </a:pathLst>
          </a:custGeom>
          <a:solidFill>
            <a:srgbClr val="246F6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3" name="Google Shape;503;p24">
            <a:extLst>
              <a:ext uri="{FF2B5EF4-FFF2-40B4-BE49-F238E27FC236}">
                <a16:creationId xmlns:a16="http://schemas.microsoft.com/office/drawing/2014/main" id="{C169D662-CC69-487C-938E-B6065127E229}"/>
              </a:ext>
            </a:extLst>
          </p:cNvPr>
          <p:cNvSpPr>
            <a:spLocks noGrp="1"/>
          </p:cNvSpPr>
          <p:nvPr/>
        </p:nvSpPr>
        <p:spPr>
          <a:xfrm>
            <a:off x="749616" y="2346308"/>
            <a:ext cx="710510" cy="539711"/>
          </a:xfrm>
          <a:custGeom>
            <a:avLst/>
            <a:gdLst/>
            <a:ahLst/>
            <a:cxnLst/>
            <a:rect l="l" t="t" r="r" b="b"/>
            <a:pathLst>
              <a:path w="20704" h="15727">
                <a:moveTo>
                  <a:pt x="5045" y="0"/>
                </a:moveTo>
                <a:cubicBezTo>
                  <a:pt x="2489" y="0"/>
                  <a:pt x="503" y="2032"/>
                  <a:pt x="46" y="4474"/>
                </a:cubicBezTo>
                <a:cubicBezTo>
                  <a:pt x="1" y="4725"/>
                  <a:pt x="229" y="4908"/>
                  <a:pt x="434" y="4908"/>
                </a:cubicBezTo>
                <a:cubicBezTo>
                  <a:pt x="571" y="4908"/>
                  <a:pt x="686" y="4816"/>
                  <a:pt x="731" y="4656"/>
                </a:cubicBezTo>
                <a:cubicBezTo>
                  <a:pt x="1188" y="2123"/>
                  <a:pt x="3174" y="799"/>
                  <a:pt x="5137" y="799"/>
                </a:cubicBezTo>
                <a:cubicBezTo>
                  <a:pt x="7008" y="799"/>
                  <a:pt x="8880" y="2009"/>
                  <a:pt x="9382" y="4474"/>
                </a:cubicBezTo>
                <a:cubicBezTo>
                  <a:pt x="9405" y="4634"/>
                  <a:pt x="9565" y="4748"/>
                  <a:pt x="9724" y="4748"/>
                </a:cubicBezTo>
                <a:cubicBezTo>
                  <a:pt x="9793" y="4748"/>
                  <a:pt x="9839" y="4725"/>
                  <a:pt x="9884" y="4702"/>
                </a:cubicBezTo>
                <a:cubicBezTo>
                  <a:pt x="11140" y="3743"/>
                  <a:pt x="12555" y="3059"/>
                  <a:pt x="14061" y="3059"/>
                </a:cubicBezTo>
                <a:cubicBezTo>
                  <a:pt x="14541" y="3059"/>
                  <a:pt x="15020" y="3127"/>
                  <a:pt x="15522" y="3264"/>
                </a:cubicBezTo>
                <a:cubicBezTo>
                  <a:pt x="17257" y="3812"/>
                  <a:pt x="18535" y="5387"/>
                  <a:pt x="19197" y="7007"/>
                </a:cubicBezTo>
                <a:cubicBezTo>
                  <a:pt x="19859" y="8628"/>
                  <a:pt x="19973" y="10523"/>
                  <a:pt x="19265" y="12143"/>
                </a:cubicBezTo>
                <a:cubicBezTo>
                  <a:pt x="18352" y="14129"/>
                  <a:pt x="16252" y="14905"/>
                  <a:pt x="14198" y="15019"/>
                </a:cubicBezTo>
                <a:cubicBezTo>
                  <a:pt x="13764" y="15065"/>
                  <a:pt x="13764" y="15727"/>
                  <a:pt x="14175" y="15727"/>
                </a:cubicBezTo>
                <a:lnTo>
                  <a:pt x="14198" y="15727"/>
                </a:lnTo>
                <a:cubicBezTo>
                  <a:pt x="16412" y="15590"/>
                  <a:pt x="18512" y="14814"/>
                  <a:pt x="19676" y="12828"/>
                </a:cubicBezTo>
                <a:cubicBezTo>
                  <a:pt x="20703" y="11093"/>
                  <a:pt x="20589" y="8856"/>
                  <a:pt x="19950" y="7007"/>
                </a:cubicBezTo>
                <a:cubicBezTo>
                  <a:pt x="19288" y="5181"/>
                  <a:pt x="17919" y="3470"/>
                  <a:pt x="16070" y="2739"/>
                </a:cubicBezTo>
                <a:cubicBezTo>
                  <a:pt x="15408" y="2465"/>
                  <a:pt x="14723" y="2351"/>
                  <a:pt x="14084" y="2351"/>
                </a:cubicBezTo>
                <a:cubicBezTo>
                  <a:pt x="12600" y="2351"/>
                  <a:pt x="11185" y="2945"/>
                  <a:pt x="9930" y="3812"/>
                </a:cubicBezTo>
                <a:cubicBezTo>
                  <a:pt x="9975" y="3972"/>
                  <a:pt x="10021" y="4132"/>
                  <a:pt x="10044" y="4291"/>
                </a:cubicBezTo>
                <a:cubicBezTo>
                  <a:pt x="9884" y="4223"/>
                  <a:pt x="9702" y="4154"/>
                  <a:pt x="9542" y="4086"/>
                </a:cubicBezTo>
                <a:cubicBezTo>
                  <a:pt x="9656" y="3995"/>
                  <a:pt x="9793" y="3903"/>
                  <a:pt x="9930" y="3812"/>
                </a:cubicBezTo>
                <a:cubicBezTo>
                  <a:pt x="9291" y="1575"/>
                  <a:pt x="7533" y="23"/>
                  <a:pt x="5114" y="0"/>
                </a:cubicBezTo>
                <a:close/>
              </a:path>
            </a:pathLst>
          </a:custGeom>
          <a:solidFill>
            <a:srgbClr val="246F6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4" name="Google Shape;504;p24">
            <a:extLst>
              <a:ext uri="{FF2B5EF4-FFF2-40B4-BE49-F238E27FC236}">
                <a16:creationId xmlns:a16="http://schemas.microsoft.com/office/drawing/2014/main" id="{7F010D7A-2E36-4FAC-AB99-8CE24A3106C4}"/>
              </a:ext>
            </a:extLst>
          </p:cNvPr>
          <p:cNvSpPr>
            <a:spLocks noGrp="1"/>
          </p:cNvSpPr>
          <p:nvPr/>
        </p:nvSpPr>
        <p:spPr>
          <a:xfrm>
            <a:off x="1192219" y="2570338"/>
            <a:ext cx="98731" cy="150414"/>
          </a:xfrm>
          <a:custGeom>
            <a:avLst/>
            <a:gdLst/>
            <a:ahLst/>
            <a:cxnLst/>
            <a:rect l="l" t="t" r="r" b="b"/>
            <a:pathLst>
              <a:path w="2877" h="4383">
                <a:moveTo>
                  <a:pt x="479" y="0"/>
                </a:moveTo>
                <a:cubicBezTo>
                  <a:pt x="183" y="0"/>
                  <a:pt x="0" y="457"/>
                  <a:pt x="297" y="662"/>
                </a:cubicBezTo>
                <a:cubicBezTo>
                  <a:pt x="1301" y="1324"/>
                  <a:pt x="2100" y="2671"/>
                  <a:pt x="1233" y="3766"/>
                </a:cubicBezTo>
                <a:cubicBezTo>
                  <a:pt x="1027" y="4040"/>
                  <a:pt x="1256" y="4383"/>
                  <a:pt x="1484" y="4383"/>
                </a:cubicBezTo>
                <a:cubicBezTo>
                  <a:pt x="1575" y="4383"/>
                  <a:pt x="1644" y="4360"/>
                  <a:pt x="1712" y="4268"/>
                </a:cubicBezTo>
                <a:cubicBezTo>
                  <a:pt x="2876" y="2785"/>
                  <a:pt x="2077" y="1004"/>
                  <a:pt x="639" y="69"/>
                </a:cubicBezTo>
                <a:cubicBezTo>
                  <a:pt x="594" y="23"/>
                  <a:pt x="525" y="0"/>
                  <a:pt x="479" y="0"/>
                </a:cubicBezTo>
                <a:close/>
              </a:path>
            </a:pathLst>
          </a:custGeom>
          <a:solidFill>
            <a:srgbClr val="246F6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5" name="Google Shape;505;p24">
            <a:extLst>
              <a:ext uri="{FF2B5EF4-FFF2-40B4-BE49-F238E27FC236}">
                <a16:creationId xmlns:a16="http://schemas.microsoft.com/office/drawing/2014/main" id="{010DD340-31DA-45CE-9E11-C2A052372956}"/>
              </a:ext>
            </a:extLst>
          </p:cNvPr>
          <p:cNvSpPr>
            <a:spLocks noGrp="1"/>
          </p:cNvSpPr>
          <p:nvPr/>
        </p:nvSpPr>
        <p:spPr>
          <a:xfrm>
            <a:off x="895331" y="2163015"/>
            <a:ext cx="21174" cy="14104"/>
          </a:xfrm>
          <a:custGeom>
            <a:avLst/>
            <a:gdLst/>
            <a:ahLst/>
            <a:cxnLst/>
            <a:rect l="l" t="t" r="r" b="b"/>
            <a:pathLst>
              <a:path w="617" h="411">
                <a:moveTo>
                  <a:pt x="343" y="0"/>
                </a:moveTo>
                <a:cubicBezTo>
                  <a:pt x="229" y="137"/>
                  <a:pt x="114" y="274"/>
                  <a:pt x="0" y="411"/>
                </a:cubicBezTo>
                <a:lnTo>
                  <a:pt x="617" y="411"/>
                </a:lnTo>
                <a:cubicBezTo>
                  <a:pt x="525" y="274"/>
                  <a:pt x="434" y="137"/>
                  <a:pt x="343" y="0"/>
                </a:cubicBezTo>
                <a:close/>
              </a:path>
            </a:pathLst>
          </a:custGeom>
          <a:solidFill>
            <a:srgbClr val="246F6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6" name="Google Shape;506;p24">
            <a:extLst>
              <a:ext uri="{FF2B5EF4-FFF2-40B4-BE49-F238E27FC236}">
                <a16:creationId xmlns:a16="http://schemas.microsoft.com/office/drawing/2014/main" id="{221F31F7-C533-4E0B-8EF4-1183ED8E4178}"/>
              </a:ext>
            </a:extLst>
          </p:cNvPr>
          <p:cNvSpPr>
            <a:spLocks noGrp="1"/>
          </p:cNvSpPr>
          <p:nvPr/>
        </p:nvSpPr>
        <p:spPr>
          <a:xfrm>
            <a:off x="621952" y="2055667"/>
            <a:ext cx="513870" cy="150448"/>
          </a:xfrm>
          <a:custGeom>
            <a:avLst/>
            <a:gdLst/>
            <a:ahLst/>
            <a:cxnLst/>
            <a:rect l="l" t="t" r="r" b="b"/>
            <a:pathLst>
              <a:path w="14974" h="4384">
                <a:moveTo>
                  <a:pt x="3652" y="1"/>
                </a:moveTo>
                <a:cubicBezTo>
                  <a:pt x="2100" y="1"/>
                  <a:pt x="913" y="1256"/>
                  <a:pt x="160" y="2535"/>
                </a:cubicBezTo>
                <a:cubicBezTo>
                  <a:pt x="0" y="2808"/>
                  <a:pt x="229" y="3060"/>
                  <a:pt x="480" y="3060"/>
                </a:cubicBezTo>
                <a:cubicBezTo>
                  <a:pt x="571" y="3060"/>
                  <a:pt x="685" y="3014"/>
                  <a:pt x="754" y="2877"/>
                </a:cubicBezTo>
                <a:cubicBezTo>
                  <a:pt x="1484" y="1667"/>
                  <a:pt x="2443" y="731"/>
                  <a:pt x="3744" y="731"/>
                </a:cubicBezTo>
                <a:cubicBezTo>
                  <a:pt x="4040" y="731"/>
                  <a:pt x="4337" y="777"/>
                  <a:pt x="4679" y="891"/>
                </a:cubicBezTo>
                <a:cubicBezTo>
                  <a:pt x="6095" y="1325"/>
                  <a:pt x="7190" y="2694"/>
                  <a:pt x="7966" y="3881"/>
                </a:cubicBezTo>
                <a:cubicBezTo>
                  <a:pt x="8058" y="3995"/>
                  <a:pt x="8149" y="4041"/>
                  <a:pt x="8263" y="4041"/>
                </a:cubicBezTo>
                <a:cubicBezTo>
                  <a:pt x="8377" y="4041"/>
                  <a:pt x="8491" y="3995"/>
                  <a:pt x="8583" y="3881"/>
                </a:cubicBezTo>
                <a:cubicBezTo>
                  <a:pt x="9359" y="2831"/>
                  <a:pt x="10888" y="1941"/>
                  <a:pt x="12166" y="1941"/>
                </a:cubicBezTo>
                <a:cubicBezTo>
                  <a:pt x="13193" y="1941"/>
                  <a:pt x="14061" y="2512"/>
                  <a:pt x="14243" y="4041"/>
                </a:cubicBezTo>
                <a:cubicBezTo>
                  <a:pt x="14266" y="4269"/>
                  <a:pt x="14472" y="4383"/>
                  <a:pt x="14631" y="4383"/>
                </a:cubicBezTo>
                <a:cubicBezTo>
                  <a:pt x="14814" y="4383"/>
                  <a:pt x="14974" y="4269"/>
                  <a:pt x="14951" y="4041"/>
                </a:cubicBezTo>
                <a:cubicBezTo>
                  <a:pt x="14700" y="2055"/>
                  <a:pt x="13536" y="1279"/>
                  <a:pt x="12166" y="1279"/>
                </a:cubicBezTo>
                <a:cubicBezTo>
                  <a:pt x="10819" y="1279"/>
                  <a:pt x="9313" y="2032"/>
                  <a:pt x="8309" y="3128"/>
                </a:cubicBezTo>
                <a:cubicBezTo>
                  <a:pt x="8400" y="3265"/>
                  <a:pt x="8491" y="3402"/>
                  <a:pt x="8583" y="3539"/>
                </a:cubicBezTo>
                <a:lnTo>
                  <a:pt x="7966" y="3539"/>
                </a:lnTo>
                <a:cubicBezTo>
                  <a:pt x="8080" y="3402"/>
                  <a:pt x="8195" y="3265"/>
                  <a:pt x="8309" y="3128"/>
                </a:cubicBezTo>
                <a:cubicBezTo>
                  <a:pt x="7304" y="1736"/>
                  <a:pt x="6026" y="457"/>
                  <a:pt x="4291" y="69"/>
                </a:cubicBezTo>
                <a:cubicBezTo>
                  <a:pt x="4063" y="24"/>
                  <a:pt x="3858" y="1"/>
                  <a:pt x="3652" y="1"/>
                </a:cubicBezTo>
                <a:close/>
              </a:path>
            </a:pathLst>
          </a:custGeom>
          <a:solidFill>
            <a:srgbClr val="246F6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7" name="Google Shape;507;p24">
            <a:extLst>
              <a:ext uri="{FF2B5EF4-FFF2-40B4-BE49-F238E27FC236}">
                <a16:creationId xmlns:a16="http://schemas.microsoft.com/office/drawing/2014/main" id="{09C6FD2A-FBE1-43C3-BC61-F22057C95246}"/>
              </a:ext>
            </a:extLst>
          </p:cNvPr>
          <p:cNvSpPr>
            <a:spLocks noGrp="1"/>
          </p:cNvSpPr>
          <p:nvPr/>
        </p:nvSpPr>
        <p:spPr>
          <a:xfrm>
            <a:off x="796632" y="1888057"/>
            <a:ext cx="177044" cy="61119"/>
          </a:xfrm>
          <a:custGeom>
            <a:avLst/>
            <a:gdLst/>
            <a:ahLst/>
            <a:cxnLst/>
            <a:rect l="l" t="t" r="r" b="b"/>
            <a:pathLst>
              <a:path w="5159" h="1781">
                <a:moveTo>
                  <a:pt x="2785" y="0"/>
                </a:moveTo>
                <a:cubicBezTo>
                  <a:pt x="1940" y="0"/>
                  <a:pt x="1027" y="388"/>
                  <a:pt x="274" y="1028"/>
                </a:cubicBezTo>
                <a:cubicBezTo>
                  <a:pt x="0" y="1256"/>
                  <a:pt x="251" y="1598"/>
                  <a:pt x="548" y="1598"/>
                </a:cubicBezTo>
                <a:cubicBezTo>
                  <a:pt x="617" y="1598"/>
                  <a:pt x="685" y="1575"/>
                  <a:pt x="776" y="1507"/>
                </a:cubicBezTo>
                <a:cubicBezTo>
                  <a:pt x="1370" y="1005"/>
                  <a:pt x="2077" y="685"/>
                  <a:pt x="2762" y="685"/>
                </a:cubicBezTo>
                <a:cubicBezTo>
                  <a:pt x="3378" y="685"/>
                  <a:pt x="3949" y="936"/>
                  <a:pt x="4383" y="1621"/>
                </a:cubicBezTo>
                <a:cubicBezTo>
                  <a:pt x="4451" y="1735"/>
                  <a:pt x="4565" y="1781"/>
                  <a:pt x="4657" y="1781"/>
                </a:cubicBezTo>
                <a:cubicBezTo>
                  <a:pt x="4908" y="1781"/>
                  <a:pt x="5159" y="1530"/>
                  <a:pt x="4976" y="1256"/>
                </a:cubicBezTo>
                <a:cubicBezTo>
                  <a:pt x="4406" y="366"/>
                  <a:pt x="3607" y="0"/>
                  <a:pt x="2785" y="0"/>
                </a:cubicBezTo>
                <a:close/>
              </a:path>
            </a:pathLst>
          </a:custGeom>
          <a:solidFill>
            <a:srgbClr val="246F6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8" name="Google Shape;508;p24">
            <a:extLst>
              <a:ext uri="{FF2B5EF4-FFF2-40B4-BE49-F238E27FC236}">
                <a16:creationId xmlns:a16="http://schemas.microsoft.com/office/drawing/2014/main" id="{26D65559-9140-43CD-BD3E-4950F03A4747}"/>
              </a:ext>
            </a:extLst>
          </p:cNvPr>
          <p:cNvSpPr>
            <a:spLocks noGrp="1"/>
          </p:cNvSpPr>
          <p:nvPr/>
        </p:nvSpPr>
        <p:spPr>
          <a:xfrm>
            <a:off x="2" y="1996948"/>
            <a:ext cx="277320" cy="172342"/>
          </a:xfrm>
          <a:custGeom>
            <a:avLst/>
            <a:gdLst/>
            <a:ahLst/>
            <a:cxnLst/>
            <a:rect l="l" t="t" r="r" b="b"/>
            <a:pathLst>
              <a:path w="8081" h="5022">
                <a:moveTo>
                  <a:pt x="4086" y="3721"/>
                </a:moveTo>
                <a:cubicBezTo>
                  <a:pt x="4268" y="3766"/>
                  <a:pt x="4474" y="3835"/>
                  <a:pt x="4679" y="3926"/>
                </a:cubicBezTo>
                <a:cubicBezTo>
                  <a:pt x="4542" y="4063"/>
                  <a:pt x="4405" y="4200"/>
                  <a:pt x="4268" y="4337"/>
                </a:cubicBezTo>
                <a:cubicBezTo>
                  <a:pt x="4177" y="4131"/>
                  <a:pt x="4109" y="3926"/>
                  <a:pt x="4086" y="3721"/>
                </a:cubicBezTo>
                <a:close/>
                <a:moveTo>
                  <a:pt x="6962" y="0"/>
                </a:moveTo>
                <a:cubicBezTo>
                  <a:pt x="5044" y="0"/>
                  <a:pt x="3698" y="1826"/>
                  <a:pt x="4086" y="3721"/>
                </a:cubicBezTo>
                <a:cubicBezTo>
                  <a:pt x="3538" y="3561"/>
                  <a:pt x="3013" y="3492"/>
                  <a:pt x="2511" y="3492"/>
                </a:cubicBezTo>
                <a:cubicBezTo>
                  <a:pt x="1575" y="3492"/>
                  <a:pt x="730" y="3743"/>
                  <a:pt x="0" y="4177"/>
                </a:cubicBezTo>
                <a:lnTo>
                  <a:pt x="0" y="5022"/>
                </a:lnTo>
                <a:cubicBezTo>
                  <a:pt x="685" y="4497"/>
                  <a:pt x="1552" y="4200"/>
                  <a:pt x="2534" y="4200"/>
                </a:cubicBezTo>
                <a:cubicBezTo>
                  <a:pt x="3150" y="4200"/>
                  <a:pt x="3812" y="4314"/>
                  <a:pt x="4497" y="4588"/>
                </a:cubicBezTo>
                <a:cubicBezTo>
                  <a:pt x="4542" y="4611"/>
                  <a:pt x="4565" y="4611"/>
                  <a:pt x="4588" y="4611"/>
                </a:cubicBezTo>
                <a:cubicBezTo>
                  <a:pt x="4816" y="4611"/>
                  <a:pt x="5022" y="4360"/>
                  <a:pt x="4930" y="4154"/>
                </a:cubicBezTo>
                <a:cubicBezTo>
                  <a:pt x="4268" y="2557"/>
                  <a:pt x="5227" y="685"/>
                  <a:pt x="6916" y="685"/>
                </a:cubicBezTo>
                <a:cubicBezTo>
                  <a:pt x="7099" y="685"/>
                  <a:pt x="7304" y="708"/>
                  <a:pt x="7510" y="753"/>
                </a:cubicBezTo>
                <a:cubicBezTo>
                  <a:pt x="7532" y="776"/>
                  <a:pt x="7555" y="776"/>
                  <a:pt x="7578" y="776"/>
                </a:cubicBezTo>
                <a:cubicBezTo>
                  <a:pt x="7966" y="776"/>
                  <a:pt x="8080" y="183"/>
                  <a:pt x="7692" y="91"/>
                </a:cubicBezTo>
                <a:cubicBezTo>
                  <a:pt x="7441" y="46"/>
                  <a:pt x="7190" y="0"/>
                  <a:pt x="6962" y="0"/>
                </a:cubicBezTo>
                <a:close/>
              </a:path>
            </a:pathLst>
          </a:custGeom>
          <a:solidFill>
            <a:srgbClr val="246F6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9" name="Google Shape;509;p24">
            <a:extLst>
              <a:ext uri="{FF2B5EF4-FFF2-40B4-BE49-F238E27FC236}">
                <a16:creationId xmlns:a16="http://schemas.microsoft.com/office/drawing/2014/main" id="{3D6DAF4A-E9F0-4174-8204-1832F69903AD}"/>
              </a:ext>
            </a:extLst>
          </p:cNvPr>
          <p:cNvSpPr>
            <a:spLocks noGrp="1"/>
          </p:cNvSpPr>
          <p:nvPr/>
        </p:nvSpPr>
        <p:spPr>
          <a:xfrm>
            <a:off x="140192" y="2124612"/>
            <a:ext cx="20419" cy="21174"/>
          </a:xfrm>
          <a:custGeom>
            <a:avLst/>
            <a:gdLst/>
            <a:ahLst/>
            <a:cxnLst/>
            <a:rect l="l" t="t" r="r" b="b"/>
            <a:pathLst>
              <a:path w="595" h="617">
                <a:moveTo>
                  <a:pt x="1" y="1"/>
                </a:moveTo>
                <a:cubicBezTo>
                  <a:pt x="24" y="206"/>
                  <a:pt x="92" y="411"/>
                  <a:pt x="183" y="617"/>
                </a:cubicBezTo>
                <a:cubicBezTo>
                  <a:pt x="320" y="480"/>
                  <a:pt x="457" y="343"/>
                  <a:pt x="594" y="206"/>
                </a:cubicBezTo>
                <a:cubicBezTo>
                  <a:pt x="389" y="115"/>
                  <a:pt x="183" y="46"/>
                  <a:pt x="1" y="1"/>
                </a:cubicBezTo>
                <a:close/>
              </a:path>
            </a:pathLst>
          </a:custGeom>
          <a:solidFill>
            <a:srgbClr val="246F6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0" name="Google Shape;510;p24">
            <a:extLst>
              <a:ext uri="{FF2B5EF4-FFF2-40B4-BE49-F238E27FC236}">
                <a16:creationId xmlns:a16="http://schemas.microsoft.com/office/drawing/2014/main" id="{B7394CB2-DE89-4D46-9763-C46C3A7D7FD6}"/>
              </a:ext>
            </a:extLst>
          </p:cNvPr>
          <p:cNvSpPr>
            <a:spLocks noGrp="1"/>
          </p:cNvSpPr>
          <p:nvPr/>
        </p:nvSpPr>
        <p:spPr>
          <a:xfrm>
            <a:off x="191121" y="2222522"/>
            <a:ext cx="170798" cy="171588"/>
          </a:xfrm>
          <a:custGeom>
            <a:avLst/>
            <a:gdLst/>
            <a:ahLst/>
            <a:cxnLst/>
            <a:rect l="l" t="t" r="r" b="b"/>
            <a:pathLst>
              <a:path w="4977" h="5000">
                <a:moveTo>
                  <a:pt x="4314" y="1"/>
                </a:moveTo>
                <a:cubicBezTo>
                  <a:pt x="1598" y="1"/>
                  <a:pt x="46" y="2009"/>
                  <a:pt x="0" y="4680"/>
                </a:cubicBezTo>
                <a:cubicBezTo>
                  <a:pt x="0" y="4885"/>
                  <a:pt x="183" y="4999"/>
                  <a:pt x="343" y="4999"/>
                </a:cubicBezTo>
                <a:cubicBezTo>
                  <a:pt x="525" y="4999"/>
                  <a:pt x="708" y="4885"/>
                  <a:pt x="708" y="4680"/>
                </a:cubicBezTo>
                <a:cubicBezTo>
                  <a:pt x="754" y="2375"/>
                  <a:pt x="1986" y="686"/>
                  <a:pt x="4337" y="686"/>
                </a:cubicBezTo>
                <a:lnTo>
                  <a:pt x="4543" y="686"/>
                </a:lnTo>
                <a:cubicBezTo>
                  <a:pt x="4976" y="686"/>
                  <a:pt x="4953" y="24"/>
                  <a:pt x="4520" y="1"/>
                </a:cubicBezTo>
                <a:close/>
              </a:path>
            </a:pathLst>
          </a:custGeom>
          <a:solidFill>
            <a:srgbClr val="246F6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1" name="Google Shape;511;p24">
            <a:extLst>
              <a:ext uri="{FF2B5EF4-FFF2-40B4-BE49-F238E27FC236}">
                <a16:creationId xmlns:a16="http://schemas.microsoft.com/office/drawing/2014/main" id="{EE1EE333-6545-433B-A923-E2F266BA0C14}"/>
              </a:ext>
            </a:extLst>
          </p:cNvPr>
          <p:cNvSpPr>
            <a:spLocks noGrp="1"/>
          </p:cNvSpPr>
          <p:nvPr/>
        </p:nvSpPr>
        <p:spPr>
          <a:xfrm>
            <a:off x="48563" y="2496691"/>
            <a:ext cx="278864" cy="600831"/>
          </a:xfrm>
          <a:custGeom>
            <a:avLst/>
            <a:gdLst/>
            <a:ahLst/>
            <a:cxnLst/>
            <a:rect l="l" t="t" r="r" b="b"/>
            <a:pathLst>
              <a:path w="8126" h="17508">
                <a:moveTo>
                  <a:pt x="7669" y="1"/>
                </a:moveTo>
                <a:cubicBezTo>
                  <a:pt x="5592" y="115"/>
                  <a:pt x="3949" y="1324"/>
                  <a:pt x="3287" y="3287"/>
                </a:cubicBezTo>
                <a:cubicBezTo>
                  <a:pt x="2716" y="4999"/>
                  <a:pt x="4109" y="6346"/>
                  <a:pt x="5273" y="7442"/>
                </a:cubicBezTo>
                <a:cubicBezTo>
                  <a:pt x="5524" y="7396"/>
                  <a:pt x="5752" y="7350"/>
                  <a:pt x="6003" y="7327"/>
                </a:cubicBezTo>
                <a:lnTo>
                  <a:pt x="6003" y="7327"/>
                </a:lnTo>
                <a:cubicBezTo>
                  <a:pt x="5935" y="7510"/>
                  <a:pt x="5843" y="7716"/>
                  <a:pt x="5775" y="7921"/>
                </a:cubicBezTo>
                <a:cubicBezTo>
                  <a:pt x="5615" y="7761"/>
                  <a:pt x="5455" y="7601"/>
                  <a:pt x="5273" y="7442"/>
                </a:cubicBezTo>
                <a:cubicBezTo>
                  <a:pt x="890" y="8514"/>
                  <a:pt x="0" y="14791"/>
                  <a:pt x="3675" y="17462"/>
                </a:cubicBezTo>
                <a:cubicBezTo>
                  <a:pt x="3744" y="17508"/>
                  <a:pt x="3789" y="17508"/>
                  <a:pt x="3858" y="17508"/>
                </a:cubicBezTo>
                <a:cubicBezTo>
                  <a:pt x="4132" y="17508"/>
                  <a:pt x="4314" y="17074"/>
                  <a:pt x="4017" y="16846"/>
                </a:cubicBezTo>
                <a:cubicBezTo>
                  <a:pt x="731" y="14449"/>
                  <a:pt x="1689" y="8469"/>
                  <a:pt x="6003" y="8012"/>
                </a:cubicBezTo>
                <a:cubicBezTo>
                  <a:pt x="6300" y="7989"/>
                  <a:pt x="6483" y="7647"/>
                  <a:pt x="6254" y="7419"/>
                </a:cubicBezTo>
                <a:cubicBezTo>
                  <a:pt x="5410" y="6574"/>
                  <a:pt x="4337" y="5798"/>
                  <a:pt x="3949" y="4634"/>
                </a:cubicBezTo>
                <a:cubicBezTo>
                  <a:pt x="3196" y="2489"/>
                  <a:pt x="5935" y="799"/>
                  <a:pt x="7669" y="685"/>
                </a:cubicBezTo>
                <a:cubicBezTo>
                  <a:pt x="8103" y="663"/>
                  <a:pt x="8126" y="1"/>
                  <a:pt x="7692" y="1"/>
                </a:cubicBezTo>
                <a:close/>
              </a:path>
            </a:pathLst>
          </a:custGeom>
          <a:solidFill>
            <a:srgbClr val="246F6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2" name="Google Shape;512;p24">
            <a:extLst>
              <a:ext uri="{FF2B5EF4-FFF2-40B4-BE49-F238E27FC236}">
                <a16:creationId xmlns:a16="http://schemas.microsoft.com/office/drawing/2014/main" id="{509A5F10-8504-4816-BF82-D4604DDE7D4D}"/>
              </a:ext>
            </a:extLst>
          </p:cNvPr>
          <p:cNvSpPr>
            <a:spLocks noGrp="1"/>
          </p:cNvSpPr>
          <p:nvPr/>
        </p:nvSpPr>
        <p:spPr>
          <a:xfrm>
            <a:off x="229488" y="2748141"/>
            <a:ext cx="25120" cy="20385"/>
          </a:xfrm>
          <a:custGeom>
            <a:avLst/>
            <a:gdLst/>
            <a:ahLst/>
            <a:cxnLst/>
            <a:rect l="l" t="t" r="r" b="b"/>
            <a:pathLst>
              <a:path w="732" h="594">
                <a:moveTo>
                  <a:pt x="731" y="0"/>
                </a:moveTo>
                <a:cubicBezTo>
                  <a:pt x="480" y="23"/>
                  <a:pt x="252" y="69"/>
                  <a:pt x="1" y="115"/>
                </a:cubicBezTo>
                <a:cubicBezTo>
                  <a:pt x="183" y="274"/>
                  <a:pt x="343" y="434"/>
                  <a:pt x="503" y="594"/>
                </a:cubicBezTo>
                <a:cubicBezTo>
                  <a:pt x="571" y="389"/>
                  <a:pt x="663" y="183"/>
                  <a:pt x="731" y="0"/>
                </a:cubicBezTo>
                <a:close/>
              </a:path>
            </a:pathLst>
          </a:custGeom>
          <a:solidFill>
            <a:srgbClr val="246F6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3" name="Google Shape;513;p24">
            <a:extLst>
              <a:ext uri="{FF2B5EF4-FFF2-40B4-BE49-F238E27FC236}">
                <a16:creationId xmlns:a16="http://schemas.microsoft.com/office/drawing/2014/main" id="{5BDEFB44-9F4E-4EE1-919A-CFD4B5BC1EDD}"/>
              </a:ext>
            </a:extLst>
          </p:cNvPr>
          <p:cNvSpPr>
            <a:spLocks noGrp="1"/>
          </p:cNvSpPr>
          <p:nvPr/>
        </p:nvSpPr>
        <p:spPr>
          <a:xfrm>
            <a:off x="3277431" y="4436772"/>
            <a:ext cx="234217" cy="337581"/>
          </a:xfrm>
          <a:custGeom>
            <a:avLst/>
            <a:gdLst/>
            <a:ahLst/>
            <a:cxnLst/>
            <a:rect l="l" t="t" r="r" b="b"/>
            <a:pathLst>
              <a:path w="6825" h="9837">
                <a:moveTo>
                  <a:pt x="4404" y="0"/>
                </a:moveTo>
                <a:cubicBezTo>
                  <a:pt x="3189" y="0"/>
                  <a:pt x="2132" y="1603"/>
                  <a:pt x="1621" y="2761"/>
                </a:cubicBezTo>
                <a:cubicBezTo>
                  <a:pt x="685" y="4906"/>
                  <a:pt x="1050" y="7189"/>
                  <a:pt x="365" y="9334"/>
                </a:cubicBezTo>
                <a:lnTo>
                  <a:pt x="0" y="9836"/>
                </a:lnTo>
                <a:cubicBezTo>
                  <a:pt x="730" y="9494"/>
                  <a:pt x="1826" y="9540"/>
                  <a:pt x="2671" y="9015"/>
                </a:cubicBezTo>
                <a:cubicBezTo>
                  <a:pt x="4063" y="8170"/>
                  <a:pt x="5638" y="6504"/>
                  <a:pt x="6254" y="4998"/>
                </a:cubicBezTo>
                <a:cubicBezTo>
                  <a:pt x="6825" y="3651"/>
                  <a:pt x="6825" y="1779"/>
                  <a:pt x="5684" y="638"/>
                </a:cubicBezTo>
                <a:cubicBezTo>
                  <a:pt x="5249" y="186"/>
                  <a:pt x="4817" y="0"/>
                  <a:pt x="4404" y="0"/>
                </a:cubicBezTo>
                <a:close/>
              </a:path>
            </a:pathLst>
          </a:custGeom>
          <a:solidFill>
            <a:srgbClr val="EDF4C3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4" name="Google Shape;514;p24">
            <a:extLst>
              <a:ext uri="{FF2B5EF4-FFF2-40B4-BE49-F238E27FC236}">
                <a16:creationId xmlns:a16="http://schemas.microsoft.com/office/drawing/2014/main" id="{FE8680AB-B7B3-47D4-BF8B-110573F36D05}"/>
              </a:ext>
            </a:extLst>
          </p:cNvPr>
          <p:cNvSpPr>
            <a:spLocks noGrp="1"/>
          </p:cNvSpPr>
          <p:nvPr/>
        </p:nvSpPr>
        <p:spPr>
          <a:xfrm>
            <a:off x="3111365" y="4549027"/>
            <a:ext cx="170970" cy="254293"/>
          </a:xfrm>
          <a:custGeom>
            <a:avLst/>
            <a:gdLst/>
            <a:ahLst/>
            <a:cxnLst/>
            <a:rect l="l" t="t" r="r" b="b"/>
            <a:pathLst>
              <a:path w="4982" h="7410">
                <a:moveTo>
                  <a:pt x="3113" y="0"/>
                </a:moveTo>
                <a:cubicBezTo>
                  <a:pt x="3038" y="0"/>
                  <a:pt x="2959" y="5"/>
                  <a:pt x="2876" y="15"/>
                </a:cubicBezTo>
                <a:cubicBezTo>
                  <a:pt x="0" y="380"/>
                  <a:pt x="731" y="5379"/>
                  <a:pt x="1004" y="7296"/>
                </a:cubicBezTo>
                <a:lnTo>
                  <a:pt x="1050" y="7410"/>
                </a:lnTo>
                <a:cubicBezTo>
                  <a:pt x="1415" y="6931"/>
                  <a:pt x="1986" y="6634"/>
                  <a:pt x="2397" y="6109"/>
                </a:cubicBezTo>
                <a:cubicBezTo>
                  <a:pt x="2876" y="5493"/>
                  <a:pt x="3287" y="4648"/>
                  <a:pt x="3652" y="3918"/>
                </a:cubicBezTo>
                <a:cubicBezTo>
                  <a:pt x="4201" y="2930"/>
                  <a:pt x="4982" y="0"/>
                  <a:pt x="3113" y="0"/>
                </a:cubicBezTo>
                <a:close/>
              </a:path>
            </a:pathLst>
          </a:custGeom>
          <a:solidFill>
            <a:srgbClr val="EDF4C3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5" name="Google Shape;515;p24">
            <a:extLst>
              <a:ext uri="{FF2B5EF4-FFF2-40B4-BE49-F238E27FC236}">
                <a16:creationId xmlns:a16="http://schemas.microsoft.com/office/drawing/2014/main" id="{89154614-76D4-4572-B69D-B3BCF6F5E65F}"/>
              </a:ext>
            </a:extLst>
          </p:cNvPr>
          <p:cNvSpPr>
            <a:spLocks noGrp="1"/>
          </p:cNvSpPr>
          <p:nvPr/>
        </p:nvSpPr>
        <p:spPr>
          <a:xfrm>
            <a:off x="3129382" y="4818117"/>
            <a:ext cx="339194" cy="178451"/>
          </a:xfrm>
          <a:custGeom>
            <a:avLst/>
            <a:gdLst/>
            <a:ahLst/>
            <a:cxnLst/>
            <a:rect l="l" t="t" r="r" b="b"/>
            <a:pathLst>
              <a:path w="9884" h="5200">
                <a:moveTo>
                  <a:pt x="7108" y="1"/>
                </a:moveTo>
                <a:cubicBezTo>
                  <a:pt x="5787" y="1"/>
                  <a:pt x="4544" y="843"/>
                  <a:pt x="3447" y="1555"/>
                </a:cubicBezTo>
                <a:cubicBezTo>
                  <a:pt x="2467" y="2130"/>
                  <a:pt x="1547" y="2705"/>
                  <a:pt x="408" y="2705"/>
                </a:cubicBezTo>
                <a:cubicBezTo>
                  <a:pt x="326" y="2705"/>
                  <a:pt x="244" y="2702"/>
                  <a:pt x="160" y="2696"/>
                </a:cubicBezTo>
                <a:lnTo>
                  <a:pt x="0" y="2696"/>
                </a:lnTo>
                <a:cubicBezTo>
                  <a:pt x="1393" y="4015"/>
                  <a:pt x="3392" y="5199"/>
                  <a:pt x="5304" y="5199"/>
                </a:cubicBezTo>
                <a:cubicBezTo>
                  <a:pt x="6337" y="5199"/>
                  <a:pt x="7345" y="4854"/>
                  <a:pt x="8217" y="3997"/>
                </a:cubicBezTo>
                <a:cubicBezTo>
                  <a:pt x="9427" y="2856"/>
                  <a:pt x="9883" y="619"/>
                  <a:pt x="7852" y="94"/>
                </a:cubicBezTo>
                <a:cubicBezTo>
                  <a:pt x="7602" y="30"/>
                  <a:pt x="7354" y="1"/>
                  <a:pt x="7108" y="1"/>
                </a:cubicBezTo>
                <a:close/>
              </a:path>
            </a:pathLst>
          </a:custGeom>
          <a:solidFill>
            <a:srgbClr val="EDF4C3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6" name="Google Shape;516;p24">
            <a:extLst>
              <a:ext uri="{FF2B5EF4-FFF2-40B4-BE49-F238E27FC236}">
                <a16:creationId xmlns:a16="http://schemas.microsoft.com/office/drawing/2014/main" id="{F2501A32-4229-422C-B4CE-D7401B329A41}"/>
              </a:ext>
            </a:extLst>
          </p:cNvPr>
          <p:cNvSpPr>
            <a:spLocks noGrp="1"/>
          </p:cNvSpPr>
          <p:nvPr/>
        </p:nvSpPr>
        <p:spPr>
          <a:xfrm>
            <a:off x="2756274" y="4716912"/>
            <a:ext cx="222721" cy="216440"/>
          </a:xfrm>
          <a:custGeom>
            <a:avLst/>
            <a:gdLst/>
            <a:ahLst/>
            <a:cxnLst/>
            <a:rect l="l" t="t" r="r" b="b"/>
            <a:pathLst>
              <a:path w="6490" h="6307">
                <a:moveTo>
                  <a:pt x="3683" y="0"/>
                </a:moveTo>
                <a:cubicBezTo>
                  <a:pt x="834" y="0"/>
                  <a:pt x="0" y="4188"/>
                  <a:pt x="669" y="6307"/>
                </a:cubicBezTo>
                <a:lnTo>
                  <a:pt x="715" y="6261"/>
                </a:lnTo>
                <a:cubicBezTo>
                  <a:pt x="1240" y="5371"/>
                  <a:pt x="2860" y="4960"/>
                  <a:pt x="3636" y="4230"/>
                </a:cubicBezTo>
                <a:cubicBezTo>
                  <a:pt x="4572" y="3340"/>
                  <a:pt x="6490" y="235"/>
                  <a:pt x="3888" y="7"/>
                </a:cubicBezTo>
                <a:cubicBezTo>
                  <a:pt x="3818" y="3"/>
                  <a:pt x="3750" y="0"/>
                  <a:pt x="3683" y="0"/>
                </a:cubicBezTo>
                <a:close/>
              </a:path>
            </a:pathLst>
          </a:custGeom>
          <a:solidFill>
            <a:srgbClr val="EDF4C3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" name="Google Shape;517;p24">
            <a:extLst>
              <a:ext uri="{FF2B5EF4-FFF2-40B4-BE49-F238E27FC236}">
                <a16:creationId xmlns:a16="http://schemas.microsoft.com/office/drawing/2014/main" id="{D827D59C-BE32-4599-B1A9-9C928381CEF2}"/>
              </a:ext>
            </a:extLst>
          </p:cNvPr>
          <p:cNvSpPr>
            <a:spLocks noGrp="1"/>
          </p:cNvSpPr>
          <p:nvPr/>
        </p:nvSpPr>
        <p:spPr>
          <a:xfrm>
            <a:off x="2668762" y="4520406"/>
            <a:ext cx="761128" cy="652650"/>
          </a:xfrm>
          <a:custGeom>
            <a:avLst/>
            <a:gdLst/>
            <a:ahLst/>
            <a:cxnLst/>
            <a:rect l="l" t="t" r="r" b="b"/>
            <a:pathLst>
              <a:path w="22179" h="19018">
                <a:moveTo>
                  <a:pt x="21744" y="1"/>
                </a:moveTo>
                <a:cubicBezTo>
                  <a:pt x="21604" y="1"/>
                  <a:pt x="21465" y="71"/>
                  <a:pt x="21411" y="232"/>
                </a:cubicBezTo>
                <a:cubicBezTo>
                  <a:pt x="20566" y="2812"/>
                  <a:pt x="19676" y="5071"/>
                  <a:pt x="17576" y="6874"/>
                </a:cubicBezTo>
                <a:cubicBezTo>
                  <a:pt x="15613" y="8564"/>
                  <a:pt x="13034" y="9408"/>
                  <a:pt x="10592" y="10093"/>
                </a:cubicBezTo>
                <a:cubicBezTo>
                  <a:pt x="8058" y="10823"/>
                  <a:pt x="5456" y="11440"/>
                  <a:pt x="3379" y="13129"/>
                </a:cubicBezTo>
                <a:cubicBezTo>
                  <a:pt x="1599" y="14567"/>
                  <a:pt x="412" y="16758"/>
                  <a:pt x="1" y="19018"/>
                </a:cubicBezTo>
                <a:lnTo>
                  <a:pt x="708" y="19018"/>
                </a:lnTo>
                <a:cubicBezTo>
                  <a:pt x="1233" y="16324"/>
                  <a:pt x="2991" y="13905"/>
                  <a:pt x="5433" y="12558"/>
                </a:cubicBezTo>
                <a:cubicBezTo>
                  <a:pt x="7944" y="11211"/>
                  <a:pt x="10957" y="10823"/>
                  <a:pt x="13605" y="9842"/>
                </a:cubicBezTo>
                <a:cubicBezTo>
                  <a:pt x="15613" y="9111"/>
                  <a:pt x="17485" y="8061"/>
                  <a:pt x="18991" y="6509"/>
                </a:cubicBezTo>
                <a:cubicBezTo>
                  <a:pt x="20635" y="4797"/>
                  <a:pt x="21342" y="2629"/>
                  <a:pt x="22096" y="415"/>
                </a:cubicBezTo>
                <a:cubicBezTo>
                  <a:pt x="22179" y="166"/>
                  <a:pt x="21960" y="1"/>
                  <a:pt x="21744" y="1"/>
                </a:cubicBezTo>
                <a:close/>
              </a:path>
            </a:pathLst>
          </a:custGeom>
          <a:solidFill>
            <a:srgbClr val="0E514A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8" name="Google Shape;518;p24">
            <a:extLst>
              <a:ext uri="{FF2B5EF4-FFF2-40B4-BE49-F238E27FC236}">
                <a16:creationId xmlns:a16="http://schemas.microsoft.com/office/drawing/2014/main" id="{2CADAEF2-C068-41BD-B0BD-9ED229B4762A}"/>
              </a:ext>
            </a:extLst>
          </p:cNvPr>
          <p:cNvSpPr>
            <a:spLocks noGrp="1"/>
          </p:cNvSpPr>
          <p:nvPr/>
        </p:nvSpPr>
        <p:spPr>
          <a:xfrm>
            <a:off x="3130617" y="4634205"/>
            <a:ext cx="77111" cy="212906"/>
          </a:xfrm>
          <a:custGeom>
            <a:avLst/>
            <a:gdLst/>
            <a:ahLst/>
            <a:cxnLst/>
            <a:rect l="l" t="t" r="r" b="b"/>
            <a:pathLst>
              <a:path w="2247" h="6204">
                <a:moveTo>
                  <a:pt x="1825" y="1"/>
                </a:moveTo>
                <a:cubicBezTo>
                  <a:pt x="1686" y="1"/>
                  <a:pt x="1548" y="76"/>
                  <a:pt x="1493" y="249"/>
                </a:cubicBezTo>
                <a:cubicBezTo>
                  <a:pt x="991" y="2075"/>
                  <a:pt x="375" y="3901"/>
                  <a:pt x="55" y="5773"/>
                </a:cubicBezTo>
                <a:cubicBezTo>
                  <a:pt x="1" y="6033"/>
                  <a:pt x="218" y="6203"/>
                  <a:pt x="420" y="6203"/>
                </a:cubicBezTo>
                <a:cubicBezTo>
                  <a:pt x="554" y="6203"/>
                  <a:pt x="681" y="6128"/>
                  <a:pt x="717" y="5955"/>
                </a:cubicBezTo>
                <a:cubicBezTo>
                  <a:pt x="1060" y="4083"/>
                  <a:pt x="1653" y="2280"/>
                  <a:pt x="2178" y="431"/>
                </a:cubicBezTo>
                <a:cubicBezTo>
                  <a:pt x="2247" y="171"/>
                  <a:pt x="2035" y="1"/>
                  <a:pt x="1825" y="1"/>
                </a:cubicBezTo>
                <a:close/>
              </a:path>
            </a:pathLst>
          </a:custGeom>
          <a:solidFill>
            <a:srgbClr val="0E514A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9" name="Google Shape;519;p24">
            <a:extLst>
              <a:ext uri="{FF2B5EF4-FFF2-40B4-BE49-F238E27FC236}">
                <a16:creationId xmlns:a16="http://schemas.microsoft.com/office/drawing/2014/main" id="{35C45779-F288-4D67-9F00-83858A3CAAB9}"/>
              </a:ext>
            </a:extLst>
          </p:cNvPr>
          <p:cNvSpPr>
            <a:spLocks noGrp="1"/>
          </p:cNvSpPr>
          <p:nvPr/>
        </p:nvSpPr>
        <p:spPr>
          <a:xfrm>
            <a:off x="3049249" y="4854940"/>
            <a:ext cx="353779" cy="82396"/>
          </a:xfrm>
          <a:custGeom>
            <a:avLst/>
            <a:gdLst/>
            <a:ahLst/>
            <a:cxnLst/>
            <a:rect l="l" t="t" r="r" b="b"/>
            <a:pathLst>
              <a:path w="10309" h="2401">
                <a:moveTo>
                  <a:pt x="455" y="0"/>
                </a:moveTo>
                <a:cubicBezTo>
                  <a:pt x="180" y="0"/>
                  <a:pt x="0" y="440"/>
                  <a:pt x="281" y="664"/>
                </a:cubicBezTo>
                <a:cubicBezTo>
                  <a:pt x="1752" y="1793"/>
                  <a:pt x="3722" y="2400"/>
                  <a:pt x="5665" y="2400"/>
                </a:cubicBezTo>
                <a:cubicBezTo>
                  <a:pt x="7220" y="2400"/>
                  <a:pt x="8756" y="2011"/>
                  <a:pt x="10004" y="1189"/>
                </a:cubicBezTo>
                <a:cubicBezTo>
                  <a:pt x="10308" y="981"/>
                  <a:pt x="10123" y="535"/>
                  <a:pt x="9842" y="535"/>
                </a:cubicBezTo>
                <a:cubicBezTo>
                  <a:pt x="9785" y="535"/>
                  <a:pt x="9724" y="554"/>
                  <a:pt x="9662" y="596"/>
                </a:cubicBezTo>
                <a:cubicBezTo>
                  <a:pt x="8511" y="1347"/>
                  <a:pt x="7105" y="1698"/>
                  <a:pt x="5684" y="1698"/>
                </a:cubicBezTo>
                <a:cubicBezTo>
                  <a:pt x="3864" y="1698"/>
                  <a:pt x="2017" y="1122"/>
                  <a:pt x="646" y="71"/>
                </a:cubicBezTo>
                <a:cubicBezTo>
                  <a:pt x="580" y="22"/>
                  <a:pt x="515" y="0"/>
                  <a:pt x="455" y="0"/>
                </a:cubicBezTo>
                <a:close/>
              </a:path>
            </a:pathLst>
          </a:custGeom>
          <a:solidFill>
            <a:srgbClr val="0E514A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0" name="Google Shape;520;p24">
            <a:extLst>
              <a:ext uri="{FF2B5EF4-FFF2-40B4-BE49-F238E27FC236}">
                <a16:creationId xmlns:a16="http://schemas.microsoft.com/office/drawing/2014/main" id="{70B27244-E8B9-49BE-AD15-AD6CBB6FC5B8}"/>
              </a:ext>
            </a:extLst>
          </p:cNvPr>
          <p:cNvSpPr>
            <a:spLocks noGrp="1"/>
          </p:cNvSpPr>
          <p:nvPr/>
        </p:nvSpPr>
        <p:spPr>
          <a:xfrm>
            <a:off x="2772163" y="4791897"/>
            <a:ext cx="103330" cy="197875"/>
          </a:xfrm>
          <a:custGeom>
            <a:avLst/>
            <a:gdLst/>
            <a:ahLst/>
            <a:cxnLst/>
            <a:rect l="l" t="t" r="r" b="b"/>
            <a:pathLst>
              <a:path w="3011" h="5766">
                <a:moveTo>
                  <a:pt x="2475" y="0"/>
                </a:moveTo>
                <a:cubicBezTo>
                  <a:pt x="2402" y="0"/>
                  <a:pt x="2327" y="25"/>
                  <a:pt x="2260" y="82"/>
                </a:cubicBezTo>
                <a:cubicBezTo>
                  <a:pt x="663" y="1429"/>
                  <a:pt x="1" y="3392"/>
                  <a:pt x="69" y="5423"/>
                </a:cubicBezTo>
                <a:cubicBezTo>
                  <a:pt x="81" y="5651"/>
                  <a:pt x="258" y="5765"/>
                  <a:pt x="429" y="5765"/>
                </a:cubicBezTo>
                <a:cubicBezTo>
                  <a:pt x="600" y="5765"/>
                  <a:pt x="765" y="5651"/>
                  <a:pt x="754" y="5423"/>
                </a:cubicBezTo>
                <a:cubicBezTo>
                  <a:pt x="686" y="3551"/>
                  <a:pt x="1279" y="1817"/>
                  <a:pt x="2740" y="584"/>
                </a:cubicBezTo>
                <a:cubicBezTo>
                  <a:pt x="3011" y="349"/>
                  <a:pt x="2753" y="0"/>
                  <a:pt x="2475" y="0"/>
                </a:cubicBezTo>
                <a:close/>
              </a:path>
            </a:pathLst>
          </a:custGeom>
          <a:solidFill>
            <a:srgbClr val="0E514A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1" name="Google Shape;521;p24">
            <a:extLst>
              <a:ext uri="{FF2B5EF4-FFF2-40B4-BE49-F238E27FC236}">
                <a16:creationId xmlns:a16="http://schemas.microsoft.com/office/drawing/2014/main" id="{D9A3BF31-2EEE-4E85-B2C3-4FB7D4F7ED6C}"/>
              </a:ext>
            </a:extLst>
          </p:cNvPr>
          <p:cNvSpPr>
            <a:spLocks noGrp="1"/>
          </p:cNvSpPr>
          <p:nvPr/>
        </p:nvSpPr>
        <p:spPr>
          <a:xfrm>
            <a:off x="1948662" y="3949898"/>
            <a:ext cx="168671" cy="171485"/>
          </a:xfrm>
          <a:custGeom>
            <a:avLst/>
            <a:gdLst/>
            <a:ahLst/>
            <a:cxnLst/>
            <a:rect l="l" t="t" r="r" b="b"/>
            <a:pathLst>
              <a:path w="4915" h="4997">
                <a:moveTo>
                  <a:pt x="2355" y="0"/>
                </a:moveTo>
                <a:cubicBezTo>
                  <a:pt x="1847" y="0"/>
                  <a:pt x="1347" y="292"/>
                  <a:pt x="989" y="978"/>
                </a:cubicBezTo>
                <a:cubicBezTo>
                  <a:pt x="0" y="2910"/>
                  <a:pt x="2837" y="4997"/>
                  <a:pt x="4668" y="4997"/>
                </a:cubicBezTo>
                <a:cubicBezTo>
                  <a:pt x="4697" y="4997"/>
                  <a:pt x="4726" y="4996"/>
                  <a:pt x="4755" y="4995"/>
                </a:cubicBezTo>
                <a:lnTo>
                  <a:pt x="4778" y="4904"/>
                </a:lnTo>
                <a:cubicBezTo>
                  <a:pt x="4915" y="3694"/>
                  <a:pt x="4641" y="2279"/>
                  <a:pt x="4070" y="1252"/>
                </a:cubicBezTo>
                <a:cubicBezTo>
                  <a:pt x="3684" y="491"/>
                  <a:pt x="3013" y="0"/>
                  <a:pt x="2355" y="0"/>
                </a:cubicBezTo>
                <a:close/>
              </a:path>
            </a:pathLst>
          </a:custGeom>
          <a:solidFill>
            <a:srgbClr val="459B97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2" name="Google Shape;522;p24">
            <a:extLst>
              <a:ext uri="{FF2B5EF4-FFF2-40B4-BE49-F238E27FC236}">
                <a16:creationId xmlns:a16="http://schemas.microsoft.com/office/drawing/2014/main" id="{233B567A-A52E-4AD4-8DF0-B0A7617A6ADF}"/>
              </a:ext>
            </a:extLst>
          </p:cNvPr>
          <p:cNvSpPr>
            <a:spLocks noGrp="1"/>
          </p:cNvSpPr>
          <p:nvPr/>
        </p:nvSpPr>
        <p:spPr>
          <a:xfrm>
            <a:off x="2124715" y="3881810"/>
            <a:ext cx="206488" cy="183118"/>
          </a:xfrm>
          <a:custGeom>
            <a:avLst/>
            <a:gdLst/>
            <a:ahLst/>
            <a:cxnLst/>
            <a:rect l="l" t="t" r="r" b="b"/>
            <a:pathLst>
              <a:path w="6017" h="5336">
                <a:moveTo>
                  <a:pt x="2142" y="0"/>
                </a:moveTo>
                <a:cubicBezTo>
                  <a:pt x="0" y="0"/>
                  <a:pt x="351" y="3871"/>
                  <a:pt x="721" y="5267"/>
                </a:cubicBezTo>
                <a:lnTo>
                  <a:pt x="789" y="5336"/>
                </a:lnTo>
                <a:cubicBezTo>
                  <a:pt x="1862" y="4834"/>
                  <a:pt x="6016" y="1181"/>
                  <a:pt x="2958" y="154"/>
                </a:cubicBezTo>
                <a:cubicBezTo>
                  <a:pt x="2652" y="49"/>
                  <a:pt x="2382" y="0"/>
                  <a:pt x="2142" y="0"/>
                </a:cubicBezTo>
                <a:close/>
              </a:path>
            </a:pathLst>
          </a:custGeom>
          <a:solidFill>
            <a:srgbClr val="459B97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3" name="Google Shape;523;p24">
            <a:extLst>
              <a:ext uri="{FF2B5EF4-FFF2-40B4-BE49-F238E27FC236}">
                <a16:creationId xmlns:a16="http://schemas.microsoft.com/office/drawing/2014/main" id="{57378875-2F87-42F3-B990-F75AD9971CD9}"/>
              </a:ext>
            </a:extLst>
          </p:cNvPr>
          <p:cNvSpPr>
            <a:spLocks noGrp="1"/>
          </p:cNvSpPr>
          <p:nvPr/>
        </p:nvSpPr>
        <p:spPr>
          <a:xfrm>
            <a:off x="2143178" y="4108689"/>
            <a:ext cx="232982" cy="169391"/>
          </a:xfrm>
          <a:custGeom>
            <a:avLst/>
            <a:gdLst/>
            <a:ahLst/>
            <a:cxnLst/>
            <a:rect l="l" t="t" r="r" b="b"/>
            <a:pathLst>
              <a:path w="6789" h="4936">
                <a:moveTo>
                  <a:pt x="4882" y="0"/>
                </a:moveTo>
                <a:cubicBezTo>
                  <a:pt x="4845" y="0"/>
                  <a:pt x="4808" y="1"/>
                  <a:pt x="4771" y="3"/>
                </a:cubicBezTo>
                <a:cubicBezTo>
                  <a:pt x="3401" y="49"/>
                  <a:pt x="2374" y="1829"/>
                  <a:pt x="1666" y="2810"/>
                </a:cubicBezTo>
                <a:cubicBezTo>
                  <a:pt x="1233" y="3427"/>
                  <a:pt x="845" y="4271"/>
                  <a:pt x="69" y="4408"/>
                </a:cubicBezTo>
                <a:lnTo>
                  <a:pt x="0" y="4591"/>
                </a:lnTo>
                <a:cubicBezTo>
                  <a:pt x="550" y="4802"/>
                  <a:pt x="1042" y="4936"/>
                  <a:pt x="1620" y="4936"/>
                </a:cubicBezTo>
                <a:cubicBezTo>
                  <a:pt x="1665" y="4936"/>
                  <a:pt x="1711" y="4935"/>
                  <a:pt x="1758" y="4933"/>
                </a:cubicBezTo>
                <a:cubicBezTo>
                  <a:pt x="3036" y="4842"/>
                  <a:pt x="4519" y="4248"/>
                  <a:pt x="5432" y="3313"/>
                </a:cubicBezTo>
                <a:cubicBezTo>
                  <a:pt x="6440" y="2327"/>
                  <a:pt x="6789" y="0"/>
                  <a:pt x="4882" y="0"/>
                </a:cubicBezTo>
                <a:close/>
              </a:path>
            </a:pathLst>
          </a:custGeom>
          <a:solidFill>
            <a:srgbClr val="459B97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4" name="Google Shape;524;p24">
            <a:extLst>
              <a:ext uri="{FF2B5EF4-FFF2-40B4-BE49-F238E27FC236}">
                <a16:creationId xmlns:a16="http://schemas.microsoft.com/office/drawing/2014/main" id="{E72B6EA8-0532-4077-8CD2-D6DBA9474122}"/>
              </a:ext>
            </a:extLst>
          </p:cNvPr>
          <p:cNvSpPr>
            <a:spLocks noGrp="1"/>
          </p:cNvSpPr>
          <p:nvPr/>
        </p:nvSpPr>
        <p:spPr>
          <a:xfrm>
            <a:off x="1825322" y="3950172"/>
            <a:ext cx="383567" cy="550556"/>
          </a:xfrm>
          <a:custGeom>
            <a:avLst/>
            <a:gdLst/>
            <a:ahLst/>
            <a:cxnLst/>
            <a:rect l="l" t="t" r="r" b="b"/>
            <a:pathLst>
              <a:path w="11177" h="16043">
                <a:moveTo>
                  <a:pt x="10709" y="0"/>
                </a:moveTo>
                <a:cubicBezTo>
                  <a:pt x="10603" y="0"/>
                  <a:pt x="10497" y="50"/>
                  <a:pt x="10426" y="171"/>
                </a:cubicBezTo>
                <a:cubicBezTo>
                  <a:pt x="8760" y="2978"/>
                  <a:pt x="8554" y="6174"/>
                  <a:pt x="7573" y="9233"/>
                </a:cubicBezTo>
                <a:cubicBezTo>
                  <a:pt x="6546" y="12451"/>
                  <a:pt x="3715" y="14802"/>
                  <a:pt x="429" y="15373"/>
                </a:cubicBezTo>
                <a:cubicBezTo>
                  <a:pt x="1" y="15437"/>
                  <a:pt x="155" y="16043"/>
                  <a:pt x="533" y="16043"/>
                </a:cubicBezTo>
                <a:cubicBezTo>
                  <a:pt x="558" y="16043"/>
                  <a:pt x="584" y="16040"/>
                  <a:pt x="611" y="16034"/>
                </a:cubicBezTo>
                <a:cubicBezTo>
                  <a:pt x="3556" y="15532"/>
                  <a:pt x="6044" y="13683"/>
                  <a:pt x="7527" y="11104"/>
                </a:cubicBezTo>
                <a:cubicBezTo>
                  <a:pt x="9399" y="7840"/>
                  <a:pt x="9057" y="3800"/>
                  <a:pt x="11020" y="513"/>
                </a:cubicBezTo>
                <a:cubicBezTo>
                  <a:pt x="11177" y="246"/>
                  <a:pt x="10944" y="0"/>
                  <a:pt x="10709" y="0"/>
                </a:cubicBezTo>
                <a:close/>
              </a:path>
            </a:pathLst>
          </a:custGeom>
          <a:solidFill>
            <a:srgbClr val="0E514A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5" name="Google Shape;525;p24">
            <a:extLst>
              <a:ext uri="{FF2B5EF4-FFF2-40B4-BE49-F238E27FC236}">
                <a16:creationId xmlns:a16="http://schemas.microsoft.com/office/drawing/2014/main" id="{88F570EC-EC83-47BE-B9CF-EAF16C152B8C}"/>
              </a:ext>
            </a:extLst>
          </p:cNvPr>
          <p:cNvSpPr>
            <a:spLocks noGrp="1"/>
          </p:cNvSpPr>
          <p:nvPr/>
        </p:nvSpPr>
        <p:spPr>
          <a:xfrm>
            <a:off x="2089744" y="4173138"/>
            <a:ext cx="205939" cy="101786"/>
          </a:xfrm>
          <a:custGeom>
            <a:avLst/>
            <a:gdLst/>
            <a:ahLst/>
            <a:cxnLst/>
            <a:rect l="l" t="t" r="r" b="b"/>
            <a:pathLst>
              <a:path w="6001" h="2966">
                <a:moveTo>
                  <a:pt x="5521" y="0"/>
                </a:moveTo>
                <a:cubicBezTo>
                  <a:pt x="5415" y="0"/>
                  <a:pt x="5308" y="46"/>
                  <a:pt x="5232" y="156"/>
                </a:cubicBezTo>
                <a:cubicBezTo>
                  <a:pt x="4624" y="1077"/>
                  <a:pt x="2933" y="2279"/>
                  <a:pt x="1571" y="2279"/>
                </a:cubicBezTo>
                <a:cubicBezTo>
                  <a:pt x="1244" y="2279"/>
                  <a:pt x="936" y="2210"/>
                  <a:pt x="667" y="2051"/>
                </a:cubicBezTo>
                <a:cubicBezTo>
                  <a:pt x="603" y="2010"/>
                  <a:pt x="541" y="1992"/>
                  <a:pt x="482" y="1992"/>
                </a:cubicBezTo>
                <a:cubicBezTo>
                  <a:pt x="186" y="1992"/>
                  <a:pt x="0" y="2454"/>
                  <a:pt x="324" y="2644"/>
                </a:cubicBezTo>
                <a:cubicBezTo>
                  <a:pt x="695" y="2869"/>
                  <a:pt x="1114" y="2966"/>
                  <a:pt x="1554" y="2966"/>
                </a:cubicBezTo>
                <a:cubicBezTo>
                  <a:pt x="3174" y="2966"/>
                  <a:pt x="5071" y="1648"/>
                  <a:pt x="5825" y="499"/>
                </a:cubicBezTo>
                <a:cubicBezTo>
                  <a:pt x="6001" y="244"/>
                  <a:pt x="5765" y="0"/>
                  <a:pt x="5521" y="0"/>
                </a:cubicBezTo>
                <a:close/>
              </a:path>
            </a:pathLst>
          </a:custGeom>
          <a:solidFill>
            <a:srgbClr val="0E514A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6" name="Google Shape;526;p24">
            <a:extLst>
              <a:ext uri="{FF2B5EF4-FFF2-40B4-BE49-F238E27FC236}">
                <a16:creationId xmlns:a16="http://schemas.microsoft.com/office/drawing/2014/main" id="{FDAD3AC8-C6A3-4672-A414-0E1AA3F7EC91}"/>
              </a:ext>
            </a:extLst>
          </p:cNvPr>
          <p:cNvSpPr>
            <a:spLocks noGrp="1"/>
          </p:cNvSpPr>
          <p:nvPr/>
        </p:nvSpPr>
        <p:spPr>
          <a:xfrm>
            <a:off x="2024745" y="4029722"/>
            <a:ext cx="121964" cy="108512"/>
          </a:xfrm>
          <a:custGeom>
            <a:avLst/>
            <a:gdLst/>
            <a:ahLst/>
            <a:cxnLst/>
            <a:rect l="l" t="t" r="r" b="b"/>
            <a:pathLst>
              <a:path w="3554" h="3162">
                <a:moveTo>
                  <a:pt x="465" y="0"/>
                </a:moveTo>
                <a:cubicBezTo>
                  <a:pt x="237" y="0"/>
                  <a:pt x="0" y="257"/>
                  <a:pt x="141" y="524"/>
                </a:cubicBezTo>
                <a:cubicBezTo>
                  <a:pt x="735" y="1688"/>
                  <a:pt x="1648" y="2806"/>
                  <a:pt x="2972" y="3148"/>
                </a:cubicBezTo>
                <a:cubicBezTo>
                  <a:pt x="3006" y="3157"/>
                  <a:pt x="3039" y="3162"/>
                  <a:pt x="3069" y="3162"/>
                </a:cubicBezTo>
                <a:cubicBezTo>
                  <a:pt x="3430" y="3162"/>
                  <a:pt x="3554" y="2592"/>
                  <a:pt x="3154" y="2486"/>
                </a:cubicBezTo>
                <a:cubicBezTo>
                  <a:pt x="2013" y="2190"/>
                  <a:pt x="1260" y="1163"/>
                  <a:pt x="735" y="181"/>
                </a:cubicBezTo>
                <a:cubicBezTo>
                  <a:pt x="671" y="53"/>
                  <a:pt x="569" y="0"/>
                  <a:pt x="465" y="0"/>
                </a:cubicBezTo>
                <a:close/>
              </a:path>
            </a:pathLst>
          </a:custGeom>
          <a:solidFill>
            <a:srgbClr val="0E514A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7" name="Google Shape;527;p24">
            <a:extLst>
              <a:ext uri="{FF2B5EF4-FFF2-40B4-BE49-F238E27FC236}">
                <a16:creationId xmlns:a16="http://schemas.microsoft.com/office/drawing/2014/main" id="{95AD3853-AF17-4E78-9E9E-9BD7DB84C25E}"/>
              </a:ext>
            </a:extLst>
          </p:cNvPr>
          <p:cNvSpPr>
            <a:spLocks noGrp="1"/>
          </p:cNvSpPr>
          <p:nvPr/>
        </p:nvSpPr>
        <p:spPr>
          <a:xfrm>
            <a:off x="977558" y="3115518"/>
            <a:ext cx="806084" cy="1268203"/>
          </a:xfrm>
          <a:custGeom>
            <a:avLst/>
            <a:gdLst/>
            <a:ahLst/>
            <a:cxnLst/>
            <a:rect l="l" t="t" r="r" b="b"/>
            <a:pathLst>
              <a:path w="23489" h="36955">
                <a:moveTo>
                  <a:pt x="17622" y="1"/>
                </a:moveTo>
                <a:lnTo>
                  <a:pt x="17622" y="1"/>
                </a:lnTo>
                <a:cubicBezTo>
                  <a:pt x="15180" y="2329"/>
                  <a:pt x="13103" y="5022"/>
                  <a:pt x="10660" y="7350"/>
                </a:cubicBezTo>
                <a:cubicBezTo>
                  <a:pt x="7602" y="10158"/>
                  <a:pt x="4406" y="13353"/>
                  <a:pt x="2580" y="17256"/>
                </a:cubicBezTo>
                <a:cubicBezTo>
                  <a:pt x="1" y="22894"/>
                  <a:pt x="868" y="31088"/>
                  <a:pt x="1850" y="36955"/>
                </a:cubicBezTo>
                <a:cubicBezTo>
                  <a:pt x="17508" y="32686"/>
                  <a:pt x="23488" y="13467"/>
                  <a:pt x="17622" y="1"/>
                </a:cubicBezTo>
                <a:close/>
              </a:path>
            </a:pathLst>
          </a:custGeom>
          <a:solidFill>
            <a:srgbClr val="459B97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8" name="Google Shape;528;p24">
            <a:extLst>
              <a:ext uri="{FF2B5EF4-FFF2-40B4-BE49-F238E27FC236}">
                <a16:creationId xmlns:a16="http://schemas.microsoft.com/office/drawing/2014/main" id="{C27E475D-CC0E-4A34-B6A0-EF6D1C12CEC6}"/>
              </a:ext>
            </a:extLst>
          </p:cNvPr>
          <p:cNvSpPr>
            <a:spLocks noGrp="1"/>
          </p:cNvSpPr>
          <p:nvPr/>
        </p:nvSpPr>
        <p:spPr>
          <a:xfrm>
            <a:off x="1045131" y="3326953"/>
            <a:ext cx="501688" cy="1055366"/>
          </a:xfrm>
          <a:custGeom>
            <a:avLst/>
            <a:gdLst/>
            <a:ahLst/>
            <a:cxnLst/>
            <a:rect l="l" t="t" r="r" b="b"/>
            <a:pathLst>
              <a:path w="14619" h="30753">
                <a:moveTo>
                  <a:pt x="14189" y="0"/>
                </a:moveTo>
                <a:cubicBezTo>
                  <a:pt x="14051" y="0"/>
                  <a:pt x="13912" y="70"/>
                  <a:pt x="13850" y="231"/>
                </a:cubicBezTo>
                <a:cubicBezTo>
                  <a:pt x="11955" y="5686"/>
                  <a:pt x="9079" y="10685"/>
                  <a:pt x="6934" y="16003"/>
                </a:cubicBezTo>
                <a:cubicBezTo>
                  <a:pt x="4994" y="20887"/>
                  <a:pt x="3350" y="26000"/>
                  <a:pt x="178" y="30269"/>
                </a:cubicBezTo>
                <a:cubicBezTo>
                  <a:pt x="0" y="30511"/>
                  <a:pt x="245" y="30753"/>
                  <a:pt x="500" y="30753"/>
                </a:cubicBezTo>
                <a:cubicBezTo>
                  <a:pt x="606" y="30753"/>
                  <a:pt x="714" y="30711"/>
                  <a:pt x="794" y="30611"/>
                </a:cubicBezTo>
                <a:cubicBezTo>
                  <a:pt x="3807" y="26548"/>
                  <a:pt x="5473" y="21663"/>
                  <a:pt x="7299" y="17007"/>
                </a:cubicBezTo>
                <a:cubicBezTo>
                  <a:pt x="9490" y="11369"/>
                  <a:pt x="12526" y="6119"/>
                  <a:pt x="14535" y="436"/>
                </a:cubicBezTo>
                <a:cubicBezTo>
                  <a:pt x="14618" y="171"/>
                  <a:pt x="14405" y="0"/>
                  <a:pt x="14189" y="0"/>
                </a:cubicBezTo>
                <a:close/>
              </a:path>
            </a:pathLst>
          </a:custGeom>
          <a:solidFill>
            <a:srgbClr val="11564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9" name="Google Shape;529;p24">
            <a:extLst>
              <a:ext uri="{FF2B5EF4-FFF2-40B4-BE49-F238E27FC236}">
                <a16:creationId xmlns:a16="http://schemas.microsoft.com/office/drawing/2014/main" id="{F3DAB1FD-C284-4F22-AE1E-0C51204676E0}"/>
              </a:ext>
            </a:extLst>
          </p:cNvPr>
          <p:cNvSpPr>
            <a:spLocks noGrp="1"/>
          </p:cNvSpPr>
          <p:nvPr/>
        </p:nvSpPr>
        <p:spPr>
          <a:xfrm>
            <a:off x="1121695" y="4254473"/>
            <a:ext cx="14928" cy="13350"/>
          </a:xfrm>
          <a:custGeom>
            <a:avLst/>
            <a:gdLst/>
            <a:ahLst/>
            <a:cxnLst/>
            <a:rect l="l" t="t" r="r" b="b"/>
            <a:pathLst>
              <a:path w="435" h="389">
                <a:moveTo>
                  <a:pt x="343" y="0"/>
                </a:moveTo>
                <a:cubicBezTo>
                  <a:pt x="229" y="46"/>
                  <a:pt x="115" y="92"/>
                  <a:pt x="1" y="137"/>
                </a:cubicBezTo>
                <a:cubicBezTo>
                  <a:pt x="138" y="206"/>
                  <a:pt x="275" y="297"/>
                  <a:pt x="435" y="388"/>
                </a:cubicBezTo>
                <a:cubicBezTo>
                  <a:pt x="389" y="251"/>
                  <a:pt x="366" y="137"/>
                  <a:pt x="343" y="0"/>
                </a:cubicBezTo>
                <a:close/>
              </a:path>
            </a:pathLst>
          </a:custGeom>
          <a:solidFill>
            <a:srgbClr val="11564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0" name="Google Shape;530;p24">
            <a:extLst>
              <a:ext uri="{FF2B5EF4-FFF2-40B4-BE49-F238E27FC236}">
                <a16:creationId xmlns:a16="http://schemas.microsoft.com/office/drawing/2014/main" id="{8B35B2F8-AF59-4D82-9A36-428F5075D430}"/>
              </a:ext>
            </a:extLst>
          </p:cNvPr>
          <p:cNvSpPr>
            <a:spLocks noGrp="1"/>
          </p:cNvSpPr>
          <p:nvPr/>
        </p:nvSpPr>
        <p:spPr>
          <a:xfrm>
            <a:off x="1065001" y="4065791"/>
            <a:ext cx="243826" cy="216749"/>
          </a:xfrm>
          <a:custGeom>
            <a:avLst/>
            <a:gdLst/>
            <a:ahLst/>
            <a:cxnLst/>
            <a:rect l="l" t="t" r="r" b="b"/>
            <a:pathLst>
              <a:path w="7105" h="6316">
                <a:moveTo>
                  <a:pt x="434" y="1"/>
                </a:moveTo>
                <a:cubicBezTo>
                  <a:pt x="226" y="1"/>
                  <a:pt x="0" y="171"/>
                  <a:pt x="55" y="431"/>
                </a:cubicBezTo>
                <a:cubicBezTo>
                  <a:pt x="443" y="2326"/>
                  <a:pt x="1014" y="4175"/>
                  <a:pt x="1402" y="6069"/>
                </a:cubicBezTo>
                <a:cubicBezTo>
                  <a:pt x="1439" y="6200"/>
                  <a:pt x="1599" y="6315"/>
                  <a:pt x="1743" y="6315"/>
                </a:cubicBezTo>
                <a:cubicBezTo>
                  <a:pt x="1775" y="6315"/>
                  <a:pt x="1806" y="6310"/>
                  <a:pt x="1835" y="6297"/>
                </a:cubicBezTo>
                <a:cubicBezTo>
                  <a:pt x="3547" y="5590"/>
                  <a:pt x="5602" y="5635"/>
                  <a:pt x="6880" y="4129"/>
                </a:cubicBezTo>
                <a:cubicBezTo>
                  <a:pt x="7105" y="3870"/>
                  <a:pt x="6871" y="3532"/>
                  <a:pt x="6626" y="3532"/>
                </a:cubicBezTo>
                <a:cubicBezTo>
                  <a:pt x="6547" y="3532"/>
                  <a:pt x="6467" y="3566"/>
                  <a:pt x="6401" y="3650"/>
                </a:cubicBezTo>
                <a:cubicBezTo>
                  <a:pt x="5282" y="4928"/>
                  <a:pt x="3502" y="4973"/>
                  <a:pt x="1995" y="5498"/>
                </a:cubicBezTo>
                <a:cubicBezTo>
                  <a:pt x="2018" y="5635"/>
                  <a:pt x="2041" y="5749"/>
                  <a:pt x="2087" y="5886"/>
                </a:cubicBezTo>
                <a:cubicBezTo>
                  <a:pt x="1927" y="5795"/>
                  <a:pt x="1790" y="5704"/>
                  <a:pt x="1653" y="5635"/>
                </a:cubicBezTo>
                <a:cubicBezTo>
                  <a:pt x="1767" y="5590"/>
                  <a:pt x="1881" y="5544"/>
                  <a:pt x="1995" y="5498"/>
                </a:cubicBezTo>
                <a:cubicBezTo>
                  <a:pt x="1607" y="3741"/>
                  <a:pt x="1082" y="2006"/>
                  <a:pt x="740" y="249"/>
                </a:cubicBezTo>
                <a:cubicBezTo>
                  <a:pt x="703" y="76"/>
                  <a:pt x="572" y="1"/>
                  <a:pt x="434" y="1"/>
                </a:cubicBezTo>
                <a:close/>
              </a:path>
            </a:pathLst>
          </a:custGeom>
          <a:solidFill>
            <a:srgbClr val="11564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1" name="Google Shape;531;p24">
            <a:extLst>
              <a:ext uri="{FF2B5EF4-FFF2-40B4-BE49-F238E27FC236}">
                <a16:creationId xmlns:a16="http://schemas.microsoft.com/office/drawing/2014/main" id="{9CAAD41D-1C59-4720-84D2-E46EAA376C33}"/>
              </a:ext>
            </a:extLst>
          </p:cNvPr>
          <p:cNvSpPr>
            <a:spLocks noGrp="1"/>
          </p:cNvSpPr>
          <p:nvPr/>
        </p:nvSpPr>
        <p:spPr>
          <a:xfrm>
            <a:off x="1176535" y="4133054"/>
            <a:ext cx="14928" cy="15683"/>
          </a:xfrm>
          <a:custGeom>
            <a:avLst/>
            <a:gdLst/>
            <a:ahLst/>
            <a:cxnLst/>
            <a:rect l="l" t="t" r="r" b="b"/>
            <a:pathLst>
              <a:path w="435" h="457">
                <a:moveTo>
                  <a:pt x="411" y="0"/>
                </a:moveTo>
                <a:cubicBezTo>
                  <a:pt x="275" y="46"/>
                  <a:pt x="138" y="92"/>
                  <a:pt x="1" y="115"/>
                </a:cubicBezTo>
                <a:cubicBezTo>
                  <a:pt x="138" y="229"/>
                  <a:pt x="275" y="343"/>
                  <a:pt x="434" y="457"/>
                </a:cubicBezTo>
                <a:cubicBezTo>
                  <a:pt x="411" y="320"/>
                  <a:pt x="411" y="160"/>
                  <a:pt x="411" y="0"/>
                </a:cubicBezTo>
                <a:close/>
              </a:path>
            </a:pathLst>
          </a:custGeom>
          <a:solidFill>
            <a:srgbClr val="11564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2" name="Google Shape;532;p24">
            <a:extLst>
              <a:ext uri="{FF2B5EF4-FFF2-40B4-BE49-F238E27FC236}">
                <a16:creationId xmlns:a16="http://schemas.microsoft.com/office/drawing/2014/main" id="{52592561-AF34-48DF-AFBC-28FB76B2D4FB}"/>
              </a:ext>
            </a:extLst>
          </p:cNvPr>
          <p:cNvSpPr>
            <a:spLocks noGrp="1"/>
          </p:cNvSpPr>
          <p:nvPr/>
        </p:nvSpPr>
        <p:spPr>
          <a:xfrm>
            <a:off x="1118881" y="3855866"/>
            <a:ext cx="283154" cy="304911"/>
          </a:xfrm>
          <a:custGeom>
            <a:avLst/>
            <a:gdLst/>
            <a:ahLst/>
            <a:cxnLst/>
            <a:rect l="l" t="t" r="r" b="b"/>
            <a:pathLst>
              <a:path w="8251" h="8885">
                <a:moveTo>
                  <a:pt x="414" y="0"/>
                </a:moveTo>
                <a:cubicBezTo>
                  <a:pt x="207" y="0"/>
                  <a:pt x="1" y="170"/>
                  <a:pt x="83" y="431"/>
                </a:cubicBezTo>
                <a:cubicBezTo>
                  <a:pt x="927" y="3056"/>
                  <a:pt x="1270" y="5795"/>
                  <a:pt x="1407" y="8534"/>
                </a:cubicBezTo>
                <a:cubicBezTo>
                  <a:pt x="1427" y="8736"/>
                  <a:pt x="1590" y="8884"/>
                  <a:pt x="1785" y="8884"/>
                </a:cubicBezTo>
                <a:cubicBezTo>
                  <a:pt x="1811" y="8884"/>
                  <a:pt x="1837" y="8882"/>
                  <a:pt x="1863" y="8876"/>
                </a:cubicBezTo>
                <a:cubicBezTo>
                  <a:pt x="4077" y="8329"/>
                  <a:pt x="6337" y="7164"/>
                  <a:pt x="8003" y="5612"/>
                </a:cubicBezTo>
                <a:cubicBezTo>
                  <a:pt x="8251" y="5365"/>
                  <a:pt x="8019" y="5008"/>
                  <a:pt x="7743" y="5008"/>
                </a:cubicBezTo>
                <a:cubicBezTo>
                  <a:pt x="7662" y="5008"/>
                  <a:pt x="7578" y="5038"/>
                  <a:pt x="7501" y="5110"/>
                </a:cubicBezTo>
                <a:cubicBezTo>
                  <a:pt x="6040" y="6503"/>
                  <a:pt x="4054" y="7552"/>
                  <a:pt x="2091" y="8077"/>
                </a:cubicBezTo>
                <a:cubicBezTo>
                  <a:pt x="2091" y="8237"/>
                  <a:pt x="2091" y="8397"/>
                  <a:pt x="2114" y="8534"/>
                </a:cubicBezTo>
                <a:cubicBezTo>
                  <a:pt x="1955" y="8420"/>
                  <a:pt x="1818" y="8306"/>
                  <a:pt x="1681" y="8192"/>
                </a:cubicBezTo>
                <a:cubicBezTo>
                  <a:pt x="1818" y="8169"/>
                  <a:pt x="1955" y="8123"/>
                  <a:pt x="2091" y="8077"/>
                </a:cubicBezTo>
                <a:cubicBezTo>
                  <a:pt x="1932" y="5430"/>
                  <a:pt x="1566" y="2782"/>
                  <a:pt x="745" y="248"/>
                </a:cubicBezTo>
                <a:cubicBezTo>
                  <a:pt x="690" y="75"/>
                  <a:pt x="552" y="0"/>
                  <a:pt x="414" y="0"/>
                </a:cubicBezTo>
                <a:close/>
              </a:path>
            </a:pathLst>
          </a:custGeom>
          <a:solidFill>
            <a:srgbClr val="11564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3" name="Google Shape;533;p24">
            <a:extLst>
              <a:ext uri="{FF2B5EF4-FFF2-40B4-BE49-F238E27FC236}">
                <a16:creationId xmlns:a16="http://schemas.microsoft.com/office/drawing/2014/main" id="{010E9849-3E1D-456C-91DD-80E776AC6050}"/>
              </a:ext>
            </a:extLst>
          </p:cNvPr>
          <p:cNvSpPr>
            <a:spLocks noGrp="1"/>
          </p:cNvSpPr>
          <p:nvPr/>
        </p:nvSpPr>
        <p:spPr>
          <a:xfrm>
            <a:off x="1202686" y="3704694"/>
            <a:ext cx="309029" cy="225500"/>
          </a:xfrm>
          <a:custGeom>
            <a:avLst/>
            <a:gdLst/>
            <a:ahLst/>
            <a:cxnLst/>
            <a:rect l="l" t="t" r="r" b="b"/>
            <a:pathLst>
              <a:path w="9005" h="6571">
                <a:moveTo>
                  <a:pt x="429" y="0"/>
                </a:moveTo>
                <a:cubicBezTo>
                  <a:pt x="215" y="0"/>
                  <a:pt x="1" y="170"/>
                  <a:pt x="83" y="431"/>
                </a:cubicBezTo>
                <a:cubicBezTo>
                  <a:pt x="699" y="2371"/>
                  <a:pt x="1293" y="4334"/>
                  <a:pt x="1795" y="6297"/>
                </a:cubicBezTo>
                <a:cubicBezTo>
                  <a:pt x="1841" y="6434"/>
                  <a:pt x="1978" y="6571"/>
                  <a:pt x="2137" y="6571"/>
                </a:cubicBezTo>
                <a:cubicBezTo>
                  <a:pt x="4443" y="6297"/>
                  <a:pt x="6999" y="4882"/>
                  <a:pt x="8734" y="3398"/>
                </a:cubicBezTo>
                <a:cubicBezTo>
                  <a:pt x="9005" y="3163"/>
                  <a:pt x="8761" y="2814"/>
                  <a:pt x="8478" y="2814"/>
                </a:cubicBezTo>
                <a:cubicBezTo>
                  <a:pt x="8404" y="2814"/>
                  <a:pt x="8326" y="2839"/>
                  <a:pt x="8255" y="2896"/>
                </a:cubicBezTo>
                <a:cubicBezTo>
                  <a:pt x="6862" y="4083"/>
                  <a:pt x="5082" y="4950"/>
                  <a:pt x="3370" y="5566"/>
                </a:cubicBezTo>
                <a:cubicBezTo>
                  <a:pt x="3096" y="5658"/>
                  <a:pt x="2822" y="5726"/>
                  <a:pt x="2525" y="5795"/>
                </a:cubicBezTo>
                <a:cubicBezTo>
                  <a:pt x="2520" y="5796"/>
                  <a:pt x="2515" y="5797"/>
                  <a:pt x="2510" y="5797"/>
                </a:cubicBezTo>
                <a:cubicBezTo>
                  <a:pt x="2284" y="5797"/>
                  <a:pt x="1999" y="4330"/>
                  <a:pt x="1955" y="4151"/>
                </a:cubicBezTo>
                <a:cubicBezTo>
                  <a:pt x="1567" y="2850"/>
                  <a:pt x="1156" y="1549"/>
                  <a:pt x="768" y="248"/>
                </a:cubicBezTo>
                <a:cubicBezTo>
                  <a:pt x="713" y="75"/>
                  <a:pt x="571" y="0"/>
                  <a:pt x="429" y="0"/>
                </a:cubicBezTo>
                <a:close/>
              </a:path>
            </a:pathLst>
          </a:custGeom>
          <a:solidFill>
            <a:srgbClr val="11564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4" name="Google Shape;534;p24">
            <a:extLst>
              <a:ext uri="{FF2B5EF4-FFF2-40B4-BE49-F238E27FC236}">
                <a16:creationId xmlns:a16="http://schemas.microsoft.com/office/drawing/2014/main" id="{1D0B8A3F-D9F0-44C1-A021-0279E2B8AA06}"/>
              </a:ext>
            </a:extLst>
          </p:cNvPr>
          <p:cNvSpPr>
            <a:spLocks noGrp="1"/>
          </p:cNvSpPr>
          <p:nvPr/>
        </p:nvSpPr>
        <p:spPr>
          <a:xfrm>
            <a:off x="1356706" y="3727275"/>
            <a:ext cx="14928" cy="11016"/>
          </a:xfrm>
          <a:custGeom>
            <a:avLst/>
            <a:gdLst/>
            <a:ahLst/>
            <a:cxnLst/>
            <a:rect l="l" t="t" r="r" b="b"/>
            <a:pathLst>
              <a:path w="435" h="321">
                <a:moveTo>
                  <a:pt x="343" y="1"/>
                </a:moveTo>
                <a:cubicBezTo>
                  <a:pt x="229" y="24"/>
                  <a:pt x="115" y="47"/>
                  <a:pt x="0" y="69"/>
                </a:cubicBezTo>
                <a:cubicBezTo>
                  <a:pt x="137" y="161"/>
                  <a:pt x="297" y="252"/>
                  <a:pt x="434" y="321"/>
                </a:cubicBezTo>
                <a:cubicBezTo>
                  <a:pt x="411" y="206"/>
                  <a:pt x="366" y="92"/>
                  <a:pt x="343" y="1"/>
                </a:cubicBezTo>
                <a:close/>
              </a:path>
            </a:pathLst>
          </a:custGeom>
          <a:solidFill>
            <a:srgbClr val="11564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5" name="Google Shape;535;p24">
            <a:extLst>
              <a:ext uri="{FF2B5EF4-FFF2-40B4-BE49-F238E27FC236}">
                <a16:creationId xmlns:a16="http://schemas.microsoft.com/office/drawing/2014/main" id="{CA451EAD-11BF-4590-966D-B935728EFA75}"/>
              </a:ext>
            </a:extLst>
          </p:cNvPr>
          <p:cNvSpPr>
            <a:spLocks noGrp="1"/>
          </p:cNvSpPr>
          <p:nvPr/>
        </p:nvSpPr>
        <p:spPr>
          <a:xfrm>
            <a:off x="1295585" y="3544874"/>
            <a:ext cx="244855" cy="208685"/>
          </a:xfrm>
          <a:custGeom>
            <a:avLst/>
            <a:gdLst/>
            <a:ahLst/>
            <a:cxnLst/>
            <a:rect l="l" t="t" r="r" b="b"/>
            <a:pathLst>
              <a:path w="7135" h="6081">
                <a:moveTo>
                  <a:pt x="417" y="1"/>
                </a:moveTo>
                <a:cubicBezTo>
                  <a:pt x="213" y="1"/>
                  <a:pt x="1" y="171"/>
                  <a:pt x="70" y="431"/>
                </a:cubicBezTo>
                <a:cubicBezTo>
                  <a:pt x="572" y="2235"/>
                  <a:pt x="1142" y="3992"/>
                  <a:pt x="1530" y="5818"/>
                </a:cubicBezTo>
                <a:cubicBezTo>
                  <a:pt x="1568" y="5989"/>
                  <a:pt x="1717" y="6081"/>
                  <a:pt x="1870" y="6081"/>
                </a:cubicBezTo>
                <a:cubicBezTo>
                  <a:pt x="1902" y="6081"/>
                  <a:pt x="1933" y="6077"/>
                  <a:pt x="1964" y="6069"/>
                </a:cubicBezTo>
                <a:cubicBezTo>
                  <a:pt x="3585" y="5681"/>
                  <a:pt x="5160" y="5202"/>
                  <a:pt x="6735" y="4723"/>
                </a:cubicBezTo>
                <a:cubicBezTo>
                  <a:pt x="7134" y="4596"/>
                  <a:pt x="7011" y="4025"/>
                  <a:pt x="6649" y="4025"/>
                </a:cubicBezTo>
                <a:cubicBezTo>
                  <a:pt x="6619" y="4025"/>
                  <a:pt x="6586" y="4029"/>
                  <a:pt x="6552" y="4038"/>
                </a:cubicBezTo>
                <a:cubicBezTo>
                  <a:pt x="5091" y="4494"/>
                  <a:pt x="3630" y="4951"/>
                  <a:pt x="2124" y="5316"/>
                </a:cubicBezTo>
                <a:cubicBezTo>
                  <a:pt x="2147" y="5407"/>
                  <a:pt x="2192" y="5521"/>
                  <a:pt x="2215" y="5636"/>
                </a:cubicBezTo>
                <a:cubicBezTo>
                  <a:pt x="2078" y="5567"/>
                  <a:pt x="1918" y="5476"/>
                  <a:pt x="1781" y="5384"/>
                </a:cubicBezTo>
                <a:cubicBezTo>
                  <a:pt x="1896" y="5362"/>
                  <a:pt x="2010" y="5339"/>
                  <a:pt x="2124" y="5316"/>
                </a:cubicBezTo>
                <a:cubicBezTo>
                  <a:pt x="1736" y="3604"/>
                  <a:pt x="1211" y="1938"/>
                  <a:pt x="731" y="249"/>
                </a:cubicBezTo>
                <a:cubicBezTo>
                  <a:pt x="686" y="76"/>
                  <a:pt x="553" y="1"/>
                  <a:pt x="417" y="1"/>
                </a:cubicBezTo>
                <a:close/>
              </a:path>
            </a:pathLst>
          </a:custGeom>
          <a:solidFill>
            <a:srgbClr val="11564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6" name="Google Shape;536;p24">
            <a:extLst>
              <a:ext uri="{FF2B5EF4-FFF2-40B4-BE49-F238E27FC236}">
                <a16:creationId xmlns:a16="http://schemas.microsoft.com/office/drawing/2014/main" id="{22603383-5205-4CA3-9166-6EAA661D0001}"/>
              </a:ext>
            </a:extLst>
          </p:cNvPr>
          <p:cNvSpPr>
            <a:spLocks noGrp="1"/>
          </p:cNvSpPr>
          <p:nvPr/>
        </p:nvSpPr>
        <p:spPr>
          <a:xfrm>
            <a:off x="1448336" y="3522052"/>
            <a:ext cx="11805" cy="13350"/>
          </a:xfrm>
          <a:custGeom>
            <a:avLst/>
            <a:gdLst/>
            <a:ahLst/>
            <a:cxnLst/>
            <a:rect l="l" t="t" r="r" b="b"/>
            <a:pathLst>
              <a:path w="344" h="389">
                <a:moveTo>
                  <a:pt x="275" y="1"/>
                </a:moveTo>
                <a:cubicBezTo>
                  <a:pt x="184" y="24"/>
                  <a:pt x="92" y="46"/>
                  <a:pt x="1" y="46"/>
                </a:cubicBezTo>
                <a:cubicBezTo>
                  <a:pt x="115" y="161"/>
                  <a:pt x="229" y="275"/>
                  <a:pt x="343" y="389"/>
                </a:cubicBezTo>
                <a:cubicBezTo>
                  <a:pt x="321" y="252"/>
                  <a:pt x="298" y="138"/>
                  <a:pt x="275" y="1"/>
                </a:cubicBezTo>
                <a:close/>
              </a:path>
            </a:pathLst>
          </a:custGeom>
          <a:solidFill>
            <a:srgbClr val="11564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7" name="Google Shape;537;p24">
            <a:extLst>
              <a:ext uri="{FF2B5EF4-FFF2-40B4-BE49-F238E27FC236}">
                <a16:creationId xmlns:a16="http://schemas.microsoft.com/office/drawing/2014/main" id="{BCF4390E-CB9B-4BC8-B86B-C43477BEE1DD}"/>
              </a:ext>
            </a:extLst>
          </p:cNvPr>
          <p:cNvSpPr>
            <a:spLocks noGrp="1"/>
          </p:cNvSpPr>
          <p:nvPr/>
        </p:nvSpPr>
        <p:spPr>
          <a:xfrm>
            <a:off x="1399604" y="3390339"/>
            <a:ext cx="215891" cy="157655"/>
          </a:xfrm>
          <a:custGeom>
            <a:avLst/>
            <a:gdLst/>
            <a:ahLst/>
            <a:cxnLst/>
            <a:rect l="l" t="t" r="r" b="b"/>
            <a:pathLst>
              <a:path w="6291" h="4594">
                <a:moveTo>
                  <a:pt x="417" y="1"/>
                </a:moveTo>
                <a:cubicBezTo>
                  <a:pt x="205" y="1"/>
                  <a:pt x="0" y="166"/>
                  <a:pt x="97" y="415"/>
                </a:cubicBezTo>
                <a:cubicBezTo>
                  <a:pt x="576" y="1648"/>
                  <a:pt x="919" y="2903"/>
                  <a:pt x="1056" y="4227"/>
                </a:cubicBezTo>
                <a:cubicBezTo>
                  <a:pt x="1077" y="4400"/>
                  <a:pt x="1202" y="4594"/>
                  <a:pt x="1390" y="4594"/>
                </a:cubicBezTo>
                <a:cubicBezTo>
                  <a:pt x="1400" y="4594"/>
                  <a:pt x="1410" y="4593"/>
                  <a:pt x="1421" y="4592"/>
                </a:cubicBezTo>
                <a:cubicBezTo>
                  <a:pt x="3087" y="4364"/>
                  <a:pt x="4365" y="3314"/>
                  <a:pt x="5918" y="2743"/>
                </a:cubicBezTo>
                <a:cubicBezTo>
                  <a:pt x="6290" y="2598"/>
                  <a:pt x="6175" y="2040"/>
                  <a:pt x="5843" y="2040"/>
                </a:cubicBezTo>
                <a:cubicBezTo>
                  <a:pt x="5809" y="2040"/>
                  <a:pt x="5773" y="2046"/>
                  <a:pt x="5735" y="2058"/>
                </a:cubicBezTo>
                <a:cubicBezTo>
                  <a:pt x="4365" y="2583"/>
                  <a:pt x="3156" y="3542"/>
                  <a:pt x="1695" y="3839"/>
                </a:cubicBezTo>
                <a:cubicBezTo>
                  <a:pt x="1718" y="3976"/>
                  <a:pt x="1741" y="4090"/>
                  <a:pt x="1763" y="4227"/>
                </a:cubicBezTo>
                <a:cubicBezTo>
                  <a:pt x="1649" y="4113"/>
                  <a:pt x="1535" y="3999"/>
                  <a:pt x="1421" y="3884"/>
                </a:cubicBezTo>
                <a:cubicBezTo>
                  <a:pt x="1512" y="3884"/>
                  <a:pt x="1604" y="3862"/>
                  <a:pt x="1695" y="3839"/>
                </a:cubicBezTo>
                <a:cubicBezTo>
                  <a:pt x="1535" y="2583"/>
                  <a:pt x="1216" y="1396"/>
                  <a:pt x="759" y="232"/>
                </a:cubicBezTo>
                <a:cubicBezTo>
                  <a:pt x="696" y="71"/>
                  <a:pt x="555" y="1"/>
                  <a:pt x="417" y="1"/>
                </a:cubicBezTo>
                <a:close/>
              </a:path>
            </a:pathLst>
          </a:custGeom>
          <a:solidFill>
            <a:srgbClr val="11564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8" name="Google Shape;538;p24">
            <a:extLst>
              <a:ext uri="{FF2B5EF4-FFF2-40B4-BE49-F238E27FC236}">
                <a16:creationId xmlns:a16="http://schemas.microsoft.com/office/drawing/2014/main" id="{00064475-F33C-4A9C-887B-879D36005B50}"/>
              </a:ext>
            </a:extLst>
          </p:cNvPr>
          <p:cNvSpPr>
            <a:spLocks noGrp="1"/>
          </p:cNvSpPr>
          <p:nvPr/>
        </p:nvSpPr>
        <p:spPr>
          <a:xfrm>
            <a:off x="1513369" y="3610593"/>
            <a:ext cx="46260" cy="35278"/>
          </a:xfrm>
          <a:custGeom>
            <a:avLst/>
            <a:gdLst/>
            <a:ahLst/>
            <a:cxnLst/>
            <a:rect l="l" t="t" r="r" b="b"/>
            <a:pathLst>
              <a:path w="1348" h="1028">
                <a:moveTo>
                  <a:pt x="662" y="0"/>
                </a:moveTo>
                <a:cubicBezTo>
                  <a:pt x="0" y="0"/>
                  <a:pt x="0" y="1027"/>
                  <a:pt x="662" y="1027"/>
                </a:cubicBezTo>
                <a:cubicBezTo>
                  <a:pt x="1347" y="1027"/>
                  <a:pt x="1347" y="0"/>
                  <a:pt x="662" y="0"/>
                </a:cubicBezTo>
                <a:close/>
              </a:path>
            </a:pathLst>
          </a:custGeom>
          <a:solidFill>
            <a:srgbClr val="11564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9" name="Google Shape;539;p24">
            <a:extLst>
              <a:ext uri="{FF2B5EF4-FFF2-40B4-BE49-F238E27FC236}">
                <a16:creationId xmlns:a16="http://schemas.microsoft.com/office/drawing/2014/main" id="{2392209B-904B-4F11-958F-1DA8B6FFD2B9}"/>
              </a:ext>
            </a:extLst>
          </p:cNvPr>
          <p:cNvSpPr>
            <a:spLocks noGrp="1"/>
          </p:cNvSpPr>
          <p:nvPr/>
        </p:nvSpPr>
        <p:spPr>
          <a:xfrm>
            <a:off x="1538421" y="3559665"/>
            <a:ext cx="46260" cy="36068"/>
          </a:xfrm>
          <a:custGeom>
            <a:avLst/>
            <a:gdLst/>
            <a:ahLst/>
            <a:cxnLst/>
            <a:rect l="l" t="t" r="r" b="b"/>
            <a:pathLst>
              <a:path w="1348" h="1051">
                <a:moveTo>
                  <a:pt x="663" y="0"/>
                </a:moveTo>
                <a:cubicBezTo>
                  <a:pt x="1" y="0"/>
                  <a:pt x="1" y="1050"/>
                  <a:pt x="663" y="1050"/>
                </a:cubicBezTo>
                <a:cubicBezTo>
                  <a:pt x="1348" y="1050"/>
                  <a:pt x="1348" y="0"/>
                  <a:pt x="663" y="0"/>
                </a:cubicBezTo>
                <a:close/>
              </a:path>
            </a:pathLst>
          </a:custGeom>
          <a:solidFill>
            <a:srgbClr val="11564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0" name="Google Shape;540;p24">
            <a:extLst>
              <a:ext uri="{FF2B5EF4-FFF2-40B4-BE49-F238E27FC236}">
                <a16:creationId xmlns:a16="http://schemas.microsoft.com/office/drawing/2014/main" id="{4F91F031-FCF4-4A08-B295-A674E2A21A80}"/>
              </a:ext>
            </a:extLst>
          </p:cNvPr>
          <p:cNvSpPr>
            <a:spLocks noGrp="1"/>
          </p:cNvSpPr>
          <p:nvPr/>
        </p:nvSpPr>
        <p:spPr>
          <a:xfrm>
            <a:off x="1563508" y="3605892"/>
            <a:ext cx="46260" cy="36068"/>
          </a:xfrm>
          <a:custGeom>
            <a:avLst/>
            <a:gdLst/>
            <a:ahLst/>
            <a:cxnLst/>
            <a:rect l="l" t="t" r="r" b="b"/>
            <a:pathLst>
              <a:path w="1348" h="1051">
                <a:moveTo>
                  <a:pt x="685" y="0"/>
                </a:moveTo>
                <a:cubicBezTo>
                  <a:pt x="0" y="0"/>
                  <a:pt x="0" y="1050"/>
                  <a:pt x="685" y="1050"/>
                </a:cubicBezTo>
                <a:cubicBezTo>
                  <a:pt x="1347" y="1050"/>
                  <a:pt x="1347" y="0"/>
                  <a:pt x="685" y="0"/>
                </a:cubicBezTo>
                <a:close/>
              </a:path>
            </a:pathLst>
          </a:custGeom>
          <a:solidFill>
            <a:srgbClr val="11564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1" name="Google Shape;541;p24">
            <a:extLst>
              <a:ext uri="{FF2B5EF4-FFF2-40B4-BE49-F238E27FC236}">
                <a16:creationId xmlns:a16="http://schemas.microsoft.com/office/drawing/2014/main" id="{3FA12C22-6FF4-4D8B-B8CA-3325F08B3C20}"/>
              </a:ext>
            </a:extLst>
          </p:cNvPr>
          <p:cNvSpPr>
            <a:spLocks noGrp="1"/>
          </p:cNvSpPr>
          <p:nvPr/>
        </p:nvSpPr>
        <p:spPr>
          <a:xfrm>
            <a:off x="1173412" y="3623119"/>
            <a:ext cx="45471" cy="35278"/>
          </a:xfrm>
          <a:custGeom>
            <a:avLst/>
            <a:gdLst/>
            <a:ahLst/>
            <a:cxnLst/>
            <a:rect l="l" t="t" r="r" b="b"/>
            <a:pathLst>
              <a:path w="1325" h="1028">
                <a:moveTo>
                  <a:pt x="662" y="0"/>
                </a:moveTo>
                <a:cubicBezTo>
                  <a:pt x="0" y="0"/>
                  <a:pt x="0" y="1027"/>
                  <a:pt x="662" y="1027"/>
                </a:cubicBezTo>
                <a:cubicBezTo>
                  <a:pt x="1324" y="1027"/>
                  <a:pt x="1324" y="0"/>
                  <a:pt x="662" y="0"/>
                </a:cubicBezTo>
                <a:close/>
              </a:path>
            </a:pathLst>
          </a:custGeom>
          <a:solidFill>
            <a:srgbClr val="11564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2" name="Google Shape;542;p24">
            <a:extLst>
              <a:ext uri="{FF2B5EF4-FFF2-40B4-BE49-F238E27FC236}">
                <a16:creationId xmlns:a16="http://schemas.microsoft.com/office/drawing/2014/main" id="{3D47D021-A11F-4AED-843F-B0D917B3B9C1}"/>
              </a:ext>
            </a:extLst>
          </p:cNvPr>
          <p:cNvSpPr>
            <a:spLocks noGrp="1"/>
          </p:cNvSpPr>
          <p:nvPr/>
        </p:nvSpPr>
        <p:spPr>
          <a:xfrm>
            <a:off x="1193763" y="3568279"/>
            <a:ext cx="46260" cy="36068"/>
          </a:xfrm>
          <a:custGeom>
            <a:avLst/>
            <a:gdLst/>
            <a:ahLst/>
            <a:cxnLst/>
            <a:rect l="l" t="t" r="r" b="b"/>
            <a:pathLst>
              <a:path w="1348" h="1051">
                <a:moveTo>
                  <a:pt x="686" y="0"/>
                </a:moveTo>
                <a:cubicBezTo>
                  <a:pt x="1" y="0"/>
                  <a:pt x="1" y="1050"/>
                  <a:pt x="686" y="1050"/>
                </a:cubicBezTo>
                <a:cubicBezTo>
                  <a:pt x="1347" y="1050"/>
                  <a:pt x="1347" y="0"/>
                  <a:pt x="686" y="0"/>
                </a:cubicBezTo>
                <a:close/>
              </a:path>
            </a:pathLst>
          </a:custGeom>
          <a:solidFill>
            <a:srgbClr val="11564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3" name="Google Shape;543;p24">
            <a:extLst>
              <a:ext uri="{FF2B5EF4-FFF2-40B4-BE49-F238E27FC236}">
                <a16:creationId xmlns:a16="http://schemas.microsoft.com/office/drawing/2014/main" id="{C655983E-2C01-4639-9BCE-40657D633198}"/>
              </a:ext>
            </a:extLst>
          </p:cNvPr>
          <p:cNvSpPr>
            <a:spLocks noGrp="1"/>
          </p:cNvSpPr>
          <p:nvPr/>
        </p:nvSpPr>
        <p:spPr>
          <a:xfrm>
            <a:off x="1227464" y="3623119"/>
            <a:ext cx="46226" cy="35278"/>
          </a:xfrm>
          <a:custGeom>
            <a:avLst/>
            <a:gdLst/>
            <a:ahLst/>
            <a:cxnLst/>
            <a:rect l="l" t="t" r="r" b="b"/>
            <a:pathLst>
              <a:path w="1347" h="1028">
                <a:moveTo>
                  <a:pt x="685" y="0"/>
                </a:moveTo>
                <a:cubicBezTo>
                  <a:pt x="0" y="0"/>
                  <a:pt x="0" y="1027"/>
                  <a:pt x="685" y="1027"/>
                </a:cubicBezTo>
                <a:cubicBezTo>
                  <a:pt x="1347" y="1027"/>
                  <a:pt x="1347" y="0"/>
                  <a:pt x="685" y="0"/>
                </a:cubicBezTo>
                <a:close/>
              </a:path>
            </a:pathLst>
          </a:custGeom>
          <a:solidFill>
            <a:srgbClr val="11564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4" name="Google Shape;544;p24">
            <a:extLst>
              <a:ext uri="{FF2B5EF4-FFF2-40B4-BE49-F238E27FC236}">
                <a16:creationId xmlns:a16="http://schemas.microsoft.com/office/drawing/2014/main" id="{0F331C7D-D6F0-45B7-96C7-D3FD98A884E3}"/>
              </a:ext>
            </a:extLst>
          </p:cNvPr>
          <p:cNvSpPr>
            <a:spLocks noGrp="1"/>
          </p:cNvSpPr>
          <p:nvPr/>
        </p:nvSpPr>
        <p:spPr>
          <a:xfrm>
            <a:off x="1508667" y="3249462"/>
            <a:ext cx="46260" cy="35278"/>
          </a:xfrm>
          <a:custGeom>
            <a:avLst/>
            <a:gdLst/>
            <a:ahLst/>
            <a:cxnLst/>
            <a:rect l="l" t="t" r="r" b="b"/>
            <a:pathLst>
              <a:path w="1348" h="1028">
                <a:moveTo>
                  <a:pt x="685" y="1"/>
                </a:moveTo>
                <a:cubicBezTo>
                  <a:pt x="1" y="1"/>
                  <a:pt x="1" y="1028"/>
                  <a:pt x="685" y="1028"/>
                </a:cubicBezTo>
                <a:cubicBezTo>
                  <a:pt x="1347" y="1028"/>
                  <a:pt x="1347" y="1"/>
                  <a:pt x="685" y="1"/>
                </a:cubicBezTo>
                <a:close/>
              </a:path>
            </a:pathLst>
          </a:custGeom>
          <a:solidFill>
            <a:srgbClr val="11564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5" name="Google Shape;545;p24">
            <a:extLst>
              <a:ext uri="{FF2B5EF4-FFF2-40B4-BE49-F238E27FC236}">
                <a16:creationId xmlns:a16="http://schemas.microsoft.com/office/drawing/2014/main" id="{8BD773A3-82E9-4BDA-92BF-6DF14FF5CDD6}"/>
              </a:ext>
            </a:extLst>
          </p:cNvPr>
          <p:cNvSpPr>
            <a:spLocks noGrp="1"/>
          </p:cNvSpPr>
          <p:nvPr/>
        </p:nvSpPr>
        <p:spPr>
          <a:xfrm>
            <a:off x="1542368" y="3269847"/>
            <a:ext cx="46226" cy="36068"/>
          </a:xfrm>
          <a:custGeom>
            <a:avLst/>
            <a:gdLst/>
            <a:ahLst/>
            <a:cxnLst/>
            <a:rect l="l" t="t" r="r" b="b"/>
            <a:pathLst>
              <a:path w="1347" h="1051">
                <a:moveTo>
                  <a:pt x="685" y="0"/>
                </a:moveTo>
                <a:cubicBezTo>
                  <a:pt x="0" y="0"/>
                  <a:pt x="0" y="1050"/>
                  <a:pt x="685" y="1050"/>
                </a:cubicBezTo>
                <a:cubicBezTo>
                  <a:pt x="1347" y="1050"/>
                  <a:pt x="1347" y="0"/>
                  <a:pt x="685" y="0"/>
                </a:cubicBezTo>
                <a:close/>
              </a:path>
            </a:pathLst>
          </a:custGeom>
          <a:solidFill>
            <a:srgbClr val="11564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6" name="Google Shape;546;p24">
            <a:extLst>
              <a:ext uri="{FF2B5EF4-FFF2-40B4-BE49-F238E27FC236}">
                <a16:creationId xmlns:a16="http://schemas.microsoft.com/office/drawing/2014/main" id="{1066EBF0-F045-4D0C-8DDF-028665B281B6}"/>
              </a:ext>
            </a:extLst>
          </p:cNvPr>
          <p:cNvSpPr>
            <a:spLocks noGrp="1"/>
          </p:cNvSpPr>
          <p:nvPr/>
        </p:nvSpPr>
        <p:spPr>
          <a:xfrm>
            <a:off x="1513369" y="3845570"/>
            <a:ext cx="46260" cy="35278"/>
          </a:xfrm>
          <a:custGeom>
            <a:avLst/>
            <a:gdLst/>
            <a:ahLst/>
            <a:cxnLst/>
            <a:rect l="l" t="t" r="r" b="b"/>
            <a:pathLst>
              <a:path w="1348" h="1028">
                <a:moveTo>
                  <a:pt x="662" y="1"/>
                </a:moveTo>
                <a:cubicBezTo>
                  <a:pt x="0" y="1"/>
                  <a:pt x="0" y="1028"/>
                  <a:pt x="662" y="1028"/>
                </a:cubicBezTo>
                <a:cubicBezTo>
                  <a:pt x="1347" y="1028"/>
                  <a:pt x="1347" y="1"/>
                  <a:pt x="662" y="1"/>
                </a:cubicBezTo>
                <a:close/>
              </a:path>
            </a:pathLst>
          </a:custGeom>
          <a:solidFill>
            <a:srgbClr val="11564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7" name="Google Shape;547;p24">
            <a:extLst>
              <a:ext uri="{FF2B5EF4-FFF2-40B4-BE49-F238E27FC236}">
                <a16:creationId xmlns:a16="http://schemas.microsoft.com/office/drawing/2014/main" id="{889B0159-D949-4109-9804-5602582E5D9B}"/>
              </a:ext>
            </a:extLst>
          </p:cNvPr>
          <p:cNvSpPr>
            <a:spLocks noGrp="1"/>
          </p:cNvSpPr>
          <p:nvPr/>
        </p:nvSpPr>
        <p:spPr>
          <a:xfrm>
            <a:off x="1534509" y="3799344"/>
            <a:ext cx="45471" cy="35313"/>
          </a:xfrm>
          <a:custGeom>
            <a:avLst/>
            <a:gdLst/>
            <a:ahLst/>
            <a:cxnLst/>
            <a:rect l="l" t="t" r="r" b="b"/>
            <a:pathLst>
              <a:path w="1325" h="1029">
                <a:moveTo>
                  <a:pt x="663" y="1"/>
                </a:moveTo>
                <a:cubicBezTo>
                  <a:pt x="1" y="1"/>
                  <a:pt x="1" y="1028"/>
                  <a:pt x="663" y="1028"/>
                </a:cubicBezTo>
                <a:cubicBezTo>
                  <a:pt x="1325" y="1028"/>
                  <a:pt x="1325" y="1"/>
                  <a:pt x="663" y="1"/>
                </a:cubicBezTo>
                <a:close/>
              </a:path>
            </a:pathLst>
          </a:custGeom>
          <a:solidFill>
            <a:srgbClr val="11564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8" name="Google Shape;548;p24">
            <a:extLst>
              <a:ext uri="{FF2B5EF4-FFF2-40B4-BE49-F238E27FC236}">
                <a16:creationId xmlns:a16="http://schemas.microsoft.com/office/drawing/2014/main" id="{6547671F-3E56-48BD-AD03-B71F593CD8FF}"/>
              </a:ext>
            </a:extLst>
          </p:cNvPr>
          <p:cNvSpPr>
            <a:spLocks noGrp="1"/>
          </p:cNvSpPr>
          <p:nvPr/>
        </p:nvSpPr>
        <p:spPr>
          <a:xfrm>
            <a:off x="1055117" y="3836957"/>
            <a:ext cx="46260" cy="36068"/>
          </a:xfrm>
          <a:custGeom>
            <a:avLst/>
            <a:gdLst/>
            <a:ahLst/>
            <a:cxnLst/>
            <a:rect l="l" t="t" r="r" b="b"/>
            <a:pathLst>
              <a:path w="1348" h="1051">
                <a:moveTo>
                  <a:pt x="685" y="1"/>
                </a:moveTo>
                <a:cubicBezTo>
                  <a:pt x="1" y="1"/>
                  <a:pt x="1" y="1050"/>
                  <a:pt x="685" y="1050"/>
                </a:cubicBezTo>
                <a:cubicBezTo>
                  <a:pt x="1347" y="1050"/>
                  <a:pt x="1347" y="1"/>
                  <a:pt x="685" y="1"/>
                </a:cubicBezTo>
                <a:close/>
              </a:path>
            </a:pathLst>
          </a:custGeom>
          <a:solidFill>
            <a:srgbClr val="11564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9" name="Google Shape;549;p24">
            <a:extLst>
              <a:ext uri="{FF2B5EF4-FFF2-40B4-BE49-F238E27FC236}">
                <a16:creationId xmlns:a16="http://schemas.microsoft.com/office/drawing/2014/main" id="{048BC326-1F64-4D17-B0A8-333CE041DD2A}"/>
              </a:ext>
            </a:extLst>
          </p:cNvPr>
          <p:cNvSpPr>
            <a:spLocks noGrp="1"/>
          </p:cNvSpPr>
          <p:nvPr/>
        </p:nvSpPr>
        <p:spPr>
          <a:xfrm>
            <a:off x="1059819" y="3786818"/>
            <a:ext cx="46260" cy="35278"/>
          </a:xfrm>
          <a:custGeom>
            <a:avLst/>
            <a:gdLst/>
            <a:ahLst/>
            <a:cxnLst/>
            <a:rect l="l" t="t" r="r" b="b"/>
            <a:pathLst>
              <a:path w="1348" h="1028">
                <a:moveTo>
                  <a:pt x="663" y="1"/>
                </a:moveTo>
                <a:cubicBezTo>
                  <a:pt x="1" y="1"/>
                  <a:pt x="1" y="1028"/>
                  <a:pt x="663" y="1028"/>
                </a:cubicBezTo>
                <a:cubicBezTo>
                  <a:pt x="1347" y="1028"/>
                  <a:pt x="1347" y="1"/>
                  <a:pt x="663" y="1"/>
                </a:cubicBezTo>
                <a:close/>
              </a:path>
            </a:pathLst>
          </a:custGeom>
          <a:solidFill>
            <a:srgbClr val="11564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0" name="Google Shape;550;p24">
            <a:extLst>
              <a:ext uri="{FF2B5EF4-FFF2-40B4-BE49-F238E27FC236}">
                <a16:creationId xmlns:a16="http://schemas.microsoft.com/office/drawing/2014/main" id="{3A8F33F0-169F-4C8A-8CEA-74F6AFC21B74}"/>
              </a:ext>
            </a:extLst>
          </p:cNvPr>
          <p:cNvSpPr>
            <a:spLocks noGrp="1"/>
          </p:cNvSpPr>
          <p:nvPr/>
        </p:nvSpPr>
        <p:spPr>
          <a:xfrm>
            <a:off x="526616" y="3528607"/>
            <a:ext cx="385969" cy="294135"/>
          </a:xfrm>
          <a:custGeom>
            <a:avLst/>
            <a:gdLst/>
            <a:ahLst/>
            <a:cxnLst/>
            <a:rect l="l" t="t" r="r" b="b"/>
            <a:pathLst>
              <a:path w="11247" h="8571">
                <a:moveTo>
                  <a:pt x="6582" y="1"/>
                </a:moveTo>
                <a:cubicBezTo>
                  <a:pt x="4812" y="1"/>
                  <a:pt x="2921" y="897"/>
                  <a:pt x="1820" y="2823"/>
                </a:cubicBezTo>
                <a:cubicBezTo>
                  <a:pt x="0" y="5886"/>
                  <a:pt x="2604" y="8571"/>
                  <a:pt x="5433" y="8571"/>
                </a:cubicBezTo>
                <a:cubicBezTo>
                  <a:pt x="6082" y="8571"/>
                  <a:pt x="6744" y="8429"/>
                  <a:pt x="7366" y="8118"/>
                </a:cubicBezTo>
                <a:lnTo>
                  <a:pt x="10836" y="4786"/>
                </a:lnTo>
                <a:cubicBezTo>
                  <a:pt x="11246" y="1713"/>
                  <a:pt x="9029" y="1"/>
                  <a:pt x="6582" y="1"/>
                </a:cubicBezTo>
                <a:close/>
              </a:path>
            </a:pathLst>
          </a:custGeom>
          <a:solidFill>
            <a:srgbClr val="9B633D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1" name="Google Shape;551;p24">
            <a:extLst>
              <a:ext uri="{FF2B5EF4-FFF2-40B4-BE49-F238E27FC236}">
                <a16:creationId xmlns:a16="http://schemas.microsoft.com/office/drawing/2014/main" id="{F9C212F0-1F62-4EB1-AFF6-F81396735FD4}"/>
              </a:ext>
            </a:extLst>
          </p:cNvPr>
          <p:cNvSpPr>
            <a:spLocks noGrp="1"/>
          </p:cNvSpPr>
          <p:nvPr/>
        </p:nvSpPr>
        <p:spPr>
          <a:xfrm>
            <a:off x="644636" y="3624080"/>
            <a:ext cx="210641" cy="160366"/>
          </a:xfrm>
          <a:custGeom>
            <a:avLst/>
            <a:gdLst/>
            <a:ahLst/>
            <a:cxnLst/>
            <a:rect l="l" t="t" r="r" b="b"/>
            <a:pathLst>
              <a:path w="6138" h="4673">
                <a:moveTo>
                  <a:pt x="3604" y="0"/>
                </a:moveTo>
                <a:cubicBezTo>
                  <a:pt x="2636" y="0"/>
                  <a:pt x="1597" y="491"/>
                  <a:pt x="983" y="1547"/>
                </a:cubicBezTo>
                <a:cubicBezTo>
                  <a:pt x="0" y="3215"/>
                  <a:pt x="1426" y="4673"/>
                  <a:pt x="2963" y="4673"/>
                </a:cubicBezTo>
                <a:cubicBezTo>
                  <a:pt x="3318" y="4673"/>
                  <a:pt x="3680" y="4595"/>
                  <a:pt x="4018" y="4423"/>
                </a:cubicBezTo>
                <a:lnTo>
                  <a:pt x="5913" y="2597"/>
                </a:lnTo>
                <a:cubicBezTo>
                  <a:pt x="6138" y="931"/>
                  <a:pt x="4938" y="0"/>
                  <a:pt x="3604" y="0"/>
                </a:cubicBezTo>
                <a:close/>
              </a:path>
            </a:pathLst>
          </a:custGeom>
          <a:solidFill>
            <a:srgbClr val="DDB597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2" name="Google Shape;552;p24">
            <a:extLst>
              <a:ext uri="{FF2B5EF4-FFF2-40B4-BE49-F238E27FC236}">
                <a16:creationId xmlns:a16="http://schemas.microsoft.com/office/drawing/2014/main" id="{9D74333C-8CAB-490A-BC6D-5255ACCDDE24}"/>
              </a:ext>
            </a:extLst>
          </p:cNvPr>
          <p:cNvSpPr>
            <a:spLocks noGrp="1"/>
          </p:cNvSpPr>
          <p:nvPr/>
        </p:nvSpPr>
        <p:spPr>
          <a:xfrm>
            <a:off x="1342292" y="3510933"/>
            <a:ext cx="385626" cy="293792"/>
          </a:xfrm>
          <a:custGeom>
            <a:avLst/>
            <a:gdLst/>
            <a:ahLst/>
            <a:cxnLst/>
            <a:rect l="l" t="t" r="r" b="b"/>
            <a:pathLst>
              <a:path w="11237" h="8561">
                <a:moveTo>
                  <a:pt x="4659" y="0"/>
                </a:moveTo>
                <a:cubicBezTo>
                  <a:pt x="2213" y="0"/>
                  <a:pt x="1" y="1705"/>
                  <a:pt x="398" y="4776"/>
                </a:cubicBezTo>
                <a:lnTo>
                  <a:pt x="3867" y="8108"/>
                </a:lnTo>
                <a:cubicBezTo>
                  <a:pt x="4489" y="8419"/>
                  <a:pt x="5151" y="8561"/>
                  <a:pt x="5800" y="8561"/>
                </a:cubicBezTo>
                <a:cubicBezTo>
                  <a:pt x="8630" y="8561"/>
                  <a:pt x="11237" y="5876"/>
                  <a:pt x="9436" y="2813"/>
                </a:cubicBezTo>
                <a:cubicBezTo>
                  <a:pt x="8324" y="895"/>
                  <a:pt x="6430" y="0"/>
                  <a:pt x="4659" y="0"/>
                </a:cubicBezTo>
                <a:close/>
              </a:path>
            </a:pathLst>
          </a:custGeom>
          <a:solidFill>
            <a:srgbClr val="9B633D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3" name="Google Shape;553;p24">
            <a:extLst>
              <a:ext uri="{FF2B5EF4-FFF2-40B4-BE49-F238E27FC236}">
                <a16:creationId xmlns:a16="http://schemas.microsoft.com/office/drawing/2014/main" id="{9CA4B848-7CE8-4139-9751-84E5D5D26A1D}"/>
              </a:ext>
            </a:extLst>
          </p:cNvPr>
          <p:cNvSpPr>
            <a:spLocks noGrp="1"/>
          </p:cNvSpPr>
          <p:nvPr/>
        </p:nvSpPr>
        <p:spPr>
          <a:xfrm>
            <a:off x="1399124" y="3606063"/>
            <a:ext cx="210641" cy="160366"/>
          </a:xfrm>
          <a:custGeom>
            <a:avLst/>
            <a:gdLst/>
            <a:ahLst/>
            <a:cxnLst/>
            <a:rect l="l" t="t" r="r" b="b"/>
            <a:pathLst>
              <a:path w="6138" h="4673">
                <a:moveTo>
                  <a:pt x="2544" y="0"/>
                </a:moveTo>
                <a:cubicBezTo>
                  <a:pt x="1208" y="0"/>
                  <a:pt x="0" y="931"/>
                  <a:pt x="225" y="2597"/>
                </a:cubicBezTo>
                <a:lnTo>
                  <a:pt x="2120" y="4423"/>
                </a:lnTo>
                <a:cubicBezTo>
                  <a:pt x="2463" y="4595"/>
                  <a:pt x="2827" y="4673"/>
                  <a:pt x="3184" y="4673"/>
                </a:cubicBezTo>
                <a:cubicBezTo>
                  <a:pt x="4727" y="4673"/>
                  <a:pt x="6138" y="3215"/>
                  <a:pt x="5156" y="1547"/>
                </a:cubicBezTo>
                <a:cubicBezTo>
                  <a:pt x="4551" y="491"/>
                  <a:pt x="3514" y="0"/>
                  <a:pt x="2544" y="0"/>
                </a:cubicBezTo>
                <a:close/>
              </a:path>
            </a:pathLst>
          </a:custGeom>
          <a:solidFill>
            <a:srgbClr val="DDB597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4" name="Google Shape;554;p24">
            <a:extLst>
              <a:ext uri="{FF2B5EF4-FFF2-40B4-BE49-F238E27FC236}">
                <a16:creationId xmlns:a16="http://schemas.microsoft.com/office/drawing/2014/main" id="{37A92009-99BB-494B-BFBC-41D3EFB06E3D}"/>
              </a:ext>
            </a:extLst>
          </p:cNvPr>
          <p:cNvSpPr>
            <a:spLocks noGrp="1"/>
          </p:cNvSpPr>
          <p:nvPr/>
        </p:nvSpPr>
        <p:spPr>
          <a:xfrm>
            <a:off x="370502" y="3601259"/>
            <a:ext cx="1590136" cy="1539929"/>
          </a:xfrm>
          <a:custGeom>
            <a:avLst/>
            <a:gdLst/>
            <a:ahLst/>
            <a:cxnLst/>
            <a:rect l="l" t="t" r="r" b="b"/>
            <a:pathLst>
              <a:path w="46336" h="44873">
                <a:moveTo>
                  <a:pt x="22299" y="0"/>
                </a:moveTo>
                <a:cubicBezTo>
                  <a:pt x="7992" y="0"/>
                  <a:pt x="720" y="21840"/>
                  <a:pt x="69" y="37203"/>
                </a:cubicBezTo>
                <a:cubicBezTo>
                  <a:pt x="0" y="39897"/>
                  <a:pt x="229" y="42453"/>
                  <a:pt x="799" y="44873"/>
                </a:cubicBezTo>
                <a:lnTo>
                  <a:pt x="44418" y="44873"/>
                </a:lnTo>
                <a:cubicBezTo>
                  <a:pt x="46336" y="28826"/>
                  <a:pt x="39214" y="2030"/>
                  <a:pt x="24583" y="181"/>
                </a:cubicBezTo>
                <a:cubicBezTo>
                  <a:pt x="23803" y="59"/>
                  <a:pt x="23041" y="0"/>
                  <a:pt x="22299" y="0"/>
                </a:cubicBezTo>
                <a:close/>
              </a:path>
            </a:pathLst>
          </a:custGeom>
          <a:solidFill>
            <a:srgbClr val="BC8662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5" name="Google Shape;555;p24">
            <a:extLst>
              <a:ext uri="{FF2B5EF4-FFF2-40B4-BE49-F238E27FC236}">
                <a16:creationId xmlns:a16="http://schemas.microsoft.com/office/drawing/2014/main" id="{3E8C144F-123D-4F74-8D8C-6A2EC6B655EA}"/>
              </a:ext>
            </a:extLst>
          </p:cNvPr>
          <p:cNvSpPr>
            <a:spLocks noGrp="1"/>
          </p:cNvSpPr>
          <p:nvPr/>
        </p:nvSpPr>
        <p:spPr>
          <a:xfrm>
            <a:off x="770550" y="3944990"/>
            <a:ext cx="719329" cy="617543"/>
          </a:xfrm>
          <a:custGeom>
            <a:avLst/>
            <a:gdLst/>
            <a:ahLst/>
            <a:cxnLst/>
            <a:rect l="l" t="t" r="r" b="b"/>
            <a:pathLst>
              <a:path w="20961" h="17995">
                <a:moveTo>
                  <a:pt x="10143" y="1"/>
                </a:moveTo>
                <a:cubicBezTo>
                  <a:pt x="5311" y="1"/>
                  <a:pt x="0" y="8671"/>
                  <a:pt x="2061" y="13903"/>
                </a:cubicBezTo>
                <a:cubicBezTo>
                  <a:pt x="3118" y="16567"/>
                  <a:pt x="7299" y="17995"/>
                  <a:pt x="11388" y="17995"/>
                </a:cubicBezTo>
                <a:cubicBezTo>
                  <a:pt x="15428" y="17995"/>
                  <a:pt x="19379" y="16601"/>
                  <a:pt x="20139" y="13629"/>
                </a:cubicBezTo>
                <a:cubicBezTo>
                  <a:pt x="20961" y="10707"/>
                  <a:pt x="19431" y="7512"/>
                  <a:pt x="18336" y="5161"/>
                </a:cubicBezTo>
                <a:cubicBezTo>
                  <a:pt x="16373" y="1258"/>
                  <a:pt x="14433" y="2"/>
                  <a:pt x="10256" y="2"/>
                </a:cubicBezTo>
                <a:cubicBezTo>
                  <a:pt x="10218" y="1"/>
                  <a:pt x="10180" y="1"/>
                  <a:pt x="10143" y="1"/>
                </a:cubicBezTo>
                <a:close/>
              </a:path>
            </a:pathLst>
          </a:custGeom>
          <a:solidFill>
            <a:srgbClr val="F4C19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6" name="Google Shape;556;p24">
            <a:extLst>
              <a:ext uri="{FF2B5EF4-FFF2-40B4-BE49-F238E27FC236}">
                <a16:creationId xmlns:a16="http://schemas.microsoft.com/office/drawing/2014/main" id="{00F0C363-CA80-4FF3-BDCF-C6AEA9A7D0DF}"/>
              </a:ext>
            </a:extLst>
          </p:cNvPr>
          <p:cNvSpPr>
            <a:spLocks noGrp="1"/>
          </p:cNvSpPr>
          <p:nvPr/>
        </p:nvSpPr>
        <p:spPr>
          <a:xfrm>
            <a:off x="1056696" y="3907927"/>
            <a:ext cx="195850" cy="99521"/>
          </a:xfrm>
          <a:custGeom>
            <a:avLst/>
            <a:gdLst/>
            <a:ahLst/>
            <a:cxnLst/>
            <a:rect l="l" t="t" r="r" b="b"/>
            <a:pathLst>
              <a:path w="5707" h="2900">
                <a:moveTo>
                  <a:pt x="2727" y="1"/>
                </a:moveTo>
                <a:cubicBezTo>
                  <a:pt x="1966" y="1"/>
                  <a:pt x="1211" y="85"/>
                  <a:pt x="480" y="352"/>
                </a:cubicBezTo>
                <a:cubicBezTo>
                  <a:pt x="46" y="512"/>
                  <a:pt x="0" y="1128"/>
                  <a:pt x="274" y="1425"/>
                </a:cubicBezTo>
                <a:cubicBezTo>
                  <a:pt x="799" y="1973"/>
                  <a:pt x="1461" y="2246"/>
                  <a:pt x="2123" y="2566"/>
                </a:cubicBezTo>
                <a:cubicBezTo>
                  <a:pt x="2444" y="2752"/>
                  <a:pt x="2777" y="2900"/>
                  <a:pt x="3141" y="2900"/>
                </a:cubicBezTo>
                <a:cubicBezTo>
                  <a:pt x="3269" y="2900"/>
                  <a:pt x="3402" y="2882"/>
                  <a:pt x="3538" y="2840"/>
                </a:cubicBezTo>
                <a:cubicBezTo>
                  <a:pt x="4337" y="2589"/>
                  <a:pt x="5227" y="1858"/>
                  <a:pt x="5547" y="1060"/>
                </a:cubicBezTo>
                <a:cubicBezTo>
                  <a:pt x="5707" y="626"/>
                  <a:pt x="5364" y="192"/>
                  <a:pt x="4931" y="147"/>
                </a:cubicBezTo>
                <a:cubicBezTo>
                  <a:pt x="4202" y="79"/>
                  <a:pt x="3462" y="1"/>
                  <a:pt x="2727" y="1"/>
                </a:cubicBezTo>
                <a:close/>
              </a:path>
            </a:pathLst>
          </a:custGeom>
          <a:solidFill>
            <a:srgbClr val="723F1C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7" name="Google Shape;557;p24">
            <a:extLst>
              <a:ext uri="{FF2B5EF4-FFF2-40B4-BE49-F238E27FC236}">
                <a16:creationId xmlns:a16="http://schemas.microsoft.com/office/drawing/2014/main" id="{D3BA4742-B851-4512-BDBF-EBDA4014F076}"/>
              </a:ext>
            </a:extLst>
          </p:cNvPr>
          <p:cNvSpPr>
            <a:spLocks noGrp="1"/>
          </p:cNvSpPr>
          <p:nvPr/>
        </p:nvSpPr>
        <p:spPr>
          <a:xfrm>
            <a:off x="915922" y="3849380"/>
            <a:ext cx="104771" cy="105801"/>
          </a:xfrm>
          <a:custGeom>
            <a:avLst/>
            <a:gdLst/>
            <a:ahLst/>
            <a:cxnLst/>
            <a:rect l="l" t="t" r="r" b="b"/>
            <a:pathLst>
              <a:path w="3053" h="3083">
                <a:moveTo>
                  <a:pt x="1553" y="1"/>
                </a:moveTo>
                <a:cubicBezTo>
                  <a:pt x="322" y="1"/>
                  <a:pt x="1" y="1963"/>
                  <a:pt x="313" y="2834"/>
                </a:cubicBezTo>
                <a:cubicBezTo>
                  <a:pt x="377" y="3007"/>
                  <a:pt x="521" y="3082"/>
                  <a:pt x="662" y="3082"/>
                </a:cubicBezTo>
                <a:cubicBezTo>
                  <a:pt x="874" y="3082"/>
                  <a:pt x="1080" y="2912"/>
                  <a:pt x="998" y="2651"/>
                </a:cubicBezTo>
                <a:cubicBezTo>
                  <a:pt x="815" y="2126"/>
                  <a:pt x="861" y="734"/>
                  <a:pt x="1637" y="688"/>
                </a:cubicBezTo>
                <a:cubicBezTo>
                  <a:pt x="1647" y="688"/>
                  <a:pt x="1656" y="687"/>
                  <a:pt x="1665" y="687"/>
                </a:cubicBezTo>
                <a:cubicBezTo>
                  <a:pt x="2278" y="687"/>
                  <a:pt x="2345" y="2155"/>
                  <a:pt x="2345" y="2560"/>
                </a:cubicBezTo>
                <a:cubicBezTo>
                  <a:pt x="2345" y="2788"/>
                  <a:pt x="2522" y="2903"/>
                  <a:pt x="2699" y="2903"/>
                </a:cubicBezTo>
                <a:cubicBezTo>
                  <a:pt x="2875" y="2903"/>
                  <a:pt x="3052" y="2788"/>
                  <a:pt x="3052" y="2560"/>
                </a:cubicBezTo>
                <a:cubicBezTo>
                  <a:pt x="3030" y="1624"/>
                  <a:pt x="2824" y="72"/>
                  <a:pt x="1637" y="4"/>
                </a:cubicBezTo>
                <a:cubicBezTo>
                  <a:pt x="1609" y="2"/>
                  <a:pt x="1581" y="1"/>
                  <a:pt x="1553" y="1"/>
                </a:cubicBezTo>
                <a:close/>
              </a:path>
            </a:pathLst>
          </a:custGeom>
          <a:solidFill>
            <a:srgbClr val="723F1C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8" name="Google Shape;558;p24">
            <a:extLst>
              <a:ext uri="{FF2B5EF4-FFF2-40B4-BE49-F238E27FC236}">
                <a16:creationId xmlns:a16="http://schemas.microsoft.com/office/drawing/2014/main" id="{9872A8BF-3380-4912-AA82-66F727C6ADC2}"/>
              </a:ext>
            </a:extLst>
          </p:cNvPr>
          <p:cNvSpPr>
            <a:spLocks noGrp="1"/>
          </p:cNvSpPr>
          <p:nvPr/>
        </p:nvSpPr>
        <p:spPr>
          <a:xfrm>
            <a:off x="1272352" y="3849380"/>
            <a:ext cx="103982" cy="105801"/>
          </a:xfrm>
          <a:custGeom>
            <a:avLst/>
            <a:gdLst/>
            <a:ahLst/>
            <a:cxnLst/>
            <a:rect l="l" t="t" r="r" b="b"/>
            <a:pathLst>
              <a:path w="3030" h="3083">
                <a:moveTo>
                  <a:pt x="1531" y="1"/>
                </a:moveTo>
                <a:cubicBezTo>
                  <a:pt x="321" y="1"/>
                  <a:pt x="0" y="1963"/>
                  <a:pt x="313" y="2834"/>
                </a:cubicBezTo>
                <a:cubicBezTo>
                  <a:pt x="377" y="3007"/>
                  <a:pt x="520" y="3082"/>
                  <a:pt x="660" y="3082"/>
                </a:cubicBezTo>
                <a:cubicBezTo>
                  <a:pt x="870" y="3082"/>
                  <a:pt x="1071" y="2912"/>
                  <a:pt x="975" y="2651"/>
                </a:cubicBezTo>
                <a:cubicBezTo>
                  <a:pt x="792" y="2126"/>
                  <a:pt x="861" y="734"/>
                  <a:pt x="1614" y="688"/>
                </a:cubicBezTo>
                <a:cubicBezTo>
                  <a:pt x="1624" y="688"/>
                  <a:pt x="1633" y="687"/>
                  <a:pt x="1643" y="687"/>
                </a:cubicBezTo>
                <a:cubicBezTo>
                  <a:pt x="2278" y="687"/>
                  <a:pt x="2344" y="2155"/>
                  <a:pt x="2344" y="2560"/>
                </a:cubicBezTo>
                <a:cubicBezTo>
                  <a:pt x="2344" y="2788"/>
                  <a:pt x="2515" y="2903"/>
                  <a:pt x="2687" y="2903"/>
                </a:cubicBezTo>
                <a:cubicBezTo>
                  <a:pt x="2858" y="2903"/>
                  <a:pt x="3029" y="2788"/>
                  <a:pt x="3029" y="2560"/>
                </a:cubicBezTo>
                <a:cubicBezTo>
                  <a:pt x="3029" y="1624"/>
                  <a:pt x="2801" y="72"/>
                  <a:pt x="1614" y="4"/>
                </a:cubicBezTo>
                <a:cubicBezTo>
                  <a:pt x="1586" y="2"/>
                  <a:pt x="1558" y="1"/>
                  <a:pt x="1531" y="1"/>
                </a:cubicBezTo>
                <a:close/>
              </a:path>
            </a:pathLst>
          </a:custGeom>
          <a:solidFill>
            <a:srgbClr val="723F1C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9" name="Google Shape;559;p24">
            <a:extLst>
              <a:ext uri="{FF2B5EF4-FFF2-40B4-BE49-F238E27FC236}">
                <a16:creationId xmlns:a16="http://schemas.microsoft.com/office/drawing/2014/main" id="{99F147CE-30F5-4409-AA71-D68CE633330E}"/>
              </a:ext>
            </a:extLst>
          </p:cNvPr>
          <p:cNvSpPr>
            <a:spLocks noGrp="1"/>
          </p:cNvSpPr>
          <p:nvPr/>
        </p:nvSpPr>
        <p:spPr>
          <a:xfrm>
            <a:off x="1020971" y="3965032"/>
            <a:ext cx="182226" cy="248013"/>
          </a:xfrm>
          <a:custGeom>
            <a:avLst/>
            <a:gdLst/>
            <a:ahLst/>
            <a:cxnLst/>
            <a:rect l="l" t="t" r="r" b="b"/>
            <a:pathLst>
              <a:path w="5310" h="7227">
                <a:moveTo>
                  <a:pt x="4271" y="0"/>
                </a:moveTo>
                <a:cubicBezTo>
                  <a:pt x="4186" y="0"/>
                  <a:pt x="4100" y="58"/>
                  <a:pt x="4100" y="172"/>
                </a:cubicBezTo>
                <a:cubicBezTo>
                  <a:pt x="4077" y="1473"/>
                  <a:pt x="4260" y="2774"/>
                  <a:pt x="4191" y="4098"/>
                </a:cubicBezTo>
                <a:cubicBezTo>
                  <a:pt x="4106" y="5339"/>
                  <a:pt x="3438" y="6881"/>
                  <a:pt x="2001" y="6881"/>
                </a:cubicBezTo>
                <a:cubicBezTo>
                  <a:pt x="1905" y="6881"/>
                  <a:pt x="1806" y="6874"/>
                  <a:pt x="1703" y="6859"/>
                </a:cubicBezTo>
                <a:cubicBezTo>
                  <a:pt x="699" y="6700"/>
                  <a:pt x="471" y="5399"/>
                  <a:pt x="357" y="4623"/>
                </a:cubicBezTo>
                <a:cubicBezTo>
                  <a:pt x="347" y="4530"/>
                  <a:pt x="286" y="4490"/>
                  <a:pt x="218" y="4490"/>
                </a:cubicBezTo>
                <a:cubicBezTo>
                  <a:pt x="117" y="4490"/>
                  <a:pt x="1" y="4578"/>
                  <a:pt x="14" y="4714"/>
                </a:cubicBezTo>
                <a:cubicBezTo>
                  <a:pt x="213" y="6013"/>
                  <a:pt x="896" y="7227"/>
                  <a:pt x="2065" y="7227"/>
                </a:cubicBezTo>
                <a:cubicBezTo>
                  <a:pt x="2375" y="7227"/>
                  <a:pt x="2718" y="7142"/>
                  <a:pt x="3096" y="6951"/>
                </a:cubicBezTo>
                <a:cubicBezTo>
                  <a:pt x="5310" y="5832"/>
                  <a:pt x="4442" y="2066"/>
                  <a:pt x="4442" y="172"/>
                </a:cubicBezTo>
                <a:cubicBezTo>
                  <a:pt x="4442" y="58"/>
                  <a:pt x="4357" y="0"/>
                  <a:pt x="4271" y="0"/>
                </a:cubicBezTo>
                <a:close/>
              </a:path>
            </a:pathLst>
          </a:custGeom>
          <a:solidFill>
            <a:srgbClr val="723F1C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0" name="Google Shape;560;p24">
            <a:extLst>
              <a:ext uri="{FF2B5EF4-FFF2-40B4-BE49-F238E27FC236}">
                <a16:creationId xmlns:a16="http://schemas.microsoft.com/office/drawing/2014/main" id="{7489B93F-C694-4106-BC4A-7740BF09BED8}"/>
              </a:ext>
            </a:extLst>
          </p:cNvPr>
          <p:cNvSpPr>
            <a:spLocks noGrp="1"/>
          </p:cNvSpPr>
          <p:nvPr/>
        </p:nvSpPr>
        <p:spPr>
          <a:xfrm>
            <a:off x="1162842" y="4096952"/>
            <a:ext cx="144545" cy="110811"/>
          </a:xfrm>
          <a:custGeom>
            <a:avLst/>
            <a:gdLst/>
            <a:ahLst/>
            <a:cxnLst/>
            <a:rect l="l" t="t" r="r" b="b"/>
            <a:pathLst>
              <a:path w="4212" h="3229">
                <a:moveTo>
                  <a:pt x="3657" y="1"/>
                </a:moveTo>
                <a:cubicBezTo>
                  <a:pt x="3549" y="1"/>
                  <a:pt x="3440" y="83"/>
                  <a:pt x="3481" y="208"/>
                </a:cubicBezTo>
                <a:cubicBezTo>
                  <a:pt x="3801" y="1212"/>
                  <a:pt x="3595" y="2490"/>
                  <a:pt x="2454" y="2833"/>
                </a:cubicBezTo>
                <a:cubicBezTo>
                  <a:pt x="2299" y="2876"/>
                  <a:pt x="2152" y="2896"/>
                  <a:pt x="2012" y="2896"/>
                </a:cubicBezTo>
                <a:cubicBezTo>
                  <a:pt x="979" y="2896"/>
                  <a:pt x="374" y="1789"/>
                  <a:pt x="354" y="824"/>
                </a:cubicBezTo>
                <a:cubicBezTo>
                  <a:pt x="354" y="710"/>
                  <a:pt x="263" y="653"/>
                  <a:pt x="174" y="653"/>
                </a:cubicBezTo>
                <a:cubicBezTo>
                  <a:pt x="86" y="653"/>
                  <a:pt x="0" y="710"/>
                  <a:pt x="12" y="824"/>
                </a:cubicBezTo>
                <a:cubicBezTo>
                  <a:pt x="33" y="1997"/>
                  <a:pt x="746" y="3228"/>
                  <a:pt x="1993" y="3228"/>
                </a:cubicBezTo>
                <a:cubicBezTo>
                  <a:pt x="2104" y="3228"/>
                  <a:pt x="2220" y="3219"/>
                  <a:pt x="2340" y="3198"/>
                </a:cubicBezTo>
                <a:cubicBezTo>
                  <a:pt x="3801" y="2947"/>
                  <a:pt x="4211" y="1395"/>
                  <a:pt x="3823" y="117"/>
                </a:cubicBezTo>
                <a:cubicBezTo>
                  <a:pt x="3796" y="36"/>
                  <a:pt x="3727" y="1"/>
                  <a:pt x="3657" y="1"/>
                </a:cubicBezTo>
                <a:close/>
              </a:path>
            </a:pathLst>
          </a:custGeom>
          <a:solidFill>
            <a:srgbClr val="723F1C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1" name="Google Shape;561;p24">
            <a:extLst>
              <a:ext uri="{FF2B5EF4-FFF2-40B4-BE49-F238E27FC236}">
                <a16:creationId xmlns:a16="http://schemas.microsoft.com/office/drawing/2014/main" id="{321D0883-F998-49CA-9355-EA1860347DBB}"/>
              </a:ext>
            </a:extLst>
          </p:cNvPr>
          <p:cNvSpPr>
            <a:spLocks noGrp="1"/>
          </p:cNvSpPr>
          <p:nvPr/>
        </p:nvSpPr>
        <p:spPr>
          <a:xfrm>
            <a:off x="1033977" y="4068021"/>
            <a:ext cx="25086" cy="18840"/>
          </a:xfrm>
          <a:custGeom>
            <a:avLst/>
            <a:gdLst/>
            <a:ahLst/>
            <a:cxnLst/>
            <a:rect l="l" t="t" r="r" b="b"/>
            <a:pathLst>
              <a:path w="731" h="549">
                <a:moveTo>
                  <a:pt x="366" y="1"/>
                </a:moveTo>
                <a:cubicBezTo>
                  <a:pt x="0" y="1"/>
                  <a:pt x="0" y="549"/>
                  <a:pt x="366" y="549"/>
                </a:cubicBezTo>
                <a:cubicBezTo>
                  <a:pt x="731" y="549"/>
                  <a:pt x="731" y="1"/>
                  <a:pt x="366" y="1"/>
                </a:cubicBezTo>
                <a:close/>
              </a:path>
            </a:pathLst>
          </a:custGeom>
          <a:solidFill>
            <a:srgbClr val="723F1C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2" name="Google Shape;562;p24">
            <a:extLst>
              <a:ext uri="{FF2B5EF4-FFF2-40B4-BE49-F238E27FC236}">
                <a16:creationId xmlns:a16="http://schemas.microsoft.com/office/drawing/2014/main" id="{6D36D82A-ADFE-486E-9C9A-341D99A64BC6}"/>
              </a:ext>
            </a:extLst>
          </p:cNvPr>
          <p:cNvSpPr>
            <a:spLocks noGrp="1"/>
          </p:cNvSpPr>
          <p:nvPr/>
        </p:nvSpPr>
        <p:spPr>
          <a:xfrm>
            <a:off x="1083327" y="4028075"/>
            <a:ext cx="25086" cy="18840"/>
          </a:xfrm>
          <a:custGeom>
            <a:avLst/>
            <a:gdLst/>
            <a:ahLst/>
            <a:cxnLst/>
            <a:rect l="l" t="t" r="r" b="b"/>
            <a:pathLst>
              <a:path w="731" h="549">
                <a:moveTo>
                  <a:pt x="366" y="1"/>
                </a:moveTo>
                <a:cubicBezTo>
                  <a:pt x="0" y="1"/>
                  <a:pt x="0" y="549"/>
                  <a:pt x="366" y="549"/>
                </a:cubicBezTo>
                <a:cubicBezTo>
                  <a:pt x="731" y="549"/>
                  <a:pt x="731" y="1"/>
                  <a:pt x="366" y="1"/>
                </a:cubicBezTo>
                <a:close/>
              </a:path>
            </a:pathLst>
          </a:custGeom>
          <a:solidFill>
            <a:srgbClr val="723F1C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3" name="Google Shape;563;p24">
            <a:extLst>
              <a:ext uri="{FF2B5EF4-FFF2-40B4-BE49-F238E27FC236}">
                <a16:creationId xmlns:a16="http://schemas.microsoft.com/office/drawing/2014/main" id="{BD818D0A-8583-488E-B7E7-285683CFCF99}"/>
              </a:ext>
            </a:extLst>
          </p:cNvPr>
          <p:cNvSpPr>
            <a:spLocks noGrp="1"/>
          </p:cNvSpPr>
          <p:nvPr/>
        </p:nvSpPr>
        <p:spPr>
          <a:xfrm>
            <a:off x="1088028" y="4091529"/>
            <a:ext cx="25086" cy="18840"/>
          </a:xfrm>
          <a:custGeom>
            <a:avLst/>
            <a:gdLst/>
            <a:ahLst/>
            <a:cxnLst/>
            <a:rect l="l" t="t" r="r" b="b"/>
            <a:pathLst>
              <a:path w="731" h="549">
                <a:moveTo>
                  <a:pt x="366" y="1"/>
                </a:moveTo>
                <a:cubicBezTo>
                  <a:pt x="0" y="1"/>
                  <a:pt x="0" y="549"/>
                  <a:pt x="366" y="549"/>
                </a:cubicBezTo>
                <a:cubicBezTo>
                  <a:pt x="731" y="549"/>
                  <a:pt x="731" y="1"/>
                  <a:pt x="366" y="1"/>
                </a:cubicBezTo>
                <a:close/>
              </a:path>
            </a:pathLst>
          </a:custGeom>
          <a:solidFill>
            <a:srgbClr val="723F1C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4" name="Google Shape;564;p24">
            <a:extLst>
              <a:ext uri="{FF2B5EF4-FFF2-40B4-BE49-F238E27FC236}">
                <a16:creationId xmlns:a16="http://schemas.microsoft.com/office/drawing/2014/main" id="{3D43B266-D6CB-4EF0-ADCE-F40FEED43138}"/>
              </a:ext>
            </a:extLst>
          </p:cNvPr>
          <p:cNvSpPr>
            <a:spLocks noGrp="1"/>
          </p:cNvSpPr>
          <p:nvPr/>
        </p:nvSpPr>
        <p:spPr>
          <a:xfrm>
            <a:off x="1212569" y="4096231"/>
            <a:ext cx="24331" cy="18840"/>
          </a:xfrm>
          <a:custGeom>
            <a:avLst/>
            <a:gdLst/>
            <a:ahLst/>
            <a:cxnLst/>
            <a:rect l="l" t="t" r="r" b="b"/>
            <a:pathLst>
              <a:path w="709" h="549">
                <a:moveTo>
                  <a:pt x="343" y="1"/>
                </a:moveTo>
                <a:cubicBezTo>
                  <a:pt x="1" y="1"/>
                  <a:pt x="1" y="548"/>
                  <a:pt x="343" y="548"/>
                </a:cubicBezTo>
                <a:cubicBezTo>
                  <a:pt x="708" y="548"/>
                  <a:pt x="708" y="1"/>
                  <a:pt x="343" y="1"/>
                </a:cubicBezTo>
                <a:close/>
              </a:path>
            </a:pathLst>
          </a:custGeom>
          <a:solidFill>
            <a:srgbClr val="723F1C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5" name="Google Shape;565;p24">
            <a:extLst>
              <a:ext uri="{FF2B5EF4-FFF2-40B4-BE49-F238E27FC236}">
                <a16:creationId xmlns:a16="http://schemas.microsoft.com/office/drawing/2014/main" id="{60D5B0C2-FBC0-4DB8-B746-E1EB56E51A24}"/>
              </a:ext>
            </a:extLst>
          </p:cNvPr>
          <p:cNvSpPr>
            <a:spLocks noGrp="1"/>
          </p:cNvSpPr>
          <p:nvPr/>
        </p:nvSpPr>
        <p:spPr>
          <a:xfrm>
            <a:off x="1217271" y="4021829"/>
            <a:ext cx="24331" cy="18840"/>
          </a:xfrm>
          <a:custGeom>
            <a:avLst/>
            <a:gdLst/>
            <a:ahLst/>
            <a:cxnLst/>
            <a:rect l="l" t="t" r="r" b="b"/>
            <a:pathLst>
              <a:path w="709" h="549">
                <a:moveTo>
                  <a:pt x="343" y="0"/>
                </a:moveTo>
                <a:cubicBezTo>
                  <a:pt x="1" y="0"/>
                  <a:pt x="1" y="548"/>
                  <a:pt x="343" y="548"/>
                </a:cubicBezTo>
                <a:cubicBezTo>
                  <a:pt x="708" y="548"/>
                  <a:pt x="708" y="0"/>
                  <a:pt x="343" y="0"/>
                </a:cubicBezTo>
                <a:close/>
              </a:path>
            </a:pathLst>
          </a:custGeom>
          <a:solidFill>
            <a:srgbClr val="723F1C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6" name="Google Shape;566;p24">
            <a:extLst>
              <a:ext uri="{FF2B5EF4-FFF2-40B4-BE49-F238E27FC236}">
                <a16:creationId xmlns:a16="http://schemas.microsoft.com/office/drawing/2014/main" id="{FCC6C6B2-CE95-49B9-841F-1A729215338E}"/>
              </a:ext>
            </a:extLst>
          </p:cNvPr>
          <p:cNvSpPr>
            <a:spLocks noGrp="1"/>
          </p:cNvSpPr>
          <p:nvPr/>
        </p:nvSpPr>
        <p:spPr>
          <a:xfrm>
            <a:off x="1272901" y="4046881"/>
            <a:ext cx="24297" cy="19630"/>
          </a:xfrm>
          <a:custGeom>
            <a:avLst/>
            <a:gdLst/>
            <a:ahLst/>
            <a:cxnLst/>
            <a:rect l="l" t="t" r="r" b="b"/>
            <a:pathLst>
              <a:path w="708" h="572">
                <a:moveTo>
                  <a:pt x="343" y="1"/>
                </a:moveTo>
                <a:cubicBezTo>
                  <a:pt x="0" y="1"/>
                  <a:pt x="0" y="571"/>
                  <a:pt x="343" y="571"/>
                </a:cubicBezTo>
                <a:cubicBezTo>
                  <a:pt x="708" y="571"/>
                  <a:pt x="708" y="1"/>
                  <a:pt x="343" y="1"/>
                </a:cubicBezTo>
                <a:close/>
              </a:path>
            </a:pathLst>
          </a:custGeom>
          <a:solidFill>
            <a:srgbClr val="723F1C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7" name="Google Shape;567;p24">
            <a:extLst>
              <a:ext uri="{FF2B5EF4-FFF2-40B4-BE49-F238E27FC236}">
                <a16:creationId xmlns:a16="http://schemas.microsoft.com/office/drawing/2014/main" id="{74CA58D0-676E-4B58-9184-C809169D53A3}"/>
              </a:ext>
            </a:extLst>
          </p:cNvPr>
          <p:cNvSpPr>
            <a:spLocks noGrp="1"/>
          </p:cNvSpPr>
          <p:nvPr/>
        </p:nvSpPr>
        <p:spPr>
          <a:xfrm>
            <a:off x="706547" y="3950344"/>
            <a:ext cx="9437" cy="53501"/>
          </a:xfrm>
          <a:custGeom>
            <a:avLst/>
            <a:gdLst/>
            <a:ahLst/>
            <a:cxnLst/>
            <a:rect l="l" t="t" r="r" b="b"/>
            <a:pathLst>
              <a:path w="275" h="1559">
                <a:moveTo>
                  <a:pt x="137" y="0"/>
                </a:moveTo>
                <a:cubicBezTo>
                  <a:pt x="69" y="0"/>
                  <a:pt x="0" y="40"/>
                  <a:pt x="0" y="120"/>
                </a:cubicBezTo>
                <a:lnTo>
                  <a:pt x="0" y="1421"/>
                </a:lnTo>
                <a:cubicBezTo>
                  <a:pt x="0" y="1513"/>
                  <a:pt x="69" y="1558"/>
                  <a:pt x="137" y="1558"/>
                </a:cubicBezTo>
                <a:cubicBezTo>
                  <a:pt x="206" y="1558"/>
                  <a:pt x="274" y="1513"/>
                  <a:pt x="274" y="1421"/>
                </a:cubicBezTo>
                <a:lnTo>
                  <a:pt x="274" y="120"/>
                </a:lnTo>
                <a:cubicBezTo>
                  <a:pt x="274" y="40"/>
                  <a:pt x="206" y="0"/>
                  <a:pt x="137" y="0"/>
                </a:cubicBezTo>
                <a:close/>
              </a:path>
            </a:pathLst>
          </a:custGeom>
          <a:solidFill>
            <a:srgbClr val="9B633D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8" name="Google Shape;568;p24">
            <a:extLst>
              <a:ext uri="{FF2B5EF4-FFF2-40B4-BE49-F238E27FC236}">
                <a16:creationId xmlns:a16="http://schemas.microsoft.com/office/drawing/2014/main" id="{2F057139-F4BA-44AA-93C5-87E4E32D1310}"/>
              </a:ext>
            </a:extLst>
          </p:cNvPr>
          <p:cNvSpPr>
            <a:spLocks noGrp="1"/>
          </p:cNvSpPr>
          <p:nvPr/>
        </p:nvSpPr>
        <p:spPr>
          <a:xfrm>
            <a:off x="745704" y="3953673"/>
            <a:ext cx="10227" cy="42348"/>
          </a:xfrm>
          <a:custGeom>
            <a:avLst/>
            <a:gdLst/>
            <a:ahLst/>
            <a:cxnLst/>
            <a:rect l="l" t="t" r="r" b="b"/>
            <a:pathLst>
              <a:path w="298" h="1234">
                <a:moveTo>
                  <a:pt x="149" y="0"/>
                </a:moveTo>
                <a:cubicBezTo>
                  <a:pt x="75" y="0"/>
                  <a:pt x="1" y="46"/>
                  <a:pt x="1" y="137"/>
                </a:cubicBezTo>
                <a:lnTo>
                  <a:pt x="1" y="1096"/>
                </a:lnTo>
                <a:cubicBezTo>
                  <a:pt x="1" y="1187"/>
                  <a:pt x="75" y="1233"/>
                  <a:pt x="149" y="1233"/>
                </a:cubicBezTo>
                <a:cubicBezTo>
                  <a:pt x="223" y="1233"/>
                  <a:pt x="297" y="1187"/>
                  <a:pt x="297" y="1096"/>
                </a:cubicBezTo>
                <a:lnTo>
                  <a:pt x="297" y="137"/>
                </a:lnTo>
                <a:cubicBezTo>
                  <a:pt x="297" y="46"/>
                  <a:pt x="223" y="0"/>
                  <a:pt x="149" y="0"/>
                </a:cubicBezTo>
                <a:close/>
              </a:path>
            </a:pathLst>
          </a:custGeom>
          <a:solidFill>
            <a:srgbClr val="9B633D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9" name="Google Shape;569;p24">
            <a:extLst>
              <a:ext uri="{FF2B5EF4-FFF2-40B4-BE49-F238E27FC236}">
                <a16:creationId xmlns:a16="http://schemas.microsoft.com/office/drawing/2014/main" id="{796FFC94-3195-476F-BFCE-A8B94A31619E}"/>
              </a:ext>
            </a:extLst>
          </p:cNvPr>
          <p:cNvSpPr>
            <a:spLocks noGrp="1"/>
          </p:cNvSpPr>
          <p:nvPr/>
        </p:nvSpPr>
        <p:spPr>
          <a:xfrm>
            <a:off x="725353" y="4020250"/>
            <a:ext cx="9437" cy="34489"/>
          </a:xfrm>
          <a:custGeom>
            <a:avLst/>
            <a:gdLst/>
            <a:ahLst/>
            <a:cxnLst/>
            <a:rect l="l" t="t" r="r" b="b"/>
            <a:pathLst>
              <a:path w="275" h="1005">
                <a:moveTo>
                  <a:pt x="137" y="1"/>
                </a:moveTo>
                <a:cubicBezTo>
                  <a:pt x="69" y="1"/>
                  <a:pt x="0" y="46"/>
                  <a:pt x="0" y="138"/>
                </a:cubicBezTo>
                <a:lnTo>
                  <a:pt x="0" y="868"/>
                </a:lnTo>
                <a:cubicBezTo>
                  <a:pt x="0" y="959"/>
                  <a:pt x="69" y="1005"/>
                  <a:pt x="137" y="1005"/>
                </a:cubicBezTo>
                <a:cubicBezTo>
                  <a:pt x="206" y="1005"/>
                  <a:pt x="274" y="959"/>
                  <a:pt x="274" y="868"/>
                </a:cubicBezTo>
                <a:lnTo>
                  <a:pt x="274" y="138"/>
                </a:lnTo>
                <a:cubicBezTo>
                  <a:pt x="274" y="46"/>
                  <a:pt x="206" y="1"/>
                  <a:pt x="137" y="1"/>
                </a:cubicBezTo>
                <a:close/>
              </a:path>
            </a:pathLst>
          </a:custGeom>
          <a:solidFill>
            <a:srgbClr val="9B633D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0" name="Google Shape;570;p24">
            <a:extLst>
              <a:ext uri="{FF2B5EF4-FFF2-40B4-BE49-F238E27FC236}">
                <a16:creationId xmlns:a16="http://schemas.microsoft.com/office/drawing/2014/main" id="{0E523D15-F0DA-4DFF-ADA4-31A578AD56C3}"/>
              </a:ext>
            </a:extLst>
          </p:cNvPr>
          <p:cNvSpPr>
            <a:spLocks noGrp="1"/>
          </p:cNvSpPr>
          <p:nvPr/>
        </p:nvSpPr>
        <p:spPr>
          <a:xfrm>
            <a:off x="1103678" y="3710048"/>
            <a:ext cx="9437" cy="42554"/>
          </a:xfrm>
          <a:custGeom>
            <a:avLst/>
            <a:gdLst/>
            <a:ahLst/>
            <a:cxnLst/>
            <a:rect l="l" t="t" r="r" b="b"/>
            <a:pathLst>
              <a:path w="275" h="1240">
                <a:moveTo>
                  <a:pt x="138" y="1"/>
                </a:moveTo>
                <a:cubicBezTo>
                  <a:pt x="69" y="1"/>
                  <a:pt x="1" y="46"/>
                  <a:pt x="1" y="138"/>
                </a:cubicBezTo>
                <a:lnTo>
                  <a:pt x="1" y="1119"/>
                </a:lnTo>
                <a:cubicBezTo>
                  <a:pt x="1" y="1199"/>
                  <a:pt x="69" y="1239"/>
                  <a:pt x="138" y="1239"/>
                </a:cubicBezTo>
                <a:cubicBezTo>
                  <a:pt x="206" y="1239"/>
                  <a:pt x="275" y="1199"/>
                  <a:pt x="275" y="1119"/>
                </a:cubicBezTo>
                <a:lnTo>
                  <a:pt x="275" y="138"/>
                </a:lnTo>
                <a:cubicBezTo>
                  <a:pt x="275" y="46"/>
                  <a:pt x="206" y="1"/>
                  <a:pt x="138" y="1"/>
                </a:cubicBezTo>
                <a:close/>
              </a:path>
            </a:pathLst>
          </a:custGeom>
          <a:solidFill>
            <a:srgbClr val="9B633D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1" name="Google Shape;571;p24">
            <a:extLst>
              <a:ext uri="{FF2B5EF4-FFF2-40B4-BE49-F238E27FC236}">
                <a16:creationId xmlns:a16="http://schemas.microsoft.com/office/drawing/2014/main" id="{50D88F0C-876A-4529-89A4-C65050F28EDD}"/>
              </a:ext>
            </a:extLst>
          </p:cNvPr>
          <p:cNvSpPr>
            <a:spLocks noGrp="1"/>
          </p:cNvSpPr>
          <p:nvPr/>
        </p:nvSpPr>
        <p:spPr>
          <a:xfrm>
            <a:off x="1145203" y="3703802"/>
            <a:ext cx="9437" cy="40769"/>
          </a:xfrm>
          <a:custGeom>
            <a:avLst/>
            <a:gdLst/>
            <a:ahLst/>
            <a:cxnLst/>
            <a:rect l="l" t="t" r="r" b="b"/>
            <a:pathLst>
              <a:path w="275" h="1188">
                <a:moveTo>
                  <a:pt x="138" y="0"/>
                </a:moveTo>
                <a:cubicBezTo>
                  <a:pt x="69" y="0"/>
                  <a:pt x="1" y="46"/>
                  <a:pt x="1" y="137"/>
                </a:cubicBezTo>
                <a:lnTo>
                  <a:pt x="1" y="1050"/>
                </a:lnTo>
                <a:cubicBezTo>
                  <a:pt x="1" y="1142"/>
                  <a:pt x="69" y="1187"/>
                  <a:pt x="138" y="1187"/>
                </a:cubicBezTo>
                <a:cubicBezTo>
                  <a:pt x="206" y="1187"/>
                  <a:pt x="275" y="1142"/>
                  <a:pt x="275" y="1050"/>
                </a:cubicBezTo>
                <a:lnTo>
                  <a:pt x="275" y="137"/>
                </a:lnTo>
                <a:cubicBezTo>
                  <a:pt x="275" y="46"/>
                  <a:pt x="206" y="0"/>
                  <a:pt x="138" y="0"/>
                </a:cubicBezTo>
                <a:close/>
              </a:path>
            </a:pathLst>
          </a:custGeom>
          <a:solidFill>
            <a:srgbClr val="9B633D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2" name="Google Shape;572;p24">
            <a:extLst>
              <a:ext uri="{FF2B5EF4-FFF2-40B4-BE49-F238E27FC236}">
                <a16:creationId xmlns:a16="http://schemas.microsoft.com/office/drawing/2014/main" id="{1C16A1FC-FD39-48FE-8AB5-114575F9D037}"/>
              </a:ext>
            </a:extLst>
          </p:cNvPr>
          <p:cNvSpPr>
            <a:spLocks noGrp="1"/>
          </p:cNvSpPr>
          <p:nvPr/>
        </p:nvSpPr>
        <p:spPr>
          <a:xfrm>
            <a:off x="1131098" y="3765677"/>
            <a:ext cx="9437" cy="31366"/>
          </a:xfrm>
          <a:custGeom>
            <a:avLst/>
            <a:gdLst/>
            <a:ahLst/>
            <a:cxnLst/>
            <a:rect l="l" t="t" r="r" b="b"/>
            <a:pathLst>
              <a:path w="275" h="914">
                <a:moveTo>
                  <a:pt x="138" y="0"/>
                </a:moveTo>
                <a:cubicBezTo>
                  <a:pt x="69" y="0"/>
                  <a:pt x="1" y="46"/>
                  <a:pt x="1" y="137"/>
                </a:cubicBezTo>
                <a:lnTo>
                  <a:pt x="1" y="776"/>
                </a:lnTo>
                <a:cubicBezTo>
                  <a:pt x="1" y="868"/>
                  <a:pt x="69" y="913"/>
                  <a:pt x="138" y="913"/>
                </a:cubicBezTo>
                <a:cubicBezTo>
                  <a:pt x="206" y="913"/>
                  <a:pt x="275" y="868"/>
                  <a:pt x="275" y="776"/>
                </a:cubicBezTo>
                <a:lnTo>
                  <a:pt x="275" y="137"/>
                </a:lnTo>
                <a:cubicBezTo>
                  <a:pt x="275" y="46"/>
                  <a:pt x="206" y="0"/>
                  <a:pt x="138" y="0"/>
                </a:cubicBezTo>
                <a:close/>
              </a:path>
            </a:pathLst>
          </a:custGeom>
          <a:solidFill>
            <a:srgbClr val="9B633D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3" name="Google Shape;573;p24">
            <a:extLst>
              <a:ext uri="{FF2B5EF4-FFF2-40B4-BE49-F238E27FC236}">
                <a16:creationId xmlns:a16="http://schemas.microsoft.com/office/drawing/2014/main" id="{C372A1AA-B31F-4909-81EC-55C62D1DF41E}"/>
              </a:ext>
            </a:extLst>
          </p:cNvPr>
          <p:cNvSpPr>
            <a:spLocks noGrp="1"/>
          </p:cNvSpPr>
          <p:nvPr/>
        </p:nvSpPr>
        <p:spPr>
          <a:xfrm>
            <a:off x="1568210" y="3996571"/>
            <a:ext cx="9437" cy="42519"/>
          </a:xfrm>
          <a:custGeom>
            <a:avLst/>
            <a:gdLst/>
            <a:ahLst/>
            <a:cxnLst/>
            <a:rect l="l" t="t" r="r" b="b"/>
            <a:pathLst>
              <a:path w="275" h="1239">
                <a:moveTo>
                  <a:pt x="137" y="0"/>
                </a:moveTo>
                <a:cubicBezTo>
                  <a:pt x="69" y="0"/>
                  <a:pt x="0" y="40"/>
                  <a:pt x="0" y="120"/>
                </a:cubicBezTo>
                <a:lnTo>
                  <a:pt x="0" y="1101"/>
                </a:lnTo>
                <a:cubicBezTo>
                  <a:pt x="0" y="1193"/>
                  <a:pt x="69" y="1238"/>
                  <a:pt x="137" y="1238"/>
                </a:cubicBezTo>
                <a:cubicBezTo>
                  <a:pt x="206" y="1238"/>
                  <a:pt x="274" y="1193"/>
                  <a:pt x="274" y="1101"/>
                </a:cubicBezTo>
                <a:lnTo>
                  <a:pt x="274" y="120"/>
                </a:lnTo>
                <a:cubicBezTo>
                  <a:pt x="274" y="40"/>
                  <a:pt x="206" y="0"/>
                  <a:pt x="137" y="0"/>
                </a:cubicBezTo>
                <a:close/>
              </a:path>
            </a:pathLst>
          </a:custGeom>
          <a:solidFill>
            <a:srgbClr val="9B633D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4" name="Google Shape;574;p24">
            <a:extLst>
              <a:ext uri="{FF2B5EF4-FFF2-40B4-BE49-F238E27FC236}">
                <a16:creationId xmlns:a16="http://schemas.microsoft.com/office/drawing/2014/main" id="{C6864192-354E-44FD-B6E0-59706F3E4C8E}"/>
              </a:ext>
            </a:extLst>
          </p:cNvPr>
          <p:cNvSpPr>
            <a:spLocks noGrp="1"/>
          </p:cNvSpPr>
          <p:nvPr/>
        </p:nvSpPr>
        <p:spPr>
          <a:xfrm>
            <a:off x="1612858" y="3996571"/>
            <a:ext cx="9437" cy="40941"/>
          </a:xfrm>
          <a:custGeom>
            <a:avLst/>
            <a:gdLst/>
            <a:ahLst/>
            <a:cxnLst/>
            <a:rect l="l" t="t" r="r" b="b"/>
            <a:pathLst>
              <a:path w="275" h="1193">
                <a:moveTo>
                  <a:pt x="137" y="0"/>
                </a:moveTo>
                <a:cubicBezTo>
                  <a:pt x="69" y="0"/>
                  <a:pt x="0" y="40"/>
                  <a:pt x="0" y="120"/>
                </a:cubicBezTo>
                <a:lnTo>
                  <a:pt x="0" y="1056"/>
                </a:lnTo>
                <a:cubicBezTo>
                  <a:pt x="0" y="1147"/>
                  <a:pt x="69" y="1193"/>
                  <a:pt x="137" y="1193"/>
                </a:cubicBezTo>
                <a:cubicBezTo>
                  <a:pt x="206" y="1193"/>
                  <a:pt x="274" y="1147"/>
                  <a:pt x="274" y="1056"/>
                </a:cubicBezTo>
                <a:lnTo>
                  <a:pt x="274" y="120"/>
                </a:lnTo>
                <a:cubicBezTo>
                  <a:pt x="274" y="40"/>
                  <a:pt x="206" y="0"/>
                  <a:pt x="137" y="0"/>
                </a:cubicBezTo>
                <a:close/>
              </a:path>
            </a:pathLst>
          </a:custGeom>
          <a:solidFill>
            <a:srgbClr val="9B633D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5" name="Google Shape;575;p24">
            <a:extLst>
              <a:ext uri="{FF2B5EF4-FFF2-40B4-BE49-F238E27FC236}">
                <a16:creationId xmlns:a16="http://schemas.microsoft.com/office/drawing/2014/main" id="{D6DF73E0-A681-4BEE-A296-80E4F5650F44}"/>
              </a:ext>
            </a:extLst>
          </p:cNvPr>
          <p:cNvSpPr>
            <a:spLocks noGrp="1"/>
          </p:cNvSpPr>
          <p:nvPr/>
        </p:nvSpPr>
        <p:spPr>
          <a:xfrm>
            <a:off x="1594841" y="4056868"/>
            <a:ext cx="9437" cy="28449"/>
          </a:xfrm>
          <a:custGeom>
            <a:avLst/>
            <a:gdLst/>
            <a:ahLst/>
            <a:cxnLst/>
            <a:rect l="l" t="t" r="r" b="b"/>
            <a:pathLst>
              <a:path w="275" h="829">
                <a:moveTo>
                  <a:pt x="137" y="1"/>
                </a:moveTo>
                <a:cubicBezTo>
                  <a:pt x="69" y="1"/>
                  <a:pt x="0" y="41"/>
                  <a:pt x="0" y="121"/>
                </a:cubicBezTo>
                <a:lnTo>
                  <a:pt x="0" y="691"/>
                </a:lnTo>
                <a:cubicBezTo>
                  <a:pt x="0" y="782"/>
                  <a:pt x="69" y="828"/>
                  <a:pt x="137" y="828"/>
                </a:cubicBezTo>
                <a:cubicBezTo>
                  <a:pt x="206" y="828"/>
                  <a:pt x="274" y="782"/>
                  <a:pt x="274" y="691"/>
                </a:cubicBezTo>
                <a:lnTo>
                  <a:pt x="274" y="121"/>
                </a:lnTo>
                <a:cubicBezTo>
                  <a:pt x="274" y="41"/>
                  <a:pt x="206" y="1"/>
                  <a:pt x="137" y="1"/>
                </a:cubicBezTo>
                <a:close/>
              </a:path>
            </a:pathLst>
          </a:custGeom>
          <a:solidFill>
            <a:srgbClr val="9B633D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6" name="Google Shape;576;p24">
            <a:extLst>
              <a:ext uri="{FF2B5EF4-FFF2-40B4-BE49-F238E27FC236}">
                <a16:creationId xmlns:a16="http://schemas.microsoft.com/office/drawing/2014/main" id="{801776ED-0DFC-42B1-ABB2-7A9D0A679A59}"/>
              </a:ext>
            </a:extLst>
          </p:cNvPr>
          <p:cNvSpPr>
            <a:spLocks noGrp="1"/>
          </p:cNvSpPr>
          <p:nvPr/>
        </p:nvSpPr>
        <p:spPr>
          <a:xfrm>
            <a:off x="564778" y="4296753"/>
            <a:ext cx="9403" cy="45677"/>
          </a:xfrm>
          <a:custGeom>
            <a:avLst/>
            <a:gdLst/>
            <a:ahLst/>
            <a:cxnLst/>
            <a:rect l="l" t="t" r="r" b="b"/>
            <a:pathLst>
              <a:path w="274" h="1331">
                <a:moveTo>
                  <a:pt x="137" y="1"/>
                </a:moveTo>
                <a:cubicBezTo>
                  <a:pt x="69" y="1"/>
                  <a:pt x="0" y="47"/>
                  <a:pt x="0" y="138"/>
                </a:cubicBezTo>
                <a:lnTo>
                  <a:pt x="0" y="1211"/>
                </a:lnTo>
                <a:cubicBezTo>
                  <a:pt x="0" y="1291"/>
                  <a:pt x="69" y="1330"/>
                  <a:pt x="137" y="1330"/>
                </a:cubicBezTo>
                <a:cubicBezTo>
                  <a:pt x="205" y="1330"/>
                  <a:pt x="274" y="1291"/>
                  <a:pt x="274" y="1211"/>
                </a:cubicBezTo>
                <a:lnTo>
                  <a:pt x="274" y="138"/>
                </a:lnTo>
                <a:cubicBezTo>
                  <a:pt x="274" y="47"/>
                  <a:pt x="205" y="1"/>
                  <a:pt x="137" y="1"/>
                </a:cubicBezTo>
                <a:close/>
              </a:path>
            </a:pathLst>
          </a:custGeom>
          <a:solidFill>
            <a:srgbClr val="9B633D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7" name="Google Shape;577;p24">
            <a:extLst>
              <a:ext uri="{FF2B5EF4-FFF2-40B4-BE49-F238E27FC236}">
                <a16:creationId xmlns:a16="http://schemas.microsoft.com/office/drawing/2014/main" id="{92F762D0-07A7-4357-8EEF-E55A3ABF904F}"/>
              </a:ext>
            </a:extLst>
          </p:cNvPr>
          <p:cNvSpPr>
            <a:spLocks noGrp="1"/>
          </p:cNvSpPr>
          <p:nvPr/>
        </p:nvSpPr>
        <p:spPr>
          <a:xfrm>
            <a:off x="634478" y="4295208"/>
            <a:ext cx="10227" cy="39191"/>
          </a:xfrm>
          <a:custGeom>
            <a:avLst/>
            <a:gdLst/>
            <a:ahLst/>
            <a:cxnLst/>
            <a:rect l="l" t="t" r="r" b="b"/>
            <a:pathLst>
              <a:path w="298" h="1142">
                <a:moveTo>
                  <a:pt x="149" y="0"/>
                </a:moveTo>
                <a:cubicBezTo>
                  <a:pt x="75" y="0"/>
                  <a:pt x="0" y="46"/>
                  <a:pt x="0" y="137"/>
                </a:cubicBezTo>
                <a:lnTo>
                  <a:pt x="0" y="1005"/>
                </a:lnTo>
                <a:cubicBezTo>
                  <a:pt x="0" y="1096"/>
                  <a:pt x="75" y="1142"/>
                  <a:pt x="149" y="1142"/>
                </a:cubicBezTo>
                <a:cubicBezTo>
                  <a:pt x="223" y="1142"/>
                  <a:pt x="297" y="1096"/>
                  <a:pt x="297" y="1005"/>
                </a:cubicBezTo>
                <a:lnTo>
                  <a:pt x="297" y="137"/>
                </a:lnTo>
                <a:cubicBezTo>
                  <a:pt x="297" y="46"/>
                  <a:pt x="223" y="0"/>
                  <a:pt x="149" y="0"/>
                </a:cubicBezTo>
                <a:close/>
              </a:path>
            </a:pathLst>
          </a:custGeom>
          <a:solidFill>
            <a:srgbClr val="9B633D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8" name="Google Shape;578;p24">
            <a:extLst>
              <a:ext uri="{FF2B5EF4-FFF2-40B4-BE49-F238E27FC236}">
                <a16:creationId xmlns:a16="http://schemas.microsoft.com/office/drawing/2014/main" id="{5EED0E63-114D-43AF-95C0-6376A61D7332}"/>
              </a:ext>
            </a:extLst>
          </p:cNvPr>
          <p:cNvSpPr>
            <a:spLocks noGrp="1"/>
          </p:cNvSpPr>
          <p:nvPr/>
        </p:nvSpPr>
        <p:spPr>
          <a:xfrm>
            <a:off x="615672" y="4415837"/>
            <a:ext cx="9437" cy="38401"/>
          </a:xfrm>
          <a:custGeom>
            <a:avLst/>
            <a:gdLst/>
            <a:ahLst/>
            <a:cxnLst/>
            <a:rect l="l" t="t" r="r" b="b"/>
            <a:pathLst>
              <a:path w="275" h="1119">
                <a:moveTo>
                  <a:pt x="138" y="0"/>
                </a:moveTo>
                <a:cubicBezTo>
                  <a:pt x="69" y="0"/>
                  <a:pt x="1" y="46"/>
                  <a:pt x="1" y="137"/>
                </a:cubicBezTo>
                <a:lnTo>
                  <a:pt x="1" y="982"/>
                </a:lnTo>
                <a:cubicBezTo>
                  <a:pt x="1" y="1073"/>
                  <a:pt x="69" y="1119"/>
                  <a:pt x="138" y="1119"/>
                </a:cubicBezTo>
                <a:cubicBezTo>
                  <a:pt x="206" y="1119"/>
                  <a:pt x="275" y="1073"/>
                  <a:pt x="275" y="982"/>
                </a:cubicBezTo>
                <a:lnTo>
                  <a:pt x="275" y="137"/>
                </a:lnTo>
                <a:cubicBezTo>
                  <a:pt x="275" y="46"/>
                  <a:pt x="206" y="0"/>
                  <a:pt x="138" y="0"/>
                </a:cubicBezTo>
                <a:close/>
              </a:path>
            </a:pathLst>
          </a:custGeom>
          <a:solidFill>
            <a:srgbClr val="9B633D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9" name="Google Shape;579;p24">
            <a:extLst>
              <a:ext uri="{FF2B5EF4-FFF2-40B4-BE49-F238E27FC236}">
                <a16:creationId xmlns:a16="http://schemas.microsoft.com/office/drawing/2014/main" id="{19D8E576-C30D-46D4-97A0-DB8B7FC02FBB}"/>
              </a:ext>
            </a:extLst>
          </p:cNvPr>
          <p:cNvSpPr>
            <a:spLocks noGrp="1"/>
          </p:cNvSpPr>
          <p:nvPr/>
        </p:nvSpPr>
        <p:spPr>
          <a:xfrm>
            <a:off x="1671611" y="4330453"/>
            <a:ext cx="9437" cy="51716"/>
          </a:xfrm>
          <a:custGeom>
            <a:avLst/>
            <a:gdLst/>
            <a:ahLst/>
            <a:cxnLst/>
            <a:rect l="l" t="t" r="r" b="b"/>
            <a:pathLst>
              <a:path w="275" h="1507">
                <a:moveTo>
                  <a:pt x="137" y="0"/>
                </a:moveTo>
                <a:cubicBezTo>
                  <a:pt x="69" y="0"/>
                  <a:pt x="0" y="46"/>
                  <a:pt x="0" y="137"/>
                </a:cubicBezTo>
                <a:lnTo>
                  <a:pt x="0" y="1370"/>
                </a:lnTo>
                <a:cubicBezTo>
                  <a:pt x="0" y="1461"/>
                  <a:pt x="69" y="1507"/>
                  <a:pt x="137" y="1507"/>
                </a:cubicBezTo>
                <a:cubicBezTo>
                  <a:pt x="206" y="1507"/>
                  <a:pt x="274" y="1461"/>
                  <a:pt x="274" y="1370"/>
                </a:cubicBezTo>
                <a:lnTo>
                  <a:pt x="274" y="137"/>
                </a:lnTo>
                <a:cubicBezTo>
                  <a:pt x="274" y="46"/>
                  <a:pt x="206" y="0"/>
                  <a:pt x="137" y="0"/>
                </a:cubicBezTo>
                <a:close/>
              </a:path>
            </a:pathLst>
          </a:custGeom>
          <a:solidFill>
            <a:srgbClr val="9B633D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0" name="Google Shape;580;p24">
            <a:extLst>
              <a:ext uri="{FF2B5EF4-FFF2-40B4-BE49-F238E27FC236}">
                <a16:creationId xmlns:a16="http://schemas.microsoft.com/office/drawing/2014/main" id="{FEC403FC-0C2C-4660-926D-431F7C62A608}"/>
              </a:ext>
            </a:extLst>
          </p:cNvPr>
          <p:cNvSpPr>
            <a:spLocks noGrp="1"/>
          </p:cNvSpPr>
          <p:nvPr/>
        </p:nvSpPr>
        <p:spPr>
          <a:xfrm>
            <a:off x="1730363" y="4350804"/>
            <a:ext cx="9437" cy="39225"/>
          </a:xfrm>
          <a:custGeom>
            <a:avLst/>
            <a:gdLst/>
            <a:ahLst/>
            <a:cxnLst/>
            <a:rect l="l" t="t" r="r" b="b"/>
            <a:pathLst>
              <a:path w="275" h="1143">
                <a:moveTo>
                  <a:pt x="137" y="1"/>
                </a:moveTo>
                <a:cubicBezTo>
                  <a:pt x="69" y="1"/>
                  <a:pt x="0" y="47"/>
                  <a:pt x="0" y="138"/>
                </a:cubicBezTo>
                <a:lnTo>
                  <a:pt x="0" y="1005"/>
                </a:lnTo>
                <a:cubicBezTo>
                  <a:pt x="0" y="1096"/>
                  <a:pt x="69" y="1142"/>
                  <a:pt x="137" y="1142"/>
                </a:cubicBezTo>
                <a:cubicBezTo>
                  <a:pt x="206" y="1142"/>
                  <a:pt x="274" y="1096"/>
                  <a:pt x="274" y="1005"/>
                </a:cubicBezTo>
                <a:lnTo>
                  <a:pt x="274" y="138"/>
                </a:lnTo>
                <a:cubicBezTo>
                  <a:pt x="274" y="47"/>
                  <a:pt x="206" y="1"/>
                  <a:pt x="137" y="1"/>
                </a:cubicBezTo>
                <a:close/>
              </a:path>
            </a:pathLst>
          </a:custGeom>
          <a:solidFill>
            <a:srgbClr val="9B633D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1" name="Google Shape;581;p24">
            <a:extLst>
              <a:ext uri="{FF2B5EF4-FFF2-40B4-BE49-F238E27FC236}">
                <a16:creationId xmlns:a16="http://schemas.microsoft.com/office/drawing/2014/main" id="{CCF11EC7-5A3B-4F50-931F-DC81E16FE0E5}"/>
              </a:ext>
            </a:extLst>
          </p:cNvPr>
          <p:cNvSpPr>
            <a:spLocks noGrp="1"/>
          </p:cNvSpPr>
          <p:nvPr/>
        </p:nvSpPr>
        <p:spPr>
          <a:xfrm>
            <a:off x="1712346" y="4418960"/>
            <a:ext cx="10192" cy="29993"/>
          </a:xfrm>
          <a:custGeom>
            <a:avLst/>
            <a:gdLst/>
            <a:ahLst/>
            <a:cxnLst/>
            <a:rect l="l" t="t" r="r" b="b"/>
            <a:pathLst>
              <a:path w="297" h="874">
                <a:moveTo>
                  <a:pt x="148" y="1"/>
                </a:moveTo>
                <a:cubicBezTo>
                  <a:pt x="74" y="1"/>
                  <a:pt x="0" y="46"/>
                  <a:pt x="0" y="138"/>
                </a:cubicBezTo>
                <a:lnTo>
                  <a:pt x="0" y="754"/>
                </a:lnTo>
                <a:cubicBezTo>
                  <a:pt x="0" y="834"/>
                  <a:pt x="74" y="874"/>
                  <a:pt x="148" y="874"/>
                </a:cubicBezTo>
                <a:cubicBezTo>
                  <a:pt x="223" y="874"/>
                  <a:pt x="297" y="834"/>
                  <a:pt x="297" y="754"/>
                </a:cubicBezTo>
                <a:lnTo>
                  <a:pt x="297" y="138"/>
                </a:lnTo>
                <a:cubicBezTo>
                  <a:pt x="297" y="46"/>
                  <a:pt x="223" y="1"/>
                  <a:pt x="148" y="1"/>
                </a:cubicBezTo>
                <a:close/>
              </a:path>
            </a:pathLst>
          </a:custGeom>
          <a:solidFill>
            <a:srgbClr val="9B633D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2" name="Google Shape;582;p24">
            <a:extLst>
              <a:ext uri="{FF2B5EF4-FFF2-40B4-BE49-F238E27FC236}">
                <a16:creationId xmlns:a16="http://schemas.microsoft.com/office/drawing/2014/main" id="{C328D34C-58F1-4CA4-AE63-46B565231B25}"/>
              </a:ext>
            </a:extLst>
          </p:cNvPr>
          <p:cNvSpPr>
            <a:spLocks noGrp="1"/>
          </p:cNvSpPr>
          <p:nvPr/>
        </p:nvSpPr>
        <p:spPr>
          <a:xfrm>
            <a:off x="865543" y="4690795"/>
            <a:ext cx="9437" cy="41524"/>
          </a:xfrm>
          <a:custGeom>
            <a:avLst/>
            <a:gdLst/>
            <a:ahLst/>
            <a:cxnLst/>
            <a:rect l="l" t="t" r="r" b="b"/>
            <a:pathLst>
              <a:path w="275" h="1210">
                <a:moveTo>
                  <a:pt x="138" y="0"/>
                </a:moveTo>
                <a:cubicBezTo>
                  <a:pt x="69" y="0"/>
                  <a:pt x="1" y="46"/>
                  <a:pt x="1" y="137"/>
                </a:cubicBezTo>
                <a:lnTo>
                  <a:pt x="1" y="1073"/>
                </a:lnTo>
                <a:cubicBezTo>
                  <a:pt x="1" y="1164"/>
                  <a:pt x="69" y="1210"/>
                  <a:pt x="138" y="1210"/>
                </a:cubicBezTo>
                <a:cubicBezTo>
                  <a:pt x="206" y="1210"/>
                  <a:pt x="275" y="1164"/>
                  <a:pt x="275" y="1073"/>
                </a:cubicBezTo>
                <a:lnTo>
                  <a:pt x="275" y="137"/>
                </a:lnTo>
                <a:cubicBezTo>
                  <a:pt x="275" y="46"/>
                  <a:pt x="206" y="0"/>
                  <a:pt x="138" y="0"/>
                </a:cubicBezTo>
                <a:close/>
              </a:path>
            </a:pathLst>
          </a:custGeom>
          <a:solidFill>
            <a:srgbClr val="9B633D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3" name="Google Shape;583;p24">
            <a:extLst>
              <a:ext uri="{FF2B5EF4-FFF2-40B4-BE49-F238E27FC236}">
                <a16:creationId xmlns:a16="http://schemas.microsoft.com/office/drawing/2014/main" id="{D7AACBD8-C635-4BCC-B7E7-6C24E62AFA0F}"/>
              </a:ext>
            </a:extLst>
          </p:cNvPr>
          <p:cNvSpPr>
            <a:spLocks noGrp="1"/>
          </p:cNvSpPr>
          <p:nvPr/>
        </p:nvSpPr>
        <p:spPr>
          <a:xfrm>
            <a:off x="925875" y="4690795"/>
            <a:ext cx="9437" cy="46226"/>
          </a:xfrm>
          <a:custGeom>
            <a:avLst/>
            <a:gdLst/>
            <a:ahLst/>
            <a:cxnLst/>
            <a:rect l="l" t="t" r="r" b="b"/>
            <a:pathLst>
              <a:path w="275" h="1347">
                <a:moveTo>
                  <a:pt x="137" y="0"/>
                </a:moveTo>
                <a:cubicBezTo>
                  <a:pt x="69" y="0"/>
                  <a:pt x="1" y="46"/>
                  <a:pt x="1" y="137"/>
                </a:cubicBezTo>
                <a:lnTo>
                  <a:pt x="1" y="1210"/>
                </a:lnTo>
                <a:cubicBezTo>
                  <a:pt x="1" y="1301"/>
                  <a:pt x="69" y="1347"/>
                  <a:pt x="137" y="1347"/>
                </a:cubicBezTo>
                <a:cubicBezTo>
                  <a:pt x="206" y="1347"/>
                  <a:pt x="274" y="1301"/>
                  <a:pt x="274" y="1210"/>
                </a:cubicBezTo>
                <a:lnTo>
                  <a:pt x="274" y="137"/>
                </a:lnTo>
                <a:cubicBezTo>
                  <a:pt x="274" y="46"/>
                  <a:pt x="206" y="0"/>
                  <a:pt x="137" y="0"/>
                </a:cubicBezTo>
                <a:close/>
              </a:path>
            </a:pathLst>
          </a:custGeom>
          <a:solidFill>
            <a:srgbClr val="9B633D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4" name="Google Shape;584;p24">
            <a:extLst>
              <a:ext uri="{FF2B5EF4-FFF2-40B4-BE49-F238E27FC236}">
                <a16:creationId xmlns:a16="http://schemas.microsoft.com/office/drawing/2014/main" id="{B40A1DEB-3B71-4622-89AC-FBA78C665D73}"/>
              </a:ext>
            </a:extLst>
          </p:cNvPr>
          <p:cNvSpPr>
            <a:spLocks noGrp="1"/>
          </p:cNvSpPr>
          <p:nvPr/>
        </p:nvSpPr>
        <p:spPr>
          <a:xfrm>
            <a:off x="1434265" y="4721338"/>
            <a:ext cx="9437" cy="39191"/>
          </a:xfrm>
          <a:custGeom>
            <a:avLst/>
            <a:gdLst/>
            <a:ahLst/>
            <a:cxnLst/>
            <a:rect l="l" t="t" r="r" b="b"/>
            <a:pathLst>
              <a:path w="275" h="1142">
                <a:moveTo>
                  <a:pt x="137" y="0"/>
                </a:moveTo>
                <a:cubicBezTo>
                  <a:pt x="69" y="0"/>
                  <a:pt x="0" y="46"/>
                  <a:pt x="0" y="137"/>
                </a:cubicBezTo>
                <a:lnTo>
                  <a:pt x="0" y="1005"/>
                </a:lnTo>
                <a:cubicBezTo>
                  <a:pt x="0" y="1096"/>
                  <a:pt x="69" y="1141"/>
                  <a:pt x="137" y="1141"/>
                </a:cubicBezTo>
                <a:cubicBezTo>
                  <a:pt x="206" y="1141"/>
                  <a:pt x="274" y="1096"/>
                  <a:pt x="274" y="1005"/>
                </a:cubicBezTo>
                <a:lnTo>
                  <a:pt x="274" y="137"/>
                </a:lnTo>
                <a:cubicBezTo>
                  <a:pt x="274" y="46"/>
                  <a:pt x="206" y="0"/>
                  <a:pt x="137" y="0"/>
                </a:cubicBezTo>
                <a:close/>
              </a:path>
            </a:pathLst>
          </a:custGeom>
          <a:solidFill>
            <a:srgbClr val="9B633D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5" name="Google Shape;585;p24">
            <a:extLst>
              <a:ext uri="{FF2B5EF4-FFF2-40B4-BE49-F238E27FC236}">
                <a16:creationId xmlns:a16="http://schemas.microsoft.com/office/drawing/2014/main" id="{F10D7C3E-2119-4962-8E3D-7428806CE8D0}"/>
              </a:ext>
            </a:extLst>
          </p:cNvPr>
          <p:cNvSpPr>
            <a:spLocks noGrp="1"/>
          </p:cNvSpPr>
          <p:nvPr/>
        </p:nvSpPr>
        <p:spPr>
          <a:xfrm>
            <a:off x="1488317" y="4722883"/>
            <a:ext cx="9403" cy="39225"/>
          </a:xfrm>
          <a:custGeom>
            <a:avLst/>
            <a:gdLst/>
            <a:ahLst/>
            <a:cxnLst/>
            <a:rect l="l" t="t" r="r" b="b"/>
            <a:pathLst>
              <a:path w="274" h="1143">
                <a:moveTo>
                  <a:pt x="137" y="1"/>
                </a:moveTo>
                <a:cubicBezTo>
                  <a:pt x="69" y="1"/>
                  <a:pt x="0" y="46"/>
                  <a:pt x="0" y="138"/>
                </a:cubicBezTo>
                <a:lnTo>
                  <a:pt x="0" y="1005"/>
                </a:lnTo>
                <a:cubicBezTo>
                  <a:pt x="0" y="1096"/>
                  <a:pt x="69" y="1142"/>
                  <a:pt x="137" y="1142"/>
                </a:cubicBezTo>
                <a:cubicBezTo>
                  <a:pt x="206" y="1142"/>
                  <a:pt x="274" y="1096"/>
                  <a:pt x="274" y="1005"/>
                </a:cubicBezTo>
                <a:lnTo>
                  <a:pt x="274" y="138"/>
                </a:lnTo>
                <a:cubicBezTo>
                  <a:pt x="274" y="46"/>
                  <a:pt x="206" y="1"/>
                  <a:pt x="137" y="1"/>
                </a:cubicBezTo>
                <a:close/>
              </a:path>
            </a:pathLst>
          </a:custGeom>
          <a:solidFill>
            <a:srgbClr val="9B633D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6" name="Google Shape;586;p24">
            <a:extLst>
              <a:ext uri="{FF2B5EF4-FFF2-40B4-BE49-F238E27FC236}">
                <a16:creationId xmlns:a16="http://schemas.microsoft.com/office/drawing/2014/main" id="{D9DE5995-A337-4B34-A7B0-7E319C967AA7}"/>
              </a:ext>
            </a:extLst>
          </p:cNvPr>
          <p:cNvSpPr>
            <a:spLocks noGrp="1"/>
          </p:cNvSpPr>
          <p:nvPr/>
        </p:nvSpPr>
        <p:spPr>
          <a:xfrm>
            <a:off x="1153027" y="4920281"/>
            <a:ext cx="9437" cy="37646"/>
          </a:xfrm>
          <a:custGeom>
            <a:avLst/>
            <a:gdLst/>
            <a:ahLst/>
            <a:cxnLst/>
            <a:rect l="l" t="t" r="r" b="b"/>
            <a:pathLst>
              <a:path w="275" h="1097">
                <a:moveTo>
                  <a:pt x="138" y="1"/>
                </a:moveTo>
                <a:cubicBezTo>
                  <a:pt x="69" y="1"/>
                  <a:pt x="1" y="46"/>
                  <a:pt x="1" y="138"/>
                </a:cubicBezTo>
                <a:lnTo>
                  <a:pt x="1" y="959"/>
                </a:lnTo>
                <a:cubicBezTo>
                  <a:pt x="1" y="1051"/>
                  <a:pt x="69" y="1096"/>
                  <a:pt x="138" y="1096"/>
                </a:cubicBezTo>
                <a:cubicBezTo>
                  <a:pt x="206" y="1096"/>
                  <a:pt x="275" y="1051"/>
                  <a:pt x="275" y="959"/>
                </a:cubicBezTo>
                <a:lnTo>
                  <a:pt x="275" y="138"/>
                </a:lnTo>
                <a:cubicBezTo>
                  <a:pt x="275" y="46"/>
                  <a:pt x="206" y="1"/>
                  <a:pt x="138" y="1"/>
                </a:cubicBezTo>
                <a:close/>
              </a:path>
            </a:pathLst>
          </a:custGeom>
          <a:solidFill>
            <a:srgbClr val="9B633D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7" name="Google Shape;587;p24">
            <a:extLst>
              <a:ext uri="{FF2B5EF4-FFF2-40B4-BE49-F238E27FC236}">
                <a16:creationId xmlns:a16="http://schemas.microsoft.com/office/drawing/2014/main" id="{E9B0F488-06BD-4D71-95BE-51071FDFDCAE}"/>
              </a:ext>
            </a:extLst>
          </p:cNvPr>
          <p:cNvSpPr>
            <a:spLocks noGrp="1"/>
          </p:cNvSpPr>
          <p:nvPr/>
        </p:nvSpPr>
        <p:spPr>
          <a:xfrm>
            <a:off x="1192974" y="4918737"/>
            <a:ext cx="9437" cy="37612"/>
          </a:xfrm>
          <a:custGeom>
            <a:avLst/>
            <a:gdLst/>
            <a:ahLst/>
            <a:cxnLst/>
            <a:rect l="l" t="t" r="r" b="b"/>
            <a:pathLst>
              <a:path w="275" h="1096">
                <a:moveTo>
                  <a:pt x="138" y="0"/>
                </a:moveTo>
                <a:cubicBezTo>
                  <a:pt x="69" y="0"/>
                  <a:pt x="1" y="46"/>
                  <a:pt x="1" y="137"/>
                </a:cubicBezTo>
                <a:lnTo>
                  <a:pt x="1" y="959"/>
                </a:lnTo>
                <a:cubicBezTo>
                  <a:pt x="1" y="1050"/>
                  <a:pt x="69" y="1096"/>
                  <a:pt x="138" y="1096"/>
                </a:cubicBezTo>
                <a:cubicBezTo>
                  <a:pt x="206" y="1096"/>
                  <a:pt x="275" y="1050"/>
                  <a:pt x="275" y="959"/>
                </a:cubicBezTo>
                <a:lnTo>
                  <a:pt x="275" y="137"/>
                </a:lnTo>
                <a:cubicBezTo>
                  <a:pt x="275" y="46"/>
                  <a:pt x="206" y="0"/>
                  <a:pt x="138" y="0"/>
                </a:cubicBezTo>
                <a:close/>
              </a:path>
            </a:pathLst>
          </a:custGeom>
          <a:solidFill>
            <a:srgbClr val="9B633D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8" name="Google Shape;588;p24">
            <a:extLst>
              <a:ext uri="{FF2B5EF4-FFF2-40B4-BE49-F238E27FC236}">
                <a16:creationId xmlns:a16="http://schemas.microsoft.com/office/drawing/2014/main" id="{89E9924C-A098-45CC-90C3-0C23F7BE1CA0}"/>
              </a:ext>
            </a:extLst>
          </p:cNvPr>
          <p:cNvSpPr>
            <a:spLocks noGrp="1"/>
          </p:cNvSpPr>
          <p:nvPr/>
        </p:nvSpPr>
        <p:spPr>
          <a:xfrm>
            <a:off x="1764819" y="4891317"/>
            <a:ext cx="10227" cy="39396"/>
          </a:xfrm>
          <a:custGeom>
            <a:avLst/>
            <a:gdLst/>
            <a:ahLst/>
            <a:cxnLst/>
            <a:rect l="l" t="t" r="r" b="b"/>
            <a:pathLst>
              <a:path w="298" h="1148">
                <a:moveTo>
                  <a:pt x="149" y="0"/>
                </a:moveTo>
                <a:cubicBezTo>
                  <a:pt x="75" y="0"/>
                  <a:pt x="0" y="46"/>
                  <a:pt x="0" y="137"/>
                </a:cubicBezTo>
                <a:lnTo>
                  <a:pt x="0" y="1027"/>
                </a:lnTo>
                <a:cubicBezTo>
                  <a:pt x="0" y="1107"/>
                  <a:pt x="75" y="1147"/>
                  <a:pt x="149" y="1147"/>
                </a:cubicBezTo>
                <a:cubicBezTo>
                  <a:pt x="223" y="1147"/>
                  <a:pt x="297" y="1107"/>
                  <a:pt x="297" y="1027"/>
                </a:cubicBezTo>
                <a:lnTo>
                  <a:pt x="297" y="137"/>
                </a:lnTo>
                <a:cubicBezTo>
                  <a:pt x="297" y="46"/>
                  <a:pt x="223" y="0"/>
                  <a:pt x="149" y="0"/>
                </a:cubicBezTo>
                <a:close/>
              </a:path>
            </a:pathLst>
          </a:custGeom>
          <a:solidFill>
            <a:srgbClr val="9B633D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9" name="Google Shape;589;p24">
            <a:extLst>
              <a:ext uri="{FF2B5EF4-FFF2-40B4-BE49-F238E27FC236}">
                <a16:creationId xmlns:a16="http://schemas.microsoft.com/office/drawing/2014/main" id="{FCBF1524-F3B0-4113-98ED-EB95689BD2B1}"/>
              </a:ext>
            </a:extLst>
          </p:cNvPr>
          <p:cNvSpPr>
            <a:spLocks noGrp="1"/>
          </p:cNvSpPr>
          <p:nvPr/>
        </p:nvSpPr>
        <p:spPr>
          <a:xfrm>
            <a:off x="1798485" y="4891317"/>
            <a:ext cx="9437" cy="36239"/>
          </a:xfrm>
          <a:custGeom>
            <a:avLst/>
            <a:gdLst/>
            <a:ahLst/>
            <a:cxnLst/>
            <a:rect l="l" t="t" r="r" b="b"/>
            <a:pathLst>
              <a:path w="275" h="1056">
                <a:moveTo>
                  <a:pt x="138" y="0"/>
                </a:moveTo>
                <a:cubicBezTo>
                  <a:pt x="69" y="0"/>
                  <a:pt x="1" y="46"/>
                  <a:pt x="1" y="137"/>
                </a:cubicBezTo>
                <a:lnTo>
                  <a:pt x="1" y="936"/>
                </a:lnTo>
                <a:cubicBezTo>
                  <a:pt x="1" y="1016"/>
                  <a:pt x="69" y="1056"/>
                  <a:pt x="138" y="1056"/>
                </a:cubicBezTo>
                <a:cubicBezTo>
                  <a:pt x="206" y="1056"/>
                  <a:pt x="275" y="1016"/>
                  <a:pt x="275" y="936"/>
                </a:cubicBezTo>
                <a:lnTo>
                  <a:pt x="275" y="137"/>
                </a:lnTo>
                <a:cubicBezTo>
                  <a:pt x="275" y="46"/>
                  <a:pt x="206" y="0"/>
                  <a:pt x="138" y="0"/>
                </a:cubicBezTo>
                <a:close/>
              </a:path>
            </a:pathLst>
          </a:custGeom>
          <a:solidFill>
            <a:srgbClr val="9B633D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0" name="Google Shape;590;p24">
            <a:extLst>
              <a:ext uri="{FF2B5EF4-FFF2-40B4-BE49-F238E27FC236}">
                <a16:creationId xmlns:a16="http://schemas.microsoft.com/office/drawing/2014/main" id="{9F6524A4-FF48-48C7-8133-A5349053F0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71625" y="1352550"/>
            <a:ext cx="60007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spcFirstLastPara="1" wrap="square" lIns="76200" tIns="38100" rIns="76200" bIns="38100" anchor="ctr">
            <a:normAutofit/>
          </a:bodyPr>
          <a:lstStyle/>
          <a:p>
            <a:pPr marL="0" lvl="0" indent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3375" b="1">
                <a:solidFill>
                  <a:srgbClr val="565656"/>
                </a:solidFill>
                <a:latin typeface="標楷體"/>
                <a:ea typeface="標楷體"/>
                <a:cs typeface="標楷體"/>
              </a:defRPr>
            </a:pPr>
            <a:r>
              <a:rPr sz="3375" b="1">
                <a:solidFill>
                  <a:srgbClr val="565656"/>
                </a:solidFill>
                <a:latin typeface="標楷體"/>
                <a:ea typeface="標楷體"/>
                <a:cs typeface="標楷體"/>
              </a:rPr>
              <a:t>自然科領域備課社群</a:t>
            </a:r>
            <a:endParaRPr sz="4000" b="1">
              <a:latin typeface="標楷體"/>
              <a:ea typeface="標楷體"/>
              <a:cs typeface="標楷體"/>
            </a:endParaRPr>
          </a:p>
        </p:txBody>
      </p:sp>
      <p:sp>
        <p:nvSpPr>
          <p:cNvPr id="2" name="副標題 1">
            <a:extLst>
              <a:ext uri="{FF2B5EF4-FFF2-40B4-BE49-F238E27FC236}">
                <a16:creationId xmlns:a16="http://schemas.microsoft.com/office/drawing/2014/main" id="{378CBCE3-E74C-4B99-83D1-7EBCA024D2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419100"/>
            <a:ext cx="7924800" cy="514350"/>
          </a:xfrm>
        </p:spPr>
        <p:txBody>
          <a:bodyPr wrap="square" lIns="76200" tIns="38100" rIns="76200" bIns="3810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875" b="0">
                <a:solidFill>
                  <a:srgbClr val="6A6258"/>
                </a:solidFill>
                <a:latin typeface="新細明體"/>
                <a:ea typeface="新細明體"/>
                <a:cs typeface="新細明體"/>
              </a:defRPr>
            </a:pPr>
            <a:r>
              <a:rPr sz="1875" b="0">
                <a:solidFill>
                  <a:srgbClr val="6A6258"/>
                </a:solidFill>
                <a:latin typeface="新細明體"/>
                <a:ea typeface="新細明體"/>
                <a:cs typeface="新細明體"/>
              </a:rPr>
              <a:t>雙蓮國小114學年度領域備課社群成果發表</a:t>
            </a:r>
            <a:endParaRPr sz="3200"/>
          </a:p>
        </p:txBody>
      </p:sp>
      <p:sp>
        <p:nvSpPr>
          <p:cNvPr id="654" name="副標題 2">
            <a:extLst>
              <a:ext uri="{FF2B5EF4-FFF2-40B4-BE49-F238E27FC236}">
                <a16:creationId xmlns:a16="http://schemas.microsoft.com/office/drawing/2014/main" id="{F1789B68-A429-4E27-8629-856715C3DFD7}"/>
              </a:ext>
            </a:extLst>
          </p:cNvPr>
          <p:cNvSpPr>
            <a:spLocks noGrp="1"/>
          </p:cNvSpPr>
          <p:nvPr/>
        </p:nvSpPr>
        <p:spPr>
          <a:xfrm>
            <a:off x="2209800" y="2324100"/>
            <a:ext cx="5143500" cy="1295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vert="horz" wrap="square" lIns="76200" tIns="38100" rIns="76200" bIns="38100" anchor="ctr">
            <a:normAutofit fontScale="96750" lnSpcReduction="10000"/>
          </a:bodyPr>
          <a:lstStyle/>
          <a:p>
            <a:pPr lvl="0" algn="ctr">
              <a:lnSpc>
                <a:spcPct val="125000"/>
              </a:lnSpc>
              <a:spcBef>
                <a:spcPct val="20000"/>
              </a:spcBef>
              <a:buNone/>
              <a:defRPr sz="2025" b="0">
                <a:solidFill>
                  <a:srgbClr val="111111"/>
                </a:solidFill>
                <a:latin typeface="新細明體"/>
                <a:ea typeface="新細明體"/>
                <a:cs typeface="新細明體"/>
              </a:defRPr>
            </a:pPr>
            <a:r>
              <a:rPr sz="2025" b="0">
                <a:solidFill>
                  <a:srgbClr val="111111"/>
                </a:solidFill>
                <a:latin typeface="新細明體"/>
                <a:ea typeface="新細明體"/>
                <a:cs typeface="新細明體"/>
              </a:rPr>
              <a:t>社群成員：</a:t>
            </a:r>
            <a:endParaRPr sz="2800">
              <a:latin typeface="標楷體"/>
              <a:ea typeface="標楷體"/>
              <a:cs typeface="標楷體"/>
            </a:endParaRPr>
          </a:p>
          <a:p>
            <a:pPr lvl="0" algn="ctr">
              <a:lnSpc>
                <a:spcPct val="125000"/>
              </a:lnSpc>
              <a:spcBef>
                <a:spcPct val="20000"/>
              </a:spcBef>
              <a:buNone/>
              <a:defRPr sz="2025" b="0">
                <a:solidFill>
                  <a:srgbClr val="111111"/>
                </a:solidFill>
                <a:latin typeface="新細明體"/>
                <a:ea typeface="新細明體"/>
                <a:cs typeface="新細明體"/>
              </a:defRPr>
            </a:pPr>
            <a:r>
              <a:rPr sz="2025" b="0">
                <a:solidFill>
                  <a:srgbClr val="111111"/>
                </a:solidFill>
                <a:latin typeface="新細明體"/>
                <a:ea typeface="新細明體"/>
                <a:cs typeface="新細明體"/>
              </a:rPr>
              <a:t>(高年級)鄭智遠老師、姜鈞耀老師</a:t>
            </a:r>
            <a:endParaRPr sz="2800">
              <a:latin typeface="標楷體"/>
              <a:ea typeface="標楷體"/>
              <a:cs typeface="標楷體"/>
            </a:endParaRPr>
          </a:p>
          <a:p>
            <a:pPr lvl="0" algn="ctr">
              <a:lnSpc>
                <a:spcPct val="125000"/>
              </a:lnSpc>
              <a:spcBef>
                <a:spcPct val="20000"/>
              </a:spcBef>
              <a:buNone/>
              <a:defRPr sz="2025" b="0">
                <a:solidFill>
                  <a:srgbClr val="111111"/>
                </a:solidFill>
                <a:latin typeface="新細明體"/>
                <a:ea typeface="新細明體"/>
                <a:cs typeface="新細明體"/>
              </a:defRPr>
            </a:pPr>
            <a:r>
              <a:rPr sz="2025" b="0">
                <a:solidFill>
                  <a:srgbClr val="111111"/>
                </a:solidFill>
                <a:latin typeface="新細明體"/>
                <a:ea typeface="新細明體"/>
                <a:cs typeface="新細明體"/>
              </a:rPr>
              <a:t>(中年級)宋佳瑀老師、陳冠百老師</a:t>
            </a:r>
            <a:endParaRPr sz="2800">
              <a:latin typeface="標楷體"/>
              <a:ea typeface="標楷體"/>
              <a:cs typeface="標楷體"/>
            </a:endParaRPr>
          </a:p>
        </p:txBody>
      </p:sp>
    </p:spTree>
    <p:extLst>
      <p:ext uri="{BB962C8B-B14F-4D97-AF65-F5344CB8AC3E}">
        <p14:creationId xmlns:p14="http://schemas.microsoft.com/office/powerpoint/2010/main" val="21025844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9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26">
            <a:extLst>
              <a:ext uri="{FF2B5EF4-FFF2-40B4-BE49-F238E27FC236}">
                <a16:creationId xmlns:a16="http://schemas.microsoft.com/office/drawing/2014/main" id="{D3F19387-021C-4E4A-BB57-AA2031AA57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225" y="365160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2" name="Google Shape;602;p26">
            <a:extLst>
              <a:ext uri="{FF2B5EF4-FFF2-40B4-BE49-F238E27FC236}">
                <a16:creationId xmlns:a16="http://schemas.microsoft.com/office/drawing/2014/main" id="{B16895E2-006A-4AA0-BAAE-22D69AA0D4A1}"/>
              </a:ext>
            </a:extLst>
          </p:cNvPr>
          <p:cNvSpPr>
            <a:spLocks noGrp="1"/>
          </p:cNvSpPr>
          <p:nvPr>
            <p:ph type="title" idx="3"/>
          </p:nvPr>
        </p:nvSpPr>
        <p:spPr>
          <a:xfrm>
            <a:off x="2476500" y="1695450"/>
            <a:ext cx="2095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spcFirstLastPara="1" wrap="square" lIns="76200" tIns="38100" rIns="76200" bIns="38100" anchor="ctr">
            <a:normAutofit/>
          </a:bodyPr>
          <a:lstStyle/>
          <a:p>
            <a:pPr marL="0" lvl="0" indent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1875" b="1">
                <a:solidFill>
                  <a:srgbClr val="565656"/>
                </a:solidFill>
                <a:latin typeface="標楷體"/>
                <a:ea typeface="標楷體"/>
                <a:cs typeface="標楷體"/>
              </a:defRPr>
            </a:pPr>
            <a:r>
              <a:rPr sz="1875" b="1" u="sng">
                <a:solidFill>
                  <a:srgbClr val="56565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標楷體"/>
                <a:ea typeface="標楷體"/>
                <a:cs typeface="標楷體"/>
              </a:rPr>
              <a:t>素養導向備課</a:t>
            </a:r>
            <a:endParaRPr sz="2400" b="1" u="sng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+mn-ea"/>
            </a:endParaRPr>
          </a:p>
        </p:txBody>
      </p:sp>
      <p:sp>
        <p:nvSpPr>
          <p:cNvPr id="604" name="Google Shape;604;p26">
            <a:hlinkClick r:id="" action="ppaction://noaction"/>
            <a:extLst>
              <a:ext uri="{FF2B5EF4-FFF2-40B4-BE49-F238E27FC236}">
                <a16:creationId xmlns:a16="http://schemas.microsoft.com/office/drawing/2014/main" id="{8B1D71C5-F809-444B-B87D-73D54A02536B}"/>
              </a:ext>
            </a:extLst>
          </p:cNvPr>
          <p:cNvSpPr>
            <a:spLocks noGrp="1"/>
          </p:cNvSpPr>
          <p:nvPr>
            <p:ph type="title" idx="2"/>
          </p:nvPr>
        </p:nvSpPr>
        <p:spPr>
          <a:xfrm>
            <a:off x="3124200" y="1257300"/>
            <a:ext cx="762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spcFirstLastPara="1" wrap="square" lIns="76200" tIns="38100" rIns="76200" bIns="38100" anchor="ctr">
            <a:normAutofit fontScale="90000"/>
          </a:bodyPr>
          <a:lstStyle/>
          <a:p>
            <a:pPr marL="0" lvl="0" indent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2250" b="0">
                <a:solidFill>
                  <a:srgbClr val="2FA7A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FA7A0"/>
                </a:solidFill>
                <a:latin typeface="Arial"/>
                <a:ea typeface="Arial"/>
                <a:cs typeface="Arial"/>
              </a:rPr>
              <a:t>01</a:t>
            </a:r>
            <a:endParaRPr/>
          </a:p>
        </p:txBody>
      </p:sp>
      <p:sp>
        <p:nvSpPr>
          <p:cNvPr id="605" name="Google Shape;605;p26">
            <a:hlinkClick r:id="" action="ppaction://noaction"/>
            <a:extLst>
              <a:ext uri="{FF2B5EF4-FFF2-40B4-BE49-F238E27FC236}">
                <a16:creationId xmlns:a16="http://schemas.microsoft.com/office/drawing/2014/main" id="{6E5948F8-D10C-447D-989F-447A3179AD72}"/>
              </a:ext>
            </a:extLst>
          </p:cNvPr>
          <p:cNvSpPr>
            <a:spLocks noGrp="1"/>
          </p:cNvSpPr>
          <p:nvPr>
            <p:ph type="title" idx="4"/>
          </p:nvPr>
        </p:nvSpPr>
        <p:spPr>
          <a:xfrm>
            <a:off x="6381750" y="1257300"/>
            <a:ext cx="762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spcFirstLastPara="1" wrap="square" lIns="76200" tIns="38100" rIns="76200" bIns="38100" anchor="ctr">
            <a:normAutofit fontScale="90000"/>
          </a:bodyPr>
          <a:lstStyle/>
          <a:p>
            <a:pPr marL="0" lvl="0" indent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2250" b="0">
                <a:solidFill>
                  <a:srgbClr val="2FA7A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FA7A0"/>
                </a:solidFill>
                <a:latin typeface="Arial"/>
                <a:ea typeface="Arial"/>
                <a:cs typeface="Arial"/>
              </a:rPr>
              <a:t>02</a:t>
            </a:r>
            <a:endParaRPr/>
          </a:p>
        </p:txBody>
      </p:sp>
      <p:sp>
        <p:nvSpPr>
          <p:cNvPr id="606" name="Google Shape;606;p26">
            <a:extLst>
              <a:ext uri="{FF2B5EF4-FFF2-40B4-BE49-F238E27FC236}">
                <a16:creationId xmlns:a16="http://schemas.microsoft.com/office/drawing/2014/main" id="{DCFC40F6-C3A4-41D9-A924-A8D90C420473}"/>
              </a:ext>
            </a:extLst>
          </p:cNvPr>
          <p:cNvSpPr>
            <a:spLocks noGrp="1"/>
          </p:cNvSpPr>
          <p:nvPr>
            <p:ph type="title" idx="5"/>
          </p:nvPr>
        </p:nvSpPr>
        <p:spPr>
          <a:xfrm>
            <a:off x="5810250" y="1676400"/>
            <a:ext cx="2571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spcFirstLastPara="1" wrap="square" lIns="76200" tIns="38100" rIns="76200" bIns="38100" anchor="ctr">
            <a:normAutofit/>
          </a:bodyPr>
          <a:lstStyle/>
          <a:p>
            <a:pPr marL="0" lvl="0" indent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1650" b="1">
                <a:solidFill>
                  <a:srgbClr val="565656"/>
                </a:solidFill>
                <a:latin typeface="標楷體"/>
                <a:ea typeface="標楷體"/>
                <a:cs typeface="標楷體"/>
              </a:defRPr>
            </a:pPr>
            <a:r>
              <a:rPr sz="1650" b="1" u="sng">
                <a:solidFill>
                  <a:srgbClr val="56565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標楷體"/>
                <a:ea typeface="標楷體"/>
                <a:cs typeface="標楷體"/>
              </a:rPr>
              <a:t>科學趣味競賽籌備與施行</a:t>
            </a:r>
            <a:endParaRPr sz="2000" b="1" u="sng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08" name="Google Shape;608;p26">
            <a:hlinkClick r:id="" action="ppaction://noaction"/>
            <a:extLst>
              <a:ext uri="{FF2B5EF4-FFF2-40B4-BE49-F238E27FC236}">
                <a16:creationId xmlns:a16="http://schemas.microsoft.com/office/drawing/2014/main" id="{1DB34D24-2309-4D9E-BD17-90ED057216DE}"/>
              </a:ext>
            </a:extLst>
          </p:cNvPr>
          <p:cNvSpPr>
            <a:spLocks noGrp="1"/>
          </p:cNvSpPr>
          <p:nvPr>
            <p:ph type="title" idx="7"/>
          </p:nvPr>
        </p:nvSpPr>
        <p:spPr>
          <a:xfrm>
            <a:off x="3124200" y="3028950"/>
            <a:ext cx="762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spcFirstLastPara="1" wrap="square" lIns="76200" tIns="38100" rIns="76200" bIns="38100" anchor="ctr">
            <a:normAutofit fontScale="90000"/>
          </a:bodyPr>
          <a:lstStyle/>
          <a:p>
            <a:pPr marL="0" lvl="0" indent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2250" b="0">
                <a:solidFill>
                  <a:srgbClr val="2FA7A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FA7A0"/>
                </a:solidFill>
                <a:latin typeface="Arial"/>
                <a:ea typeface="Arial"/>
                <a:cs typeface="Arial"/>
              </a:rPr>
              <a:t>03</a:t>
            </a:r>
            <a:endParaRPr/>
          </a:p>
        </p:txBody>
      </p:sp>
      <p:sp>
        <p:nvSpPr>
          <p:cNvPr id="609" name="Google Shape;609;p26">
            <a:extLst>
              <a:ext uri="{FF2B5EF4-FFF2-40B4-BE49-F238E27FC236}">
                <a16:creationId xmlns:a16="http://schemas.microsoft.com/office/drawing/2014/main" id="{B840054F-39D3-4EEC-9B7B-466CB23F4571}"/>
              </a:ext>
            </a:extLst>
          </p:cNvPr>
          <p:cNvSpPr>
            <a:spLocks noGrp="1"/>
          </p:cNvSpPr>
          <p:nvPr>
            <p:ph type="title" idx="8"/>
          </p:nvPr>
        </p:nvSpPr>
        <p:spPr>
          <a:xfrm>
            <a:off x="2362200" y="3429000"/>
            <a:ext cx="2428875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spcFirstLastPara="1" wrap="square" lIns="76200" tIns="38100" rIns="76200" bIns="38100" anchor="ctr">
            <a:normAutofit/>
          </a:bodyPr>
          <a:lstStyle/>
          <a:p>
            <a:pPr marL="0" lvl="0" indent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rgbClr val="565656"/>
                </a:solidFill>
                <a:latin typeface="標楷體"/>
                <a:ea typeface="標楷體"/>
                <a:cs typeface="標楷體"/>
              </a:defRPr>
            </a:pPr>
            <a:r>
              <a:rPr sz="1500" b="1" u="sng">
                <a:solidFill>
                  <a:srgbClr val="56565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標楷體"/>
                <a:ea typeface="標楷體"/>
                <a:cs typeface="標楷體"/>
              </a:rPr>
              <a:t>NotebookLM</a:t>
            </a:r>
            <a:endParaRPr sz="2000" b="1" u="sng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+mn-ea"/>
            </a:endParaRPr>
          </a:p>
          <a:p>
            <a:pPr marL="0" lvl="0" indent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rgbClr val="565656"/>
                </a:solidFill>
                <a:latin typeface="標楷體"/>
                <a:ea typeface="標楷體"/>
                <a:cs typeface="標楷體"/>
              </a:defRPr>
            </a:pPr>
            <a:r>
              <a:rPr sz="1500" b="1" u="sng">
                <a:solidFill>
                  <a:srgbClr val="56565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標楷體"/>
                <a:ea typeface="標楷體"/>
                <a:cs typeface="標楷體"/>
              </a:rPr>
              <a:t>在自然科教材設計與應用</a:t>
            </a:r>
            <a:endParaRPr sz="2000" b="1" u="sng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+mn-ea"/>
            </a:endParaRPr>
          </a:p>
        </p:txBody>
      </p:sp>
      <p:sp>
        <p:nvSpPr>
          <p:cNvPr id="611" name="Google Shape;611;p26">
            <a:hlinkClick r:id="" action="ppaction://noaction"/>
            <a:extLst>
              <a:ext uri="{FF2B5EF4-FFF2-40B4-BE49-F238E27FC236}">
                <a16:creationId xmlns:a16="http://schemas.microsoft.com/office/drawing/2014/main" id="{74929A50-FAAA-433A-91C3-70402840A401}"/>
              </a:ext>
            </a:extLst>
          </p:cNvPr>
          <p:cNvSpPr>
            <a:spLocks noGrp="1"/>
          </p:cNvSpPr>
          <p:nvPr>
            <p:ph type="title" idx="13"/>
          </p:nvPr>
        </p:nvSpPr>
        <p:spPr>
          <a:xfrm>
            <a:off x="6381750" y="3028950"/>
            <a:ext cx="762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spcFirstLastPara="1" wrap="square" lIns="76200" tIns="38100" rIns="76200" bIns="38100" anchor="ctr">
            <a:normAutofit fontScale="90000"/>
          </a:bodyPr>
          <a:lstStyle/>
          <a:p>
            <a:pPr marL="0" lvl="0" indent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2250" b="0">
                <a:solidFill>
                  <a:srgbClr val="2FA7A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FA7A0"/>
                </a:solidFill>
                <a:latin typeface="Arial"/>
                <a:ea typeface="Arial"/>
                <a:cs typeface="Arial"/>
              </a:rPr>
              <a:t>04</a:t>
            </a:r>
            <a:endParaRPr/>
          </a:p>
        </p:txBody>
      </p:sp>
      <p:sp>
        <p:nvSpPr>
          <p:cNvPr id="612" name="Google Shape;612;p26">
            <a:hlinkClick r:id="" action="ppaction://noaction"/>
            <a:extLst>
              <a:ext uri="{FF2B5EF4-FFF2-40B4-BE49-F238E27FC236}">
                <a16:creationId xmlns:a16="http://schemas.microsoft.com/office/drawing/2014/main" id="{C1CA042C-EC7F-4970-8DA8-4DEE4A87F20E}"/>
              </a:ext>
            </a:extLst>
          </p:cNvPr>
          <p:cNvSpPr>
            <a:spLocks noGrp="1"/>
          </p:cNvSpPr>
          <p:nvPr>
            <p:ph type="title" idx="14"/>
          </p:nvPr>
        </p:nvSpPr>
        <p:spPr>
          <a:xfrm>
            <a:off x="5762625" y="3409950"/>
            <a:ext cx="26670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spcFirstLastPara="1" wrap="square" lIns="76200" tIns="38100" rIns="76200" bIns="38100" anchor="ctr">
            <a:normAutofit/>
          </a:bodyPr>
          <a:lstStyle/>
          <a:p>
            <a:pPr marL="0" lvl="0" indent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1650" b="1">
                <a:solidFill>
                  <a:srgbClr val="565656"/>
                </a:solidFill>
                <a:latin typeface="標楷體"/>
                <a:ea typeface="標楷體"/>
                <a:cs typeface="標楷體"/>
              </a:defRPr>
            </a:pPr>
            <a:r>
              <a:rPr sz="1650" b="1" u="sng">
                <a:solidFill>
                  <a:srgbClr val="56565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標楷體"/>
                <a:ea typeface="標楷體"/>
                <a:cs typeface="標楷體"/>
              </a:rPr>
              <a:t>自主學習和數位學習資源應用</a:t>
            </a:r>
            <a:endParaRPr sz="2000" b="1" u="sng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16" name="Google Shape;616;p26">
            <a:extLst>
              <a:ext uri="{FF2B5EF4-FFF2-40B4-BE49-F238E27FC236}">
                <a16:creationId xmlns:a16="http://schemas.microsoft.com/office/drawing/2014/main" id="{D5EBBACB-71C9-41AE-ACC0-C8D64C66BEEC}"/>
              </a:ext>
            </a:extLst>
          </p:cNvPr>
          <p:cNvSpPr>
            <a:spLocks noGrp="1"/>
          </p:cNvSpPr>
          <p:nvPr/>
        </p:nvSpPr>
        <p:spPr>
          <a:xfrm flipH="1">
            <a:off x="10" y="2803267"/>
            <a:ext cx="1766390" cy="973004"/>
          </a:xfrm>
          <a:custGeom>
            <a:avLst/>
            <a:gdLst/>
            <a:ahLst/>
            <a:cxnLst/>
            <a:rect l="l" t="t" r="r" b="b"/>
            <a:pathLst>
              <a:path w="51472" h="28353">
                <a:moveTo>
                  <a:pt x="15357" y="1"/>
                </a:moveTo>
                <a:cubicBezTo>
                  <a:pt x="9974" y="1"/>
                  <a:pt x="4681" y="665"/>
                  <a:pt x="1" y="2034"/>
                </a:cubicBezTo>
                <a:cubicBezTo>
                  <a:pt x="8058" y="10662"/>
                  <a:pt x="11938" y="20385"/>
                  <a:pt x="24173" y="24836"/>
                </a:cubicBezTo>
                <a:cubicBezTo>
                  <a:pt x="29410" y="26673"/>
                  <a:pt x="35752" y="28352"/>
                  <a:pt x="42537" y="28352"/>
                </a:cubicBezTo>
                <a:cubicBezTo>
                  <a:pt x="45451" y="28352"/>
                  <a:pt x="48447" y="28042"/>
                  <a:pt x="51472" y="27302"/>
                </a:cubicBezTo>
                <a:lnTo>
                  <a:pt x="51472" y="14268"/>
                </a:lnTo>
                <a:cubicBezTo>
                  <a:pt x="47797" y="10023"/>
                  <a:pt x="43734" y="6508"/>
                  <a:pt x="37526" y="3974"/>
                </a:cubicBezTo>
                <a:cubicBezTo>
                  <a:pt x="30977" y="1366"/>
                  <a:pt x="23074" y="1"/>
                  <a:pt x="15357" y="1"/>
                </a:cubicBezTo>
                <a:close/>
              </a:path>
            </a:pathLst>
          </a:custGeom>
          <a:solidFill>
            <a:srgbClr val="0B443D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7" name="Google Shape;617;p26">
            <a:extLst>
              <a:ext uri="{FF2B5EF4-FFF2-40B4-BE49-F238E27FC236}">
                <a16:creationId xmlns:a16="http://schemas.microsoft.com/office/drawing/2014/main" id="{29AE6506-3DF3-4858-A3FB-68380862FE30}"/>
              </a:ext>
            </a:extLst>
          </p:cNvPr>
          <p:cNvSpPr>
            <a:spLocks noGrp="1"/>
          </p:cNvSpPr>
          <p:nvPr/>
        </p:nvSpPr>
        <p:spPr>
          <a:xfrm flipH="1">
            <a:off x="4" y="2965970"/>
            <a:ext cx="1516319" cy="632472"/>
          </a:xfrm>
          <a:custGeom>
            <a:avLst/>
            <a:gdLst/>
            <a:ahLst/>
            <a:cxnLst/>
            <a:rect l="l" t="t" r="r" b="b"/>
            <a:pathLst>
              <a:path w="44185" h="18430">
                <a:moveTo>
                  <a:pt x="508" y="1"/>
                </a:moveTo>
                <a:cubicBezTo>
                  <a:pt x="134" y="1"/>
                  <a:pt x="0" y="587"/>
                  <a:pt x="406" y="694"/>
                </a:cubicBezTo>
                <a:cubicBezTo>
                  <a:pt x="9308" y="2817"/>
                  <a:pt x="17274" y="7587"/>
                  <a:pt x="25377" y="11650"/>
                </a:cubicBezTo>
                <a:cubicBezTo>
                  <a:pt x="31311" y="14640"/>
                  <a:pt x="37588" y="17448"/>
                  <a:pt x="44185" y="18429"/>
                </a:cubicBezTo>
                <a:lnTo>
                  <a:pt x="44185" y="17722"/>
                </a:lnTo>
                <a:cubicBezTo>
                  <a:pt x="37429" y="16694"/>
                  <a:pt x="31015" y="13727"/>
                  <a:pt x="24943" y="10669"/>
                </a:cubicBezTo>
                <a:cubicBezTo>
                  <a:pt x="17046" y="6674"/>
                  <a:pt x="9262" y="2086"/>
                  <a:pt x="589" y="9"/>
                </a:cubicBezTo>
                <a:cubicBezTo>
                  <a:pt x="561" y="3"/>
                  <a:pt x="534" y="1"/>
                  <a:pt x="508" y="1"/>
                </a:cubicBezTo>
                <a:close/>
              </a:path>
            </a:pathLst>
          </a:custGeom>
          <a:solidFill>
            <a:srgbClr val="459B97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8" name="Google Shape;618;p26">
            <a:extLst>
              <a:ext uri="{FF2B5EF4-FFF2-40B4-BE49-F238E27FC236}">
                <a16:creationId xmlns:a16="http://schemas.microsoft.com/office/drawing/2014/main" id="{E35DF6DA-D392-49C5-8C5E-BE85C7AA066A}"/>
              </a:ext>
            </a:extLst>
          </p:cNvPr>
          <p:cNvSpPr>
            <a:spLocks noGrp="1"/>
          </p:cNvSpPr>
          <p:nvPr/>
        </p:nvSpPr>
        <p:spPr>
          <a:xfrm flipH="1">
            <a:off x="1022209" y="3156608"/>
            <a:ext cx="21174" cy="18051"/>
          </a:xfrm>
          <a:custGeom>
            <a:avLst/>
            <a:gdLst/>
            <a:ahLst/>
            <a:cxnLst/>
            <a:rect l="l" t="t" r="r" b="b"/>
            <a:pathLst>
              <a:path w="617" h="526">
                <a:moveTo>
                  <a:pt x="617" y="1"/>
                </a:moveTo>
                <a:lnTo>
                  <a:pt x="617" y="1"/>
                </a:lnTo>
                <a:cubicBezTo>
                  <a:pt x="411" y="24"/>
                  <a:pt x="206" y="24"/>
                  <a:pt x="1" y="24"/>
                </a:cubicBezTo>
                <a:cubicBezTo>
                  <a:pt x="115" y="206"/>
                  <a:pt x="206" y="366"/>
                  <a:pt x="297" y="526"/>
                </a:cubicBezTo>
                <a:cubicBezTo>
                  <a:pt x="411" y="366"/>
                  <a:pt x="503" y="183"/>
                  <a:pt x="617" y="1"/>
                </a:cubicBezTo>
                <a:close/>
              </a:path>
            </a:pathLst>
          </a:custGeom>
          <a:solidFill>
            <a:srgbClr val="459B97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9" name="Google Shape;619;p26">
            <a:extLst>
              <a:ext uri="{FF2B5EF4-FFF2-40B4-BE49-F238E27FC236}">
                <a16:creationId xmlns:a16="http://schemas.microsoft.com/office/drawing/2014/main" id="{B2B68433-9B15-43A7-B5BD-1348846A0A9C}"/>
              </a:ext>
            </a:extLst>
          </p:cNvPr>
          <p:cNvSpPr>
            <a:spLocks noGrp="1"/>
          </p:cNvSpPr>
          <p:nvPr/>
        </p:nvSpPr>
        <p:spPr>
          <a:xfrm flipH="1">
            <a:off x="1008112" y="2909722"/>
            <a:ext cx="372894" cy="291527"/>
          </a:xfrm>
          <a:custGeom>
            <a:avLst/>
            <a:gdLst/>
            <a:ahLst/>
            <a:cxnLst/>
            <a:rect l="l" t="t" r="r" b="b"/>
            <a:pathLst>
              <a:path w="10866" h="8495">
                <a:moveTo>
                  <a:pt x="5735" y="0"/>
                </a:moveTo>
                <a:cubicBezTo>
                  <a:pt x="5479" y="0"/>
                  <a:pt x="5232" y="248"/>
                  <a:pt x="5410" y="507"/>
                </a:cubicBezTo>
                <a:cubicBezTo>
                  <a:pt x="7031" y="2653"/>
                  <a:pt x="8515" y="4889"/>
                  <a:pt x="9839" y="7218"/>
                </a:cubicBezTo>
                <a:cubicBezTo>
                  <a:pt x="10044" y="7218"/>
                  <a:pt x="10249" y="7218"/>
                  <a:pt x="10455" y="7195"/>
                </a:cubicBezTo>
                <a:lnTo>
                  <a:pt x="10455" y="7195"/>
                </a:lnTo>
                <a:cubicBezTo>
                  <a:pt x="10341" y="7377"/>
                  <a:pt x="10249" y="7560"/>
                  <a:pt x="10135" y="7720"/>
                </a:cubicBezTo>
                <a:cubicBezTo>
                  <a:pt x="10044" y="7560"/>
                  <a:pt x="9953" y="7400"/>
                  <a:pt x="9839" y="7218"/>
                </a:cubicBezTo>
                <a:cubicBezTo>
                  <a:pt x="7139" y="7316"/>
                  <a:pt x="4440" y="7806"/>
                  <a:pt x="1726" y="7806"/>
                </a:cubicBezTo>
                <a:cubicBezTo>
                  <a:pt x="1296" y="7806"/>
                  <a:pt x="865" y="7793"/>
                  <a:pt x="435" y="7765"/>
                </a:cubicBezTo>
                <a:cubicBezTo>
                  <a:pt x="427" y="7765"/>
                  <a:pt x="420" y="7765"/>
                  <a:pt x="414" y="7765"/>
                </a:cubicBezTo>
                <a:cubicBezTo>
                  <a:pt x="1" y="7765"/>
                  <a:pt x="8" y="8428"/>
                  <a:pt x="435" y="8450"/>
                </a:cubicBezTo>
                <a:cubicBezTo>
                  <a:pt x="886" y="8481"/>
                  <a:pt x="1337" y="8494"/>
                  <a:pt x="1787" y="8494"/>
                </a:cubicBezTo>
                <a:cubicBezTo>
                  <a:pt x="4681" y="8494"/>
                  <a:pt x="7551" y="7942"/>
                  <a:pt x="10455" y="7902"/>
                </a:cubicBezTo>
                <a:cubicBezTo>
                  <a:pt x="10706" y="7902"/>
                  <a:pt x="10866" y="7606"/>
                  <a:pt x="10752" y="7377"/>
                </a:cubicBezTo>
                <a:cubicBezTo>
                  <a:pt x="9336" y="4867"/>
                  <a:pt x="7739" y="2470"/>
                  <a:pt x="6027" y="142"/>
                </a:cubicBezTo>
                <a:cubicBezTo>
                  <a:pt x="5947" y="42"/>
                  <a:pt x="5840" y="0"/>
                  <a:pt x="5735" y="0"/>
                </a:cubicBezTo>
                <a:close/>
              </a:path>
            </a:pathLst>
          </a:custGeom>
          <a:solidFill>
            <a:srgbClr val="459B97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0" name="Google Shape;620;p26">
            <a:extLst>
              <a:ext uri="{FF2B5EF4-FFF2-40B4-BE49-F238E27FC236}">
                <a16:creationId xmlns:a16="http://schemas.microsoft.com/office/drawing/2014/main" id="{6CE9560A-34E0-43A2-94AA-99C3952AC5F9}"/>
              </a:ext>
            </a:extLst>
          </p:cNvPr>
          <p:cNvSpPr>
            <a:spLocks noGrp="1"/>
          </p:cNvSpPr>
          <p:nvPr/>
        </p:nvSpPr>
        <p:spPr>
          <a:xfrm flipH="1">
            <a:off x="779382" y="2995347"/>
            <a:ext cx="432229" cy="365687"/>
          </a:xfrm>
          <a:custGeom>
            <a:avLst/>
            <a:gdLst/>
            <a:ahLst/>
            <a:cxnLst/>
            <a:rect l="l" t="t" r="r" b="b"/>
            <a:pathLst>
              <a:path w="12595" h="10656">
                <a:moveTo>
                  <a:pt x="9113" y="1"/>
                </a:moveTo>
                <a:cubicBezTo>
                  <a:pt x="8896" y="1"/>
                  <a:pt x="8687" y="171"/>
                  <a:pt x="8783" y="431"/>
                </a:cubicBezTo>
                <a:cubicBezTo>
                  <a:pt x="9787" y="3011"/>
                  <a:pt x="10244" y="5773"/>
                  <a:pt x="11636" y="8169"/>
                </a:cubicBezTo>
                <a:cubicBezTo>
                  <a:pt x="11796" y="8146"/>
                  <a:pt x="11933" y="8101"/>
                  <a:pt x="12093" y="8055"/>
                </a:cubicBezTo>
                <a:lnTo>
                  <a:pt x="12093" y="8055"/>
                </a:lnTo>
                <a:cubicBezTo>
                  <a:pt x="12024" y="8238"/>
                  <a:pt x="11956" y="8397"/>
                  <a:pt x="11887" y="8580"/>
                </a:cubicBezTo>
                <a:cubicBezTo>
                  <a:pt x="11796" y="8443"/>
                  <a:pt x="11727" y="8306"/>
                  <a:pt x="11636" y="8169"/>
                </a:cubicBezTo>
                <a:cubicBezTo>
                  <a:pt x="8846" y="8912"/>
                  <a:pt x="5826" y="9957"/>
                  <a:pt x="2873" y="9957"/>
                </a:cubicBezTo>
                <a:cubicBezTo>
                  <a:pt x="2105" y="9957"/>
                  <a:pt x="1342" y="9886"/>
                  <a:pt x="589" y="9721"/>
                </a:cubicBezTo>
                <a:cubicBezTo>
                  <a:pt x="561" y="9715"/>
                  <a:pt x="534" y="9713"/>
                  <a:pt x="508" y="9713"/>
                </a:cubicBezTo>
                <a:cubicBezTo>
                  <a:pt x="134" y="9713"/>
                  <a:pt x="0" y="10299"/>
                  <a:pt x="406" y="10406"/>
                </a:cubicBezTo>
                <a:cubicBezTo>
                  <a:pt x="1203" y="10581"/>
                  <a:pt x="2008" y="10656"/>
                  <a:pt x="2816" y="10656"/>
                </a:cubicBezTo>
                <a:cubicBezTo>
                  <a:pt x="6015" y="10656"/>
                  <a:pt x="9269" y="9487"/>
                  <a:pt x="12275" y="8740"/>
                </a:cubicBezTo>
                <a:cubicBezTo>
                  <a:pt x="12481" y="8671"/>
                  <a:pt x="12595" y="8397"/>
                  <a:pt x="12481" y="8215"/>
                </a:cubicBezTo>
                <a:cubicBezTo>
                  <a:pt x="10928" y="5773"/>
                  <a:pt x="10495" y="2919"/>
                  <a:pt x="9468" y="249"/>
                </a:cubicBezTo>
                <a:cubicBezTo>
                  <a:pt x="9404" y="76"/>
                  <a:pt x="9257" y="1"/>
                  <a:pt x="9113" y="1"/>
                </a:cubicBezTo>
                <a:close/>
              </a:path>
            </a:pathLst>
          </a:custGeom>
          <a:solidFill>
            <a:srgbClr val="459B97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1" name="Google Shape;621;p26">
            <a:extLst>
              <a:ext uri="{FF2B5EF4-FFF2-40B4-BE49-F238E27FC236}">
                <a16:creationId xmlns:a16="http://schemas.microsoft.com/office/drawing/2014/main" id="{78F8DEBD-19BC-4E7B-B2CE-A2BBF8A2F5DB}"/>
              </a:ext>
            </a:extLst>
          </p:cNvPr>
          <p:cNvSpPr>
            <a:spLocks noGrp="1"/>
          </p:cNvSpPr>
          <p:nvPr/>
        </p:nvSpPr>
        <p:spPr>
          <a:xfrm flipH="1">
            <a:off x="434725" y="3080524"/>
            <a:ext cx="471660" cy="453060"/>
          </a:xfrm>
          <a:custGeom>
            <a:avLst/>
            <a:gdLst/>
            <a:ahLst/>
            <a:cxnLst/>
            <a:rect l="l" t="t" r="r" b="b"/>
            <a:pathLst>
              <a:path w="13744" h="13202">
                <a:moveTo>
                  <a:pt x="7486" y="1"/>
                </a:moveTo>
                <a:cubicBezTo>
                  <a:pt x="7259" y="1"/>
                  <a:pt x="7023" y="249"/>
                  <a:pt x="7147" y="529"/>
                </a:cubicBezTo>
                <a:cubicBezTo>
                  <a:pt x="8768" y="3930"/>
                  <a:pt x="10799" y="7102"/>
                  <a:pt x="12717" y="10344"/>
                </a:cubicBezTo>
                <a:cubicBezTo>
                  <a:pt x="12899" y="10321"/>
                  <a:pt x="13105" y="10298"/>
                  <a:pt x="13287" y="10298"/>
                </a:cubicBezTo>
                <a:cubicBezTo>
                  <a:pt x="13196" y="10458"/>
                  <a:pt x="13105" y="10640"/>
                  <a:pt x="12991" y="10823"/>
                </a:cubicBezTo>
                <a:cubicBezTo>
                  <a:pt x="12899" y="10663"/>
                  <a:pt x="12808" y="10503"/>
                  <a:pt x="12717" y="10344"/>
                </a:cubicBezTo>
                <a:cubicBezTo>
                  <a:pt x="8562" y="10732"/>
                  <a:pt x="4545" y="11941"/>
                  <a:pt x="414" y="12535"/>
                </a:cubicBezTo>
                <a:cubicBezTo>
                  <a:pt x="1" y="12578"/>
                  <a:pt x="147" y="13201"/>
                  <a:pt x="536" y="13201"/>
                </a:cubicBezTo>
                <a:cubicBezTo>
                  <a:pt x="556" y="13201"/>
                  <a:pt x="576" y="13200"/>
                  <a:pt x="596" y="13197"/>
                </a:cubicBezTo>
                <a:cubicBezTo>
                  <a:pt x="4865" y="12603"/>
                  <a:pt x="8996" y="11302"/>
                  <a:pt x="13287" y="10983"/>
                </a:cubicBezTo>
                <a:cubicBezTo>
                  <a:pt x="13561" y="10960"/>
                  <a:pt x="13744" y="10709"/>
                  <a:pt x="13584" y="10458"/>
                </a:cubicBezTo>
                <a:cubicBezTo>
                  <a:pt x="11598" y="7057"/>
                  <a:pt x="9430" y="3747"/>
                  <a:pt x="7764" y="186"/>
                </a:cubicBezTo>
                <a:cubicBezTo>
                  <a:pt x="7698" y="55"/>
                  <a:pt x="7593" y="1"/>
                  <a:pt x="7486" y="1"/>
                </a:cubicBezTo>
                <a:close/>
              </a:path>
            </a:pathLst>
          </a:custGeom>
          <a:solidFill>
            <a:srgbClr val="459B97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2" name="Google Shape;622;p26">
            <a:extLst>
              <a:ext uri="{FF2B5EF4-FFF2-40B4-BE49-F238E27FC236}">
                <a16:creationId xmlns:a16="http://schemas.microsoft.com/office/drawing/2014/main" id="{BB3EAF39-B1D3-404A-AF84-AB04563B7528}"/>
              </a:ext>
            </a:extLst>
          </p:cNvPr>
          <p:cNvSpPr>
            <a:spLocks noGrp="1"/>
          </p:cNvSpPr>
          <p:nvPr/>
        </p:nvSpPr>
        <p:spPr>
          <a:xfrm flipH="1">
            <a:off x="138616" y="3548282"/>
            <a:ext cx="18840" cy="20385"/>
          </a:xfrm>
          <a:custGeom>
            <a:avLst/>
            <a:gdLst/>
            <a:ahLst/>
            <a:cxnLst/>
            <a:rect l="l" t="t" r="r" b="b"/>
            <a:pathLst>
              <a:path w="549" h="594">
                <a:moveTo>
                  <a:pt x="549" y="0"/>
                </a:moveTo>
                <a:lnTo>
                  <a:pt x="549" y="0"/>
                </a:lnTo>
                <a:cubicBezTo>
                  <a:pt x="366" y="69"/>
                  <a:pt x="184" y="114"/>
                  <a:pt x="1" y="183"/>
                </a:cubicBezTo>
                <a:cubicBezTo>
                  <a:pt x="138" y="320"/>
                  <a:pt x="252" y="457"/>
                  <a:pt x="389" y="594"/>
                </a:cubicBezTo>
                <a:cubicBezTo>
                  <a:pt x="457" y="388"/>
                  <a:pt x="503" y="206"/>
                  <a:pt x="549" y="0"/>
                </a:cubicBezTo>
                <a:close/>
              </a:path>
            </a:pathLst>
          </a:custGeom>
          <a:solidFill>
            <a:srgbClr val="459B97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3" name="Google Shape;623;p26">
            <a:extLst>
              <a:ext uri="{FF2B5EF4-FFF2-40B4-BE49-F238E27FC236}">
                <a16:creationId xmlns:a16="http://schemas.microsoft.com/office/drawing/2014/main" id="{7B801EE0-0CE2-41AE-8DD5-498F511235A6}"/>
              </a:ext>
            </a:extLst>
          </p:cNvPr>
          <p:cNvSpPr>
            <a:spLocks noGrp="1"/>
          </p:cNvSpPr>
          <p:nvPr/>
        </p:nvSpPr>
        <p:spPr>
          <a:xfrm flipH="1">
            <a:off x="120609" y="3243673"/>
            <a:ext cx="459031" cy="452991"/>
          </a:xfrm>
          <a:custGeom>
            <a:avLst/>
            <a:gdLst/>
            <a:ahLst/>
            <a:cxnLst/>
            <a:rect l="l" t="t" r="r" b="b"/>
            <a:pathLst>
              <a:path w="13376" h="13200">
                <a:moveTo>
                  <a:pt x="7388" y="1"/>
                </a:moveTo>
                <a:cubicBezTo>
                  <a:pt x="7137" y="1"/>
                  <a:pt x="6901" y="245"/>
                  <a:pt x="7076" y="499"/>
                </a:cubicBezTo>
                <a:cubicBezTo>
                  <a:pt x="9153" y="3170"/>
                  <a:pt x="9975" y="6594"/>
                  <a:pt x="12303" y="9059"/>
                </a:cubicBezTo>
                <a:cubicBezTo>
                  <a:pt x="12486" y="8990"/>
                  <a:pt x="12668" y="8945"/>
                  <a:pt x="12851" y="8876"/>
                </a:cubicBezTo>
                <a:lnTo>
                  <a:pt x="12851" y="8876"/>
                </a:lnTo>
                <a:cubicBezTo>
                  <a:pt x="12805" y="9082"/>
                  <a:pt x="12759" y="9264"/>
                  <a:pt x="12691" y="9470"/>
                </a:cubicBezTo>
                <a:cubicBezTo>
                  <a:pt x="12554" y="9333"/>
                  <a:pt x="12440" y="9196"/>
                  <a:pt x="12303" y="9059"/>
                </a:cubicBezTo>
                <a:cubicBezTo>
                  <a:pt x="8546" y="10289"/>
                  <a:pt x="4936" y="12493"/>
                  <a:pt x="905" y="12493"/>
                </a:cubicBezTo>
                <a:cubicBezTo>
                  <a:pt x="749" y="12493"/>
                  <a:pt x="592" y="12490"/>
                  <a:pt x="434" y="12483"/>
                </a:cubicBezTo>
                <a:cubicBezTo>
                  <a:pt x="427" y="12482"/>
                  <a:pt x="420" y="12482"/>
                  <a:pt x="413" y="12482"/>
                </a:cubicBezTo>
                <a:cubicBezTo>
                  <a:pt x="0" y="12482"/>
                  <a:pt x="7" y="13168"/>
                  <a:pt x="434" y="13190"/>
                </a:cubicBezTo>
                <a:cubicBezTo>
                  <a:pt x="586" y="13197"/>
                  <a:pt x="738" y="13200"/>
                  <a:pt x="889" y="13200"/>
                </a:cubicBezTo>
                <a:cubicBezTo>
                  <a:pt x="5197" y="13200"/>
                  <a:pt x="8998" y="10752"/>
                  <a:pt x="13033" y="9561"/>
                </a:cubicBezTo>
                <a:cubicBezTo>
                  <a:pt x="13284" y="9493"/>
                  <a:pt x="13376" y="9150"/>
                  <a:pt x="13193" y="8968"/>
                </a:cubicBezTo>
                <a:cubicBezTo>
                  <a:pt x="10591" y="6525"/>
                  <a:pt x="9815" y="2919"/>
                  <a:pt x="7692" y="157"/>
                </a:cubicBezTo>
                <a:cubicBezTo>
                  <a:pt x="7609" y="47"/>
                  <a:pt x="7497" y="1"/>
                  <a:pt x="7388" y="1"/>
                </a:cubicBezTo>
                <a:close/>
              </a:path>
            </a:pathLst>
          </a:custGeom>
          <a:solidFill>
            <a:srgbClr val="459B97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5" name="Google Shape;625;p26">
            <a:extLst>
              <a:ext uri="{FF2B5EF4-FFF2-40B4-BE49-F238E27FC236}">
                <a16:creationId xmlns:a16="http://schemas.microsoft.com/office/drawing/2014/main" id="{0BC6D6BE-3DF7-4C78-ADFB-B4B6DD967F4A}"/>
              </a:ext>
            </a:extLst>
          </p:cNvPr>
          <p:cNvSpPr>
            <a:spLocks noGrp="1"/>
          </p:cNvSpPr>
          <p:nvPr/>
        </p:nvSpPr>
        <p:spPr>
          <a:xfrm flipH="1">
            <a:off x="1281" y="958504"/>
            <a:ext cx="783331" cy="2259876"/>
          </a:xfrm>
          <a:custGeom>
            <a:avLst/>
            <a:gdLst/>
            <a:ahLst/>
            <a:cxnLst/>
            <a:rect l="l" t="t" r="r" b="b"/>
            <a:pathLst>
              <a:path w="22826" h="65852">
                <a:moveTo>
                  <a:pt x="1119" y="1"/>
                </a:moveTo>
                <a:lnTo>
                  <a:pt x="1073" y="183"/>
                </a:lnTo>
                <a:cubicBezTo>
                  <a:pt x="1" y="959"/>
                  <a:pt x="160" y="28030"/>
                  <a:pt x="320" y="33713"/>
                </a:cubicBezTo>
                <a:cubicBezTo>
                  <a:pt x="822" y="44624"/>
                  <a:pt x="7807" y="61081"/>
                  <a:pt x="22826" y="65851"/>
                </a:cubicBezTo>
                <a:lnTo>
                  <a:pt x="22826" y="16480"/>
                </a:lnTo>
                <a:cubicBezTo>
                  <a:pt x="16686" y="9564"/>
                  <a:pt x="9176" y="3333"/>
                  <a:pt x="1119" y="1"/>
                </a:cubicBezTo>
                <a:close/>
              </a:path>
            </a:pathLst>
          </a:custGeom>
          <a:solidFill>
            <a:srgbClr val="459B97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6" name="Google Shape;626;p26">
            <a:extLst>
              <a:ext uri="{FF2B5EF4-FFF2-40B4-BE49-F238E27FC236}">
                <a16:creationId xmlns:a16="http://schemas.microsoft.com/office/drawing/2014/main" id="{A772C3EB-27E3-4DF1-9722-318B49DA677C}"/>
              </a:ext>
            </a:extLst>
          </p:cNvPr>
          <p:cNvSpPr>
            <a:spLocks noGrp="1"/>
          </p:cNvSpPr>
          <p:nvPr/>
        </p:nvSpPr>
        <p:spPr>
          <a:xfrm flipH="1">
            <a:off x="10" y="1117157"/>
            <a:ext cx="666240" cy="1622634"/>
          </a:xfrm>
          <a:custGeom>
            <a:avLst/>
            <a:gdLst/>
            <a:ahLst/>
            <a:cxnLst/>
            <a:rect l="l" t="t" r="r" b="b"/>
            <a:pathLst>
              <a:path w="19414" h="47283">
                <a:moveTo>
                  <a:pt x="478" y="1"/>
                </a:moveTo>
                <a:cubicBezTo>
                  <a:pt x="256" y="1"/>
                  <a:pt x="0" y="252"/>
                  <a:pt x="126" y="536"/>
                </a:cubicBezTo>
                <a:cubicBezTo>
                  <a:pt x="2272" y="5444"/>
                  <a:pt x="5559" y="9735"/>
                  <a:pt x="8024" y="14505"/>
                </a:cubicBezTo>
                <a:cubicBezTo>
                  <a:pt x="10763" y="19755"/>
                  <a:pt x="12384" y="25644"/>
                  <a:pt x="14278" y="31259"/>
                </a:cubicBezTo>
                <a:cubicBezTo>
                  <a:pt x="16081" y="36577"/>
                  <a:pt x="17839" y="41873"/>
                  <a:pt x="19414" y="47282"/>
                </a:cubicBezTo>
                <a:lnTo>
                  <a:pt x="19414" y="44863"/>
                </a:lnTo>
                <a:cubicBezTo>
                  <a:pt x="17907" y="39887"/>
                  <a:pt x="16264" y="34979"/>
                  <a:pt x="14598" y="30049"/>
                </a:cubicBezTo>
                <a:cubicBezTo>
                  <a:pt x="12817" y="24685"/>
                  <a:pt x="11174" y="19207"/>
                  <a:pt x="8617" y="14140"/>
                </a:cubicBezTo>
                <a:cubicBezTo>
                  <a:pt x="6221" y="9369"/>
                  <a:pt x="2888" y="5101"/>
                  <a:pt x="720" y="171"/>
                </a:cubicBezTo>
                <a:cubicBezTo>
                  <a:pt x="671" y="51"/>
                  <a:pt x="578" y="1"/>
                  <a:pt x="478" y="1"/>
                </a:cubicBezTo>
                <a:close/>
              </a:path>
            </a:pathLst>
          </a:custGeom>
          <a:solidFill>
            <a:srgbClr val="11564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7" name="Google Shape;627;p26">
            <a:extLst>
              <a:ext uri="{FF2B5EF4-FFF2-40B4-BE49-F238E27FC236}">
                <a16:creationId xmlns:a16="http://schemas.microsoft.com/office/drawing/2014/main" id="{E99D9796-795A-48F9-A691-B33F55DE2FD3}"/>
              </a:ext>
            </a:extLst>
          </p:cNvPr>
          <p:cNvSpPr>
            <a:spLocks noGrp="1"/>
          </p:cNvSpPr>
          <p:nvPr/>
        </p:nvSpPr>
        <p:spPr>
          <a:xfrm flipH="1">
            <a:off x="405747" y="1266957"/>
            <a:ext cx="297945" cy="245885"/>
          </a:xfrm>
          <a:custGeom>
            <a:avLst/>
            <a:gdLst/>
            <a:ahLst/>
            <a:cxnLst/>
            <a:rect l="l" t="t" r="r" b="b"/>
            <a:pathLst>
              <a:path w="8682" h="7165">
                <a:moveTo>
                  <a:pt x="8339" y="0"/>
                </a:moveTo>
                <a:cubicBezTo>
                  <a:pt x="8162" y="0"/>
                  <a:pt x="7974" y="108"/>
                  <a:pt x="7951" y="325"/>
                </a:cubicBezTo>
                <a:cubicBezTo>
                  <a:pt x="7791" y="2334"/>
                  <a:pt x="7494" y="4320"/>
                  <a:pt x="7449" y="6328"/>
                </a:cubicBezTo>
                <a:cubicBezTo>
                  <a:pt x="7586" y="6374"/>
                  <a:pt x="7723" y="6442"/>
                  <a:pt x="7882" y="6488"/>
                </a:cubicBezTo>
                <a:cubicBezTo>
                  <a:pt x="7723" y="6602"/>
                  <a:pt x="7586" y="6694"/>
                  <a:pt x="7426" y="6808"/>
                </a:cubicBezTo>
                <a:cubicBezTo>
                  <a:pt x="7426" y="6648"/>
                  <a:pt x="7449" y="6488"/>
                  <a:pt x="7449" y="6328"/>
                </a:cubicBezTo>
                <a:cubicBezTo>
                  <a:pt x="5052" y="5484"/>
                  <a:pt x="2747" y="4434"/>
                  <a:pt x="647" y="3041"/>
                </a:cubicBezTo>
                <a:cubicBezTo>
                  <a:pt x="585" y="2999"/>
                  <a:pt x="524" y="2981"/>
                  <a:pt x="467" y="2981"/>
                </a:cubicBezTo>
                <a:cubicBezTo>
                  <a:pt x="186" y="2981"/>
                  <a:pt x="1" y="3426"/>
                  <a:pt x="304" y="3635"/>
                </a:cubicBezTo>
                <a:cubicBezTo>
                  <a:pt x="2587" y="5141"/>
                  <a:pt x="5098" y="6283"/>
                  <a:pt x="7677" y="7150"/>
                </a:cubicBezTo>
                <a:cubicBezTo>
                  <a:pt x="7710" y="7160"/>
                  <a:pt x="7743" y="7165"/>
                  <a:pt x="7776" y="7165"/>
                </a:cubicBezTo>
                <a:cubicBezTo>
                  <a:pt x="7967" y="7165"/>
                  <a:pt x="8134" y="7003"/>
                  <a:pt x="8134" y="6808"/>
                </a:cubicBezTo>
                <a:cubicBezTo>
                  <a:pt x="8134" y="4639"/>
                  <a:pt x="8476" y="2494"/>
                  <a:pt x="8659" y="325"/>
                </a:cubicBezTo>
                <a:cubicBezTo>
                  <a:pt x="8681" y="108"/>
                  <a:pt x="8516" y="0"/>
                  <a:pt x="8339" y="0"/>
                </a:cubicBezTo>
                <a:close/>
              </a:path>
            </a:pathLst>
          </a:custGeom>
          <a:solidFill>
            <a:srgbClr val="11564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8" name="Google Shape;628;p26">
            <a:extLst>
              <a:ext uri="{FF2B5EF4-FFF2-40B4-BE49-F238E27FC236}">
                <a16:creationId xmlns:a16="http://schemas.microsoft.com/office/drawing/2014/main" id="{32E09C93-28FA-4FC1-B37D-619B681D0276}"/>
              </a:ext>
            </a:extLst>
          </p:cNvPr>
          <p:cNvSpPr>
            <a:spLocks noGrp="1"/>
          </p:cNvSpPr>
          <p:nvPr/>
        </p:nvSpPr>
        <p:spPr>
          <a:xfrm flipH="1">
            <a:off x="433161" y="1484123"/>
            <a:ext cx="15717" cy="16472"/>
          </a:xfrm>
          <a:custGeom>
            <a:avLst/>
            <a:gdLst/>
            <a:ahLst/>
            <a:cxnLst/>
            <a:rect l="l" t="t" r="r" b="b"/>
            <a:pathLst>
              <a:path w="458" h="480">
                <a:moveTo>
                  <a:pt x="24" y="0"/>
                </a:moveTo>
                <a:cubicBezTo>
                  <a:pt x="24" y="160"/>
                  <a:pt x="1" y="320"/>
                  <a:pt x="1" y="480"/>
                </a:cubicBezTo>
                <a:cubicBezTo>
                  <a:pt x="161" y="366"/>
                  <a:pt x="298" y="274"/>
                  <a:pt x="457" y="160"/>
                </a:cubicBezTo>
                <a:cubicBezTo>
                  <a:pt x="298" y="114"/>
                  <a:pt x="161" y="46"/>
                  <a:pt x="24" y="0"/>
                </a:cubicBezTo>
                <a:close/>
              </a:path>
            </a:pathLst>
          </a:custGeom>
          <a:solidFill>
            <a:srgbClr val="11564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9" name="Google Shape;629;p26">
            <a:extLst>
              <a:ext uri="{FF2B5EF4-FFF2-40B4-BE49-F238E27FC236}">
                <a16:creationId xmlns:a16="http://schemas.microsoft.com/office/drawing/2014/main" id="{56029CF1-0867-4F2C-BD10-969D75B2048B}"/>
              </a:ext>
            </a:extLst>
          </p:cNvPr>
          <p:cNvSpPr>
            <a:spLocks noGrp="1"/>
          </p:cNvSpPr>
          <p:nvPr/>
        </p:nvSpPr>
        <p:spPr>
          <a:xfrm flipH="1">
            <a:off x="243768" y="1493629"/>
            <a:ext cx="456800" cy="273064"/>
          </a:xfrm>
          <a:custGeom>
            <a:avLst/>
            <a:gdLst/>
            <a:ahLst/>
            <a:cxnLst/>
            <a:rect l="l" t="t" r="r" b="b"/>
            <a:pathLst>
              <a:path w="13311" h="7957">
                <a:moveTo>
                  <a:pt x="12884" y="0"/>
                </a:moveTo>
                <a:cubicBezTo>
                  <a:pt x="12749" y="0"/>
                  <a:pt x="12621" y="75"/>
                  <a:pt x="12585" y="248"/>
                </a:cubicBezTo>
                <a:cubicBezTo>
                  <a:pt x="12197" y="2554"/>
                  <a:pt x="11809" y="4859"/>
                  <a:pt x="11261" y="7142"/>
                </a:cubicBezTo>
                <a:cubicBezTo>
                  <a:pt x="11421" y="7210"/>
                  <a:pt x="11558" y="7256"/>
                  <a:pt x="11695" y="7324"/>
                </a:cubicBezTo>
                <a:cubicBezTo>
                  <a:pt x="11512" y="7393"/>
                  <a:pt x="11352" y="7461"/>
                  <a:pt x="11192" y="7530"/>
                </a:cubicBezTo>
                <a:cubicBezTo>
                  <a:pt x="11215" y="7393"/>
                  <a:pt x="11238" y="7278"/>
                  <a:pt x="11261" y="7142"/>
                </a:cubicBezTo>
                <a:cubicBezTo>
                  <a:pt x="7700" y="5635"/>
                  <a:pt x="3980" y="4494"/>
                  <a:pt x="670" y="2462"/>
                </a:cubicBezTo>
                <a:cubicBezTo>
                  <a:pt x="609" y="2427"/>
                  <a:pt x="550" y="2411"/>
                  <a:pt x="494" y="2411"/>
                </a:cubicBezTo>
                <a:cubicBezTo>
                  <a:pt x="193" y="2411"/>
                  <a:pt x="0" y="2863"/>
                  <a:pt x="328" y="3056"/>
                </a:cubicBezTo>
                <a:cubicBezTo>
                  <a:pt x="3751" y="5179"/>
                  <a:pt x="7655" y="6343"/>
                  <a:pt x="11352" y="7918"/>
                </a:cubicBezTo>
                <a:cubicBezTo>
                  <a:pt x="11404" y="7944"/>
                  <a:pt x="11462" y="7957"/>
                  <a:pt x="11520" y="7957"/>
                </a:cubicBezTo>
                <a:cubicBezTo>
                  <a:pt x="11663" y="7957"/>
                  <a:pt x="11805" y="7875"/>
                  <a:pt x="11854" y="7712"/>
                </a:cubicBezTo>
                <a:cubicBezTo>
                  <a:pt x="12425" y="5315"/>
                  <a:pt x="12859" y="2873"/>
                  <a:pt x="13270" y="431"/>
                </a:cubicBezTo>
                <a:cubicBezTo>
                  <a:pt x="13311" y="170"/>
                  <a:pt x="13088" y="0"/>
                  <a:pt x="12884" y="0"/>
                </a:cubicBezTo>
                <a:close/>
              </a:path>
            </a:pathLst>
          </a:custGeom>
          <a:solidFill>
            <a:srgbClr val="11564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0" name="Google Shape;630;p26">
            <a:extLst>
              <a:ext uri="{FF2B5EF4-FFF2-40B4-BE49-F238E27FC236}">
                <a16:creationId xmlns:a16="http://schemas.microsoft.com/office/drawing/2014/main" id="{4F92D12F-D16C-457C-A162-ED00ADB17B85}"/>
              </a:ext>
            </a:extLst>
          </p:cNvPr>
          <p:cNvSpPr>
            <a:spLocks noGrp="1"/>
          </p:cNvSpPr>
          <p:nvPr/>
        </p:nvSpPr>
        <p:spPr>
          <a:xfrm flipH="1">
            <a:off x="73794" y="1670642"/>
            <a:ext cx="642389" cy="385145"/>
          </a:xfrm>
          <a:custGeom>
            <a:avLst/>
            <a:gdLst/>
            <a:ahLst/>
            <a:cxnLst/>
            <a:rect l="l" t="t" r="r" b="b"/>
            <a:pathLst>
              <a:path w="18719" h="11223">
                <a:moveTo>
                  <a:pt x="18297" y="1"/>
                </a:moveTo>
                <a:cubicBezTo>
                  <a:pt x="18165" y="1"/>
                  <a:pt x="18043" y="76"/>
                  <a:pt x="18016" y="249"/>
                </a:cubicBezTo>
                <a:cubicBezTo>
                  <a:pt x="17377" y="3764"/>
                  <a:pt x="16007" y="7074"/>
                  <a:pt x="14843" y="10452"/>
                </a:cubicBezTo>
                <a:cubicBezTo>
                  <a:pt x="14957" y="10474"/>
                  <a:pt x="15048" y="10520"/>
                  <a:pt x="15163" y="10543"/>
                </a:cubicBezTo>
                <a:cubicBezTo>
                  <a:pt x="15026" y="10611"/>
                  <a:pt x="14866" y="10703"/>
                  <a:pt x="14729" y="10771"/>
                </a:cubicBezTo>
                <a:cubicBezTo>
                  <a:pt x="14775" y="10657"/>
                  <a:pt x="14820" y="10566"/>
                  <a:pt x="14843" y="10452"/>
                </a:cubicBezTo>
                <a:cubicBezTo>
                  <a:pt x="9913" y="8922"/>
                  <a:pt x="5553" y="5978"/>
                  <a:pt x="577" y="4517"/>
                </a:cubicBezTo>
                <a:cubicBezTo>
                  <a:pt x="538" y="4505"/>
                  <a:pt x="501" y="4499"/>
                  <a:pt x="466" y="4499"/>
                </a:cubicBezTo>
                <a:cubicBezTo>
                  <a:pt x="116" y="4499"/>
                  <a:pt x="0" y="5075"/>
                  <a:pt x="395" y="5179"/>
                </a:cubicBezTo>
                <a:cubicBezTo>
                  <a:pt x="5462" y="6663"/>
                  <a:pt x="9890" y="9721"/>
                  <a:pt x="14980" y="11205"/>
                </a:cubicBezTo>
                <a:cubicBezTo>
                  <a:pt x="15013" y="11217"/>
                  <a:pt x="15046" y="11223"/>
                  <a:pt x="15078" y="11223"/>
                </a:cubicBezTo>
                <a:cubicBezTo>
                  <a:pt x="15224" y="11223"/>
                  <a:pt x="15353" y="11107"/>
                  <a:pt x="15391" y="10977"/>
                </a:cubicBezTo>
                <a:cubicBezTo>
                  <a:pt x="16578" y="7484"/>
                  <a:pt x="18016" y="4083"/>
                  <a:pt x="18678" y="431"/>
                </a:cubicBezTo>
                <a:cubicBezTo>
                  <a:pt x="18719" y="171"/>
                  <a:pt x="18496" y="1"/>
                  <a:pt x="18297" y="1"/>
                </a:cubicBezTo>
                <a:close/>
              </a:path>
            </a:pathLst>
          </a:custGeom>
          <a:solidFill>
            <a:srgbClr val="11564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2" name="Google Shape;632;p26">
            <a:extLst>
              <a:ext uri="{FF2B5EF4-FFF2-40B4-BE49-F238E27FC236}">
                <a16:creationId xmlns:a16="http://schemas.microsoft.com/office/drawing/2014/main" id="{4D90911C-2555-4BBE-B783-515BC5A72B6F}"/>
              </a:ext>
            </a:extLst>
          </p:cNvPr>
          <p:cNvSpPr>
            <a:spLocks noGrp="1"/>
          </p:cNvSpPr>
          <p:nvPr/>
        </p:nvSpPr>
        <p:spPr>
          <a:xfrm>
            <a:off x="0" y="1188600"/>
            <a:ext cx="1577300" cy="3576350"/>
          </a:xfrm>
          <a:custGeom>
            <a:avLst/>
            <a:gdLst/>
            <a:ahLst/>
            <a:cxnLst/>
            <a:rect l="l" t="t" r="r" b="b"/>
            <a:pathLst>
              <a:path w="63092" h="143054">
                <a:moveTo>
                  <a:pt x="51068" y="1"/>
                </a:moveTo>
                <a:lnTo>
                  <a:pt x="51911" y="2530"/>
                </a:lnTo>
                <a:lnTo>
                  <a:pt x="44324" y="13932"/>
                </a:lnTo>
                <a:cubicBezTo>
                  <a:pt x="44324" y="13932"/>
                  <a:pt x="43614" y="41485"/>
                  <a:pt x="32833" y="48140"/>
                </a:cubicBezTo>
                <a:cubicBezTo>
                  <a:pt x="29670" y="50093"/>
                  <a:pt x="27435" y="50827"/>
                  <a:pt x="25373" y="50827"/>
                </a:cubicBezTo>
                <a:cubicBezTo>
                  <a:pt x="20409" y="50827"/>
                  <a:pt x="16454" y="46568"/>
                  <a:pt x="2973" y="44813"/>
                </a:cubicBezTo>
                <a:cubicBezTo>
                  <a:pt x="1953" y="44679"/>
                  <a:pt x="977" y="44591"/>
                  <a:pt x="1" y="44502"/>
                </a:cubicBezTo>
                <a:lnTo>
                  <a:pt x="1" y="83501"/>
                </a:lnTo>
                <a:cubicBezTo>
                  <a:pt x="2650" y="83866"/>
                  <a:pt x="5461" y="84019"/>
                  <a:pt x="8309" y="84019"/>
                </a:cubicBezTo>
                <a:cubicBezTo>
                  <a:pt x="22776" y="84019"/>
                  <a:pt x="38201" y="80085"/>
                  <a:pt x="38201" y="80085"/>
                </a:cubicBezTo>
                <a:lnTo>
                  <a:pt x="38201" y="80085"/>
                </a:lnTo>
                <a:cubicBezTo>
                  <a:pt x="35717" y="84211"/>
                  <a:pt x="38201" y="129822"/>
                  <a:pt x="38201" y="137320"/>
                </a:cubicBezTo>
                <a:cubicBezTo>
                  <a:pt x="38201" y="141915"/>
                  <a:pt x="39466" y="143053"/>
                  <a:pt x="41018" y="143053"/>
                </a:cubicBezTo>
                <a:cubicBezTo>
                  <a:pt x="41984" y="143053"/>
                  <a:pt x="43061" y="142612"/>
                  <a:pt x="44014" y="142289"/>
                </a:cubicBezTo>
                <a:cubicBezTo>
                  <a:pt x="46498" y="141446"/>
                  <a:pt x="44014" y="114071"/>
                  <a:pt x="45655" y="104976"/>
                </a:cubicBezTo>
                <a:cubicBezTo>
                  <a:pt x="47341" y="95836"/>
                  <a:pt x="56481" y="70102"/>
                  <a:pt x="59764" y="44413"/>
                </a:cubicBezTo>
                <a:cubicBezTo>
                  <a:pt x="63092" y="18681"/>
                  <a:pt x="51069" y="2"/>
                  <a:pt x="51068" y="1"/>
                </a:cubicBezTo>
                <a:close/>
              </a:path>
            </a:pathLst>
          </a:custGeom>
          <a:solidFill>
            <a:srgbClr val="E6C290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3" name="Google Shape;633;p26">
            <a:extLst>
              <a:ext uri="{FF2B5EF4-FFF2-40B4-BE49-F238E27FC236}">
                <a16:creationId xmlns:a16="http://schemas.microsoft.com/office/drawing/2014/main" id="{AF0A3850-D01B-45F1-803E-0CAC49DC06E7}"/>
              </a:ext>
            </a:extLst>
          </p:cNvPr>
          <p:cNvSpPr>
            <a:spLocks noGrp="1"/>
          </p:cNvSpPr>
          <p:nvPr/>
        </p:nvSpPr>
        <p:spPr>
          <a:xfrm>
            <a:off x="732075" y="956775"/>
            <a:ext cx="350525" cy="161975"/>
          </a:xfrm>
          <a:custGeom>
            <a:avLst/>
            <a:gdLst/>
            <a:ahLst/>
            <a:cxnLst/>
            <a:rect l="l" t="t" r="r" b="b"/>
            <a:pathLst>
              <a:path w="14021" h="6479">
                <a:moveTo>
                  <a:pt x="2663" y="1"/>
                </a:moveTo>
                <a:cubicBezTo>
                  <a:pt x="1642" y="1"/>
                  <a:pt x="799" y="178"/>
                  <a:pt x="267" y="711"/>
                </a:cubicBezTo>
                <a:cubicBezTo>
                  <a:pt x="1" y="977"/>
                  <a:pt x="2840" y="4926"/>
                  <a:pt x="5946" y="5769"/>
                </a:cubicBezTo>
                <a:cubicBezTo>
                  <a:pt x="7099" y="6079"/>
                  <a:pt x="8564" y="6301"/>
                  <a:pt x="9983" y="6479"/>
                </a:cubicBezTo>
                <a:cubicBezTo>
                  <a:pt x="11270" y="5724"/>
                  <a:pt x="12601" y="5192"/>
                  <a:pt x="14021" y="4970"/>
                </a:cubicBezTo>
                <a:lnTo>
                  <a:pt x="13133" y="2841"/>
                </a:lnTo>
                <a:cubicBezTo>
                  <a:pt x="13133" y="2841"/>
                  <a:pt x="6611" y="1"/>
                  <a:pt x="2663" y="1"/>
                </a:cubicBezTo>
                <a:close/>
              </a:path>
            </a:pathLst>
          </a:custGeom>
          <a:solidFill>
            <a:srgbClr val="D6C4A8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4" name="Google Shape;634;p26">
            <a:extLst>
              <a:ext uri="{FF2B5EF4-FFF2-40B4-BE49-F238E27FC236}">
                <a16:creationId xmlns:a16="http://schemas.microsoft.com/office/drawing/2014/main" id="{CD8F4900-AB63-4FBD-A24F-6B5B7B488EE9}"/>
              </a:ext>
            </a:extLst>
          </p:cNvPr>
          <p:cNvSpPr>
            <a:spLocks noGrp="1"/>
          </p:cNvSpPr>
          <p:nvPr/>
        </p:nvSpPr>
        <p:spPr>
          <a:xfrm>
            <a:off x="747600" y="987850"/>
            <a:ext cx="329450" cy="153400"/>
          </a:xfrm>
          <a:custGeom>
            <a:avLst/>
            <a:gdLst/>
            <a:ahLst/>
            <a:cxnLst/>
            <a:rect l="l" t="t" r="r" b="b"/>
            <a:pathLst>
              <a:path w="13178" h="6136">
                <a:moveTo>
                  <a:pt x="1" y="0"/>
                </a:moveTo>
                <a:lnTo>
                  <a:pt x="1" y="0"/>
                </a:lnTo>
                <a:cubicBezTo>
                  <a:pt x="1" y="1"/>
                  <a:pt x="1687" y="4038"/>
                  <a:pt x="4260" y="5546"/>
                </a:cubicBezTo>
                <a:cubicBezTo>
                  <a:pt x="5001" y="5981"/>
                  <a:pt x="6008" y="6136"/>
                  <a:pt x="7066" y="6136"/>
                </a:cubicBezTo>
                <a:cubicBezTo>
                  <a:pt x="9678" y="6136"/>
                  <a:pt x="12601" y="5191"/>
                  <a:pt x="12601" y="5191"/>
                </a:cubicBezTo>
                <a:lnTo>
                  <a:pt x="13178" y="4748"/>
                </a:lnTo>
                <a:cubicBezTo>
                  <a:pt x="13134" y="4526"/>
                  <a:pt x="2352" y="1864"/>
                  <a:pt x="1" y="0"/>
                </a:cubicBezTo>
                <a:close/>
              </a:path>
            </a:pathLst>
          </a:custGeom>
          <a:solidFill>
            <a:srgbClr val="E6C290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5" name="Google Shape;635;p26">
            <a:extLst>
              <a:ext uri="{FF2B5EF4-FFF2-40B4-BE49-F238E27FC236}">
                <a16:creationId xmlns:a16="http://schemas.microsoft.com/office/drawing/2014/main" id="{BFD8ABFE-5460-4515-B22D-4DF61EB795CA}"/>
              </a:ext>
            </a:extLst>
          </p:cNvPr>
          <p:cNvSpPr>
            <a:spLocks noGrp="1"/>
          </p:cNvSpPr>
          <p:nvPr/>
        </p:nvSpPr>
        <p:spPr>
          <a:xfrm>
            <a:off x="1099225" y="560575"/>
            <a:ext cx="1068175" cy="638825"/>
          </a:xfrm>
          <a:custGeom>
            <a:avLst/>
            <a:gdLst/>
            <a:ahLst/>
            <a:cxnLst/>
            <a:rect l="l" t="t" r="r" b="b"/>
            <a:pathLst>
              <a:path w="42727" h="25553">
                <a:moveTo>
                  <a:pt x="41170" y="0"/>
                </a:moveTo>
                <a:cubicBezTo>
                  <a:pt x="40779" y="0"/>
                  <a:pt x="40392" y="310"/>
                  <a:pt x="40552" y="764"/>
                </a:cubicBezTo>
                <a:cubicBezTo>
                  <a:pt x="41307" y="2982"/>
                  <a:pt x="40597" y="6620"/>
                  <a:pt x="39399" y="8706"/>
                </a:cubicBezTo>
                <a:cubicBezTo>
                  <a:pt x="38245" y="10747"/>
                  <a:pt x="35849" y="11811"/>
                  <a:pt x="33808" y="12699"/>
                </a:cubicBezTo>
                <a:cubicBezTo>
                  <a:pt x="31469" y="13769"/>
                  <a:pt x="29165" y="14273"/>
                  <a:pt x="26675" y="14273"/>
                </a:cubicBezTo>
                <a:cubicBezTo>
                  <a:pt x="26379" y="14273"/>
                  <a:pt x="26080" y="14266"/>
                  <a:pt x="25778" y="14252"/>
                </a:cubicBezTo>
                <a:cubicBezTo>
                  <a:pt x="23471" y="14163"/>
                  <a:pt x="21208" y="13852"/>
                  <a:pt x="18945" y="13852"/>
                </a:cubicBezTo>
                <a:cubicBezTo>
                  <a:pt x="13666" y="13897"/>
                  <a:pt x="0" y="17357"/>
                  <a:pt x="3505" y="25211"/>
                </a:cubicBezTo>
                <a:cubicBezTo>
                  <a:pt x="3605" y="25452"/>
                  <a:pt x="3787" y="25553"/>
                  <a:pt x="3976" y="25553"/>
                </a:cubicBezTo>
                <a:cubicBezTo>
                  <a:pt x="4377" y="25553"/>
                  <a:pt x="4811" y="25102"/>
                  <a:pt x="4570" y="24589"/>
                </a:cubicBezTo>
                <a:cubicBezTo>
                  <a:pt x="1997" y="18733"/>
                  <a:pt x="12823" y="15672"/>
                  <a:pt x="16727" y="15272"/>
                </a:cubicBezTo>
                <a:cubicBezTo>
                  <a:pt x="17489" y="15189"/>
                  <a:pt x="18245" y="15156"/>
                  <a:pt x="19000" y="15156"/>
                </a:cubicBezTo>
                <a:cubicBezTo>
                  <a:pt x="20266" y="15156"/>
                  <a:pt x="21527" y="15250"/>
                  <a:pt x="22805" y="15361"/>
                </a:cubicBezTo>
                <a:cubicBezTo>
                  <a:pt x="24137" y="15463"/>
                  <a:pt x="25455" y="15566"/>
                  <a:pt x="26774" y="15566"/>
                </a:cubicBezTo>
                <a:cubicBezTo>
                  <a:pt x="27740" y="15566"/>
                  <a:pt x="28707" y="15511"/>
                  <a:pt x="29682" y="15361"/>
                </a:cubicBezTo>
                <a:cubicBezTo>
                  <a:pt x="33099" y="14829"/>
                  <a:pt x="37668" y="13009"/>
                  <a:pt x="39887" y="10259"/>
                </a:cubicBezTo>
                <a:cubicBezTo>
                  <a:pt x="41750" y="7863"/>
                  <a:pt x="42726" y="3337"/>
                  <a:pt x="41795" y="453"/>
                </a:cubicBezTo>
                <a:cubicBezTo>
                  <a:pt x="41689" y="135"/>
                  <a:pt x="41428" y="0"/>
                  <a:pt x="41170" y="0"/>
                </a:cubicBezTo>
                <a:close/>
              </a:path>
            </a:pathLst>
          </a:custGeom>
          <a:solidFill>
            <a:srgbClr val="66451D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6" name="Google Shape;636;p26">
            <a:extLst>
              <a:ext uri="{FF2B5EF4-FFF2-40B4-BE49-F238E27FC236}">
                <a16:creationId xmlns:a16="http://schemas.microsoft.com/office/drawing/2014/main" id="{BFE2598B-0153-44E8-ADEA-067A5E36F512}"/>
              </a:ext>
            </a:extLst>
          </p:cNvPr>
          <p:cNvSpPr>
            <a:spLocks noGrp="1"/>
          </p:cNvSpPr>
          <p:nvPr/>
        </p:nvSpPr>
        <p:spPr>
          <a:xfrm>
            <a:off x="1836100" y="642600"/>
            <a:ext cx="119450" cy="292500"/>
          </a:xfrm>
          <a:custGeom>
            <a:avLst/>
            <a:gdLst/>
            <a:ahLst/>
            <a:cxnLst/>
            <a:rect l="l" t="t" r="r" b="b"/>
            <a:pathLst>
              <a:path w="4778" h="11700">
                <a:moveTo>
                  <a:pt x="3790" y="1"/>
                </a:moveTo>
                <a:cubicBezTo>
                  <a:pt x="3468" y="1"/>
                  <a:pt x="3158" y="211"/>
                  <a:pt x="3180" y="633"/>
                </a:cubicBezTo>
                <a:cubicBezTo>
                  <a:pt x="3535" y="4582"/>
                  <a:pt x="2603" y="7554"/>
                  <a:pt x="340" y="10793"/>
                </a:cubicBezTo>
                <a:cubicBezTo>
                  <a:pt x="0" y="11257"/>
                  <a:pt x="436" y="11700"/>
                  <a:pt x="882" y="11700"/>
                </a:cubicBezTo>
                <a:cubicBezTo>
                  <a:pt x="1075" y="11700"/>
                  <a:pt x="1271" y="11616"/>
                  <a:pt x="1405" y="11414"/>
                </a:cubicBezTo>
                <a:cubicBezTo>
                  <a:pt x="3801" y="7998"/>
                  <a:pt x="4777" y="4804"/>
                  <a:pt x="4467" y="633"/>
                </a:cubicBezTo>
                <a:cubicBezTo>
                  <a:pt x="4444" y="211"/>
                  <a:pt x="4112" y="1"/>
                  <a:pt x="3790" y="1"/>
                </a:cubicBezTo>
                <a:close/>
              </a:path>
            </a:pathLst>
          </a:custGeom>
          <a:solidFill>
            <a:srgbClr val="66451D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7" name="Google Shape;637;p26">
            <a:extLst>
              <a:ext uri="{FF2B5EF4-FFF2-40B4-BE49-F238E27FC236}">
                <a16:creationId xmlns:a16="http://schemas.microsoft.com/office/drawing/2014/main" id="{6504AF7D-AC3C-44BA-BD3C-41288F9DC15A}"/>
              </a:ext>
            </a:extLst>
          </p:cNvPr>
          <p:cNvSpPr>
            <a:spLocks noGrp="1"/>
          </p:cNvSpPr>
          <p:nvPr/>
        </p:nvSpPr>
        <p:spPr>
          <a:xfrm>
            <a:off x="1805375" y="755175"/>
            <a:ext cx="122825" cy="77525"/>
          </a:xfrm>
          <a:custGeom>
            <a:avLst/>
            <a:gdLst/>
            <a:ahLst/>
            <a:cxnLst/>
            <a:rect l="l" t="t" r="r" b="b"/>
            <a:pathLst>
              <a:path w="4913" h="3101">
                <a:moveTo>
                  <a:pt x="864" y="1"/>
                </a:moveTo>
                <a:cubicBezTo>
                  <a:pt x="424" y="1"/>
                  <a:pt x="0" y="627"/>
                  <a:pt x="371" y="1099"/>
                </a:cubicBezTo>
                <a:cubicBezTo>
                  <a:pt x="1214" y="2208"/>
                  <a:pt x="2457" y="2918"/>
                  <a:pt x="3832" y="3096"/>
                </a:cubicBezTo>
                <a:cubicBezTo>
                  <a:pt x="3861" y="3099"/>
                  <a:pt x="3888" y="3100"/>
                  <a:pt x="3916" y="3100"/>
                </a:cubicBezTo>
                <a:cubicBezTo>
                  <a:pt x="4651" y="3100"/>
                  <a:pt x="4913" y="1982"/>
                  <a:pt x="4143" y="1853"/>
                </a:cubicBezTo>
                <a:cubicBezTo>
                  <a:pt x="2989" y="1720"/>
                  <a:pt x="2013" y="1144"/>
                  <a:pt x="1259" y="212"/>
                </a:cubicBezTo>
                <a:cubicBezTo>
                  <a:pt x="1142" y="63"/>
                  <a:pt x="1002" y="1"/>
                  <a:pt x="864" y="1"/>
                </a:cubicBezTo>
                <a:close/>
              </a:path>
            </a:pathLst>
          </a:custGeom>
          <a:solidFill>
            <a:srgbClr val="66451D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8" name="Google Shape;638;p26">
            <a:extLst>
              <a:ext uri="{FF2B5EF4-FFF2-40B4-BE49-F238E27FC236}">
                <a16:creationId xmlns:a16="http://schemas.microsoft.com/office/drawing/2014/main" id="{ED4E330C-1D0A-4CD0-B0C7-9BDB21FE2888}"/>
              </a:ext>
            </a:extLst>
          </p:cNvPr>
          <p:cNvSpPr>
            <a:spLocks noGrp="1"/>
          </p:cNvSpPr>
          <p:nvPr/>
        </p:nvSpPr>
        <p:spPr>
          <a:xfrm>
            <a:off x="1569175" y="906675"/>
            <a:ext cx="270300" cy="184175"/>
          </a:xfrm>
          <a:custGeom>
            <a:avLst/>
            <a:gdLst/>
            <a:ahLst/>
            <a:cxnLst/>
            <a:rect l="l" t="t" r="r" b="b"/>
            <a:pathLst>
              <a:path w="10812" h="7367">
                <a:moveTo>
                  <a:pt x="873" y="1"/>
                </a:moveTo>
                <a:cubicBezTo>
                  <a:pt x="417" y="1"/>
                  <a:pt x="0" y="648"/>
                  <a:pt x="369" y="1118"/>
                </a:cubicBezTo>
                <a:cubicBezTo>
                  <a:pt x="1611" y="2626"/>
                  <a:pt x="2898" y="4090"/>
                  <a:pt x="4540" y="5155"/>
                </a:cubicBezTo>
                <a:cubicBezTo>
                  <a:pt x="6137" y="6176"/>
                  <a:pt x="8000" y="6752"/>
                  <a:pt x="9775" y="7329"/>
                </a:cubicBezTo>
                <a:cubicBezTo>
                  <a:pt x="9852" y="7355"/>
                  <a:pt x="9924" y="7366"/>
                  <a:pt x="9991" y="7366"/>
                </a:cubicBezTo>
                <a:cubicBezTo>
                  <a:pt x="10624" y="7366"/>
                  <a:pt x="10812" y="6332"/>
                  <a:pt x="10130" y="6131"/>
                </a:cubicBezTo>
                <a:cubicBezTo>
                  <a:pt x="8400" y="5554"/>
                  <a:pt x="6669" y="5022"/>
                  <a:pt x="5161" y="4046"/>
                </a:cubicBezTo>
                <a:cubicBezTo>
                  <a:pt x="3608" y="3070"/>
                  <a:pt x="2454" y="1606"/>
                  <a:pt x="1301" y="230"/>
                </a:cubicBezTo>
                <a:cubicBezTo>
                  <a:pt x="1171" y="68"/>
                  <a:pt x="1020" y="1"/>
                  <a:pt x="873" y="1"/>
                </a:cubicBezTo>
                <a:close/>
              </a:path>
            </a:pathLst>
          </a:custGeom>
          <a:solidFill>
            <a:srgbClr val="66451D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9" name="Google Shape;639;p26">
            <a:extLst>
              <a:ext uri="{FF2B5EF4-FFF2-40B4-BE49-F238E27FC236}">
                <a16:creationId xmlns:a16="http://schemas.microsoft.com/office/drawing/2014/main" id="{6B178CB9-E074-420C-BE39-636B6005AD28}"/>
              </a:ext>
            </a:extLst>
          </p:cNvPr>
          <p:cNvSpPr>
            <a:spLocks noGrp="1"/>
          </p:cNvSpPr>
          <p:nvPr/>
        </p:nvSpPr>
        <p:spPr>
          <a:xfrm>
            <a:off x="112025" y="539500"/>
            <a:ext cx="1068200" cy="638825"/>
          </a:xfrm>
          <a:custGeom>
            <a:avLst/>
            <a:gdLst/>
            <a:ahLst/>
            <a:cxnLst/>
            <a:rect l="l" t="t" r="r" b="b"/>
            <a:pathLst>
              <a:path w="42728" h="25553">
                <a:moveTo>
                  <a:pt x="1586" y="0"/>
                </a:moveTo>
                <a:cubicBezTo>
                  <a:pt x="1336" y="0"/>
                  <a:pt x="1083" y="136"/>
                  <a:pt x="977" y="453"/>
                </a:cubicBezTo>
                <a:cubicBezTo>
                  <a:pt x="1" y="3426"/>
                  <a:pt x="1021" y="8129"/>
                  <a:pt x="3062" y="10480"/>
                </a:cubicBezTo>
                <a:cubicBezTo>
                  <a:pt x="5369" y="13098"/>
                  <a:pt x="9718" y="14829"/>
                  <a:pt x="13045" y="15361"/>
                </a:cubicBezTo>
                <a:cubicBezTo>
                  <a:pt x="14026" y="15515"/>
                  <a:pt x="15008" y="15571"/>
                  <a:pt x="15992" y="15571"/>
                </a:cubicBezTo>
                <a:cubicBezTo>
                  <a:pt x="18614" y="15571"/>
                  <a:pt x="21244" y="15173"/>
                  <a:pt x="23866" y="15173"/>
                </a:cubicBezTo>
                <a:cubicBezTo>
                  <a:pt x="24801" y="15173"/>
                  <a:pt x="25734" y="15224"/>
                  <a:pt x="26666" y="15361"/>
                </a:cubicBezTo>
                <a:cubicBezTo>
                  <a:pt x="30482" y="15849"/>
                  <a:pt x="40686" y="18910"/>
                  <a:pt x="38157" y="24589"/>
                </a:cubicBezTo>
                <a:cubicBezTo>
                  <a:pt x="37946" y="25102"/>
                  <a:pt x="38370" y="25553"/>
                  <a:pt x="38775" y="25553"/>
                </a:cubicBezTo>
                <a:cubicBezTo>
                  <a:pt x="38966" y="25553"/>
                  <a:pt x="39153" y="25452"/>
                  <a:pt x="39266" y="25211"/>
                </a:cubicBezTo>
                <a:cubicBezTo>
                  <a:pt x="42727" y="17357"/>
                  <a:pt x="29062" y="13897"/>
                  <a:pt x="23826" y="13852"/>
                </a:cubicBezTo>
                <a:cubicBezTo>
                  <a:pt x="21431" y="13852"/>
                  <a:pt x="19035" y="14207"/>
                  <a:pt x="16595" y="14296"/>
                </a:cubicBezTo>
                <a:cubicBezTo>
                  <a:pt x="16493" y="14298"/>
                  <a:pt x="16392" y="14298"/>
                  <a:pt x="16291" y="14298"/>
                </a:cubicBezTo>
                <a:cubicBezTo>
                  <a:pt x="13574" y="14298"/>
                  <a:pt x="11133" y="13721"/>
                  <a:pt x="8608" y="12566"/>
                </a:cubicBezTo>
                <a:cubicBezTo>
                  <a:pt x="6434" y="11590"/>
                  <a:pt x="4172" y="10480"/>
                  <a:pt x="3107" y="8218"/>
                </a:cubicBezTo>
                <a:cubicBezTo>
                  <a:pt x="2131" y="6132"/>
                  <a:pt x="1465" y="2938"/>
                  <a:pt x="2175" y="764"/>
                </a:cubicBezTo>
                <a:cubicBezTo>
                  <a:pt x="2335" y="310"/>
                  <a:pt x="1965" y="0"/>
                  <a:pt x="1586" y="0"/>
                </a:cubicBezTo>
                <a:close/>
              </a:path>
            </a:pathLst>
          </a:custGeom>
          <a:solidFill>
            <a:srgbClr val="66451D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0" name="Google Shape;640;p26">
            <a:extLst>
              <a:ext uri="{FF2B5EF4-FFF2-40B4-BE49-F238E27FC236}">
                <a16:creationId xmlns:a16="http://schemas.microsoft.com/office/drawing/2014/main" id="{867B20E0-D640-48B9-80C6-D5C2C4A1D8DD}"/>
              </a:ext>
            </a:extLst>
          </p:cNvPr>
          <p:cNvSpPr>
            <a:spLocks noGrp="1"/>
          </p:cNvSpPr>
          <p:nvPr/>
        </p:nvSpPr>
        <p:spPr>
          <a:xfrm>
            <a:off x="323900" y="621525"/>
            <a:ext cx="119775" cy="292500"/>
          </a:xfrm>
          <a:custGeom>
            <a:avLst/>
            <a:gdLst/>
            <a:ahLst/>
            <a:cxnLst/>
            <a:rect l="l" t="t" r="r" b="b"/>
            <a:pathLst>
              <a:path w="4791" h="11700">
                <a:moveTo>
                  <a:pt x="1004" y="1"/>
                </a:moveTo>
                <a:cubicBezTo>
                  <a:pt x="688" y="1"/>
                  <a:pt x="355" y="212"/>
                  <a:pt x="311" y="633"/>
                </a:cubicBezTo>
                <a:cubicBezTo>
                  <a:pt x="0" y="4804"/>
                  <a:pt x="976" y="7998"/>
                  <a:pt x="3372" y="11414"/>
                </a:cubicBezTo>
                <a:cubicBezTo>
                  <a:pt x="3507" y="11616"/>
                  <a:pt x="3702" y="11700"/>
                  <a:pt x="3897" y="11700"/>
                </a:cubicBezTo>
                <a:cubicBezTo>
                  <a:pt x="4345" y="11700"/>
                  <a:pt x="4791" y="11257"/>
                  <a:pt x="4481" y="10793"/>
                </a:cubicBezTo>
                <a:cubicBezTo>
                  <a:pt x="2219" y="7554"/>
                  <a:pt x="1287" y="4582"/>
                  <a:pt x="1597" y="633"/>
                </a:cubicBezTo>
                <a:cubicBezTo>
                  <a:pt x="1620" y="212"/>
                  <a:pt x="1320" y="1"/>
                  <a:pt x="1004" y="1"/>
                </a:cubicBezTo>
                <a:close/>
              </a:path>
            </a:pathLst>
          </a:custGeom>
          <a:solidFill>
            <a:srgbClr val="66451D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1" name="Google Shape;641;p26">
            <a:extLst>
              <a:ext uri="{FF2B5EF4-FFF2-40B4-BE49-F238E27FC236}">
                <a16:creationId xmlns:a16="http://schemas.microsoft.com/office/drawing/2014/main" id="{671DD43C-718E-4BC1-A606-E43CA088238C}"/>
              </a:ext>
            </a:extLst>
          </p:cNvPr>
          <p:cNvSpPr>
            <a:spLocks noGrp="1"/>
          </p:cNvSpPr>
          <p:nvPr/>
        </p:nvSpPr>
        <p:spPr>
          <a:xfrm>
            <a:off x="351225" y="734100"/>
            <a:ext cx="123950" cy="77525"/>
          </a:xfrm>
          <a:custGeom>
            <a:avLst/>
            <a:gdLst/>
            <a:ahLst/>
            <a:cxnLst/>
            <a:rect l="l" t="t" r="r" b="b"/>
            <a:pathLst>
              <a:path w="4958" h="3101">
                <a:moveTo>
                  <a:pt x="4075" y="1"/>
                </a:moveTo>
                <a:cubicBezTo>
                  <a:pt x="3930" y="1"/>
                  <a:pt x="3782" y="63"/>
                  <a:pt x="3655" y="212"/>
                </a:cubicBezTo>
                <a:cubicBezTo>
                  <a:pt x="2945" y="1144"/>
                  <a:pt x="1969" y="1720"/>
                  <a:pt x="771" y="1853"/>
                </a:cubicBezTo>
                <a:cubicBezTo>
                  <a:pt x="1" y="1982"/>
                  <a:pt x="303" y="3100"/>
                  <a:pt x="1042" y="3100"/>
                </a:cubicBezTo>
                <a:cubicBezTo>
                  <a:pt x="1069" y="3100"/>
                  <a:pt x="1097" y="3099"/>
                  <a:pt x="1126" y="3096"/>
                </a:cubicBezTo>
                <a:cubicBezTo>
                  <a:pt x="2501" y="2918"/>
                  <a:pt x="3699" y="2208"/>
                  <a:pt x="4586" y="1099"/>
                </a:cubicBezTo>
                <a:cubicBezTo>
                  <a:pt x="4957" y="627"/>
                  <a:pt x="4533" y="1"/>
                  <a:pt x="4075" y="1"/>
                </a:cubicBezTo>
                <a:close/>
              </a:path>
            </a:pathLst>
          </a:custGeom>
          <a:solidFill>
            <a:srgbClr val="66451D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2" name="Google Shape;642;p26">
            <a:extLst>
              <a:ext uri="{FF2B5EF4-FFF2-40B4-BE49-F238E27FC236}">
                <a16:creationId xmlns:a16="http://schemas.microsoft.com/office/drawing/2014/main" id="{39FF2A4B-F223-4BA9-8C92-9426E5FCE336}"/>
              </a:ext>
            </a:extLst>
          </p:cNvPr>
          <p:cNvSpPr>
            <a:spLocks noGrp="1"/>
          </p:cNvSpPr>
          <p:nvPr/>
        </p:nvSpPr>
        <p:spPr>
          <a:xfrm>
            <a:off x="440050" y="885600"/>
            <a:ext cx="271050" cy="184175"/>
          </a:xfrm>
          <a:custGeom>
            <a:avLst/>
            <a:gdLst/>
            <a:ahLst/>
            <a:cxnLst/>
            <a:rect l="l" t="t" r="r" b="b"/>
            <a:pathLst>
              <a:path w="10842" h="7367">
                <a:moveTo>
                  <a:pt x="9979" y="1"/>
                </a:moveTo>
                <a:cubicBezTo>
                  <a:pt x="9833" y="1"/>
                  <a:pt x="9682" y="68"/>
                  <a:pt x="9552" y="230"/>
                </a:cubicBezTo>
                <a:cubicBezTo>
                  <a:pt x="8398" y="1606"/>
                  <a:pt x="7200" y="3025"/>
                  <a:pt x="5648" y="4046"/>
                </a:cubicBezTo>
                <a:cubicBezTo>
                  <a:pt x="4139" y="5022"/>
                  <a:pt x="2409" y="5554"/>
                  <a:pt x="723" y="6131"/>
                </a:cubicBezTo>
                <a:cubicBezTo>
                  <a:pt x="1" y="6332"/>
                  <a:pt x="222" y="7366"/>
                  <a:pt x="828" y="7366"/>
                </a:cubicBezTo>
                <a:cubicBezTo>
                  <a:pt x="892" y="7366"/>
                  <a:pt x="961" y="7355"/>
                  <a:pt x="1033" y="7329"/>
                </a:cubicBezTo>
                <a:cubicBezTo>
                  <a:pt x="2852" y="6752"/>
                  <a:pt x="4671" y="6176"/>
                  <a:pt x="6313" y="5155"/>
                </a:cubicBezTo>
                <a:cubicBezTo>
                  <a:pt x="7955" y="4090"/>
                  <a:pt x="9197" y="2582"/>
                  <a:pt x="10439" y="1118"/>
                </a:cubicBezTo>
                <a:cubicBezTo>
                  <a:pt x="10842" y="648"/>
                  <a:pt x="10433" y="1"/>
                  <a:pt x="9979" y="1"/>
                </a:cubicBezTo>
                <a:close/>
              </a:path>
            </a:pathLst>
          </a:custGeom>
          <a:solidFill>
            <a:srgbClr val="66451D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3" name="Google Shape;643;p26">
            <a:extLst>
              <a:ext uri="{FF2B5EF4-FFF2-40B4-BE49-F238E27FC236}">
                <a16:creationId xmlns:a16="http://schemas.microsoft.com/office/drawing/2014/main" id="{BFD69E26-B00A-4EB1-B534-AF94F4359C3A}"/>
              </a:ext>
            </a:extLst>
          </p:cNvPr>
          <p:cNvSpPr>
            <a:spLocks noGrp="1"/>
          </p:cNvSpPr>
          <p:nvPr/>
        </p:nvSpPr>
        <p:spPr>
          <a:xfrm>
            <a:off x="1158875" y="3149675"/>
            <a:ext cx="320825" cy="1526200"/>
          </a:xfrm>
          <a:custGeom>
            <a:avLst/>
            <a:gdLst/>
            <a:ahLst/>
            <a:cxnLst/>
            <a:rect l="l" t="t" r="r" b="b"/>
            <a:pathLst>
              <a:path w="12833" h="61048">
                <a:moveTo>
                  <a:pt x="6399" y="0"/>
                </a:moveTo>
                <a:cubicBezTo>
                  <a:pt x="4979" y="5458"/>
                  <a:pt x="3560" y="10471"/>
                  <a:pt x="2317" y="14775"/>
                </a:cubicBezTo>
                <a:cubicBezTo>
                  <a:pt x="4181" y="21341"/>
                  <a:pt x="6000" y="27864"/>
                  <a:pt x="6355" y="29416"/>
                </a:cubicBezTo>
                <a:cubicBezTo>
                  <a:pt x="7198" y="32744"/>
                  <a:pt x="4713" y="46853"/>
                  <a:pt x="2229" y="52665"/>
                </a:cubicBezTo>
                <a:cubicBezTo>
                  <a:pt x="1" y="57837"/>
                  <a:pt x="1768" y="61047"/>
                  <a:pt x="3949" y="61047"/>
                </a:cubicBezTo>
                <a:cubicBezTo>
                  <a:pt x="4200" y="61047"/>
                  <a:pt x="4457" y="61005"/>
                  <a:pt x="4713" y="60918"/>
                </a:cubicBezTo>
                <a:cubicBezTo>
                  <a:pt x="7198" y="60119"/>
                  <a:pt x="11368" y="39355"/>
                  <a:pt x="12167" y="33587"/>
                </a:cubicBezTo>
                <a:cubicBezTo>
                  <a:pt x="12832" y="29017"/>
                  <a:pt x="8351" y="8519"/>
                  <a:pt x="6399" y="0"/>
                </a:cubicBezTo>
                <a:close/>
              </a:path>
            </a:pathLst>
          </a:custGeom>
          <a:solidFill>
            <a:srgbClr val="E6C290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4" name="Google Shape;644;p26">
            <a:extLst>
              <a:ext uri="{FF2B5EF4-FFF2-40B4-BE49-F238E27FC236}">
                <a16:creationId xmlns:a16="http://schemas.microsoft.com/office/drawing/2014/main" id="{DA93EBE5-2BDB-4AE9-AA40-21B963FE8CBE}"/>
              </a:ext>
            </a:extLst>
          </p:cNvPr>
          <p:cNvSpPr>
            <a:spLocks noGrp="1"/>
          </p:cNvSpPr>
          <p:nvPr/>
        </p:nvSpPr>
        <p:spPr>
          <a:xfrm>
            <a:off x="1110300" y="3055400"/>
            <a:ext cx="208575" cy="463675"/>
          </a:xfrm>
          <a:custGeom>
            <a:avLst/>
            <a:gdLst/>
            <a:ahLst/>
            <a:cxnLst/>
            <a:rect l="l" t="t" r="r" b="b"/>
            <a:pathLst>
              <a:path w="8343" h="18547">
                <a:moveTo>
                  <a:pt x="7499" y="0"/>
                </a:moveTo>
                <a:lnTo>
                  <a:pt x="1" y="3328"/>
                </a:lnTo>
                <a:cubicBezTo>
                  <a:pt x="1" y="3328"/>
                  <a:pt x="2175" y="10959"/>
                  <a:pt x="4260" y="18546"/>
                </a:cubicBezTo>
                <a:cubicBezTo>
                  <a:pt x="5503" y="14242"/>
                  <a:pt x="6922" y="9229"/>
                  <a:pt x="8342" y="3771"/>
                </a:cubicBezTo>
                <a:cubicBezTo>
                  <a:pt x="7810" y="1464"/>
                  <a:pt x="7499" y="0"/>
                  <a:pt x="7499" y="0"/>
                </a:cubicBezTo>
                <a:close/>
              </a:path>
            </a:pathLst>
          </a:custGeom>
          <a:solidFill>
            <a:srgbClr val="E6C290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5" name="Google Shape;645;p26">
            <a:extLst>
              <a:ext uri="{FF2B5EF4-FFF2-40B4-BE49-F238E27FC236}">
                <a16:creationId xmlns:a16="http://schemas.microsoft.com/office/drawing/2014/main" id="{D1BA274C-C1A6-4F57-B4C6-4E5821868B50}"/>
              </a:ext>
            </a:extLst>
          </p:cNvPr>
          <p:cNvSpPr>
            <a:spLocks noGrp="1"/>
          </p:cNvSpPr>
          <p:nvPr/>
        </p:nvSpPr>
        <p:spPr>
          <a:xfrm>
            <a:off x="1099225" y="4599400"/>
            <a:ext cx="28850" cy="146450"/>
          </a:xfrm>
          <a:custGeom>
            <a:avLst/>
            <a:gdLst/>
            <a:ahLst/>
            <a:cxnLst/>
            <a:rect l="l" t="t" r="r" b="b"/>
            <a:pathLst>
              <a:path w="1154" h="5858">
                <a:moveTo>
                  <a:pt x="1154" y="0"/>
                </a:moveTo>
                <a:cubicBezTo>
                  <a:pt x="755" y="1953"/>
                  <a:pt x="311" y="4215"/>
                  <a:pt x="0" y="5857"/>
                </a:cubicBezTo>
                <a:lnTo>
                  <a:pt x="45" y="5857"/>
                </a:lnTo>
                <a:cubicBezTo>
                  <a:pt x="755" y="5635"/>
                  <a:pt x="1065" y="3328"/>
                  <a:pt x="1154" y="0"/>
                </a:cubicBezTo>
                <a:close/>
              </a:path>
            </a:pathLst>
          </a:custGeom>
          <a:solidFill>
            <a:srgbClr val="3D2A1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6" name="Google Shape;646;p26">
            <a:extLst>
              <a:ext uri="{FF2B5EF4-FFF2-40B4-BE49-F238E27FC236}">
                <a16:creationId xmlns:a16="http://schemas.microsoft.com/office/drawing/2014/main" id="{D18BF72A-05A2-4D8B-A79B-8E9B174AE07D}"/>
              </a:ext>
            </a:extLst>
          </p:cNvPr>
          <p:cNvSpPr>
            <a:spLocks noGrp="1"/>
          </p:cNvSpPr>
          <p:nvPr/>
        </p:nvSpPr>
        <p:spPr>
          <a:xfrm>
            <a:off x="1189075" y="3149675"/>
            <a:ext cx="276200" cy="1526275"/>
          </a:xfrm>
          <a:custGeom>
            <a:avLst/>
            <a:gdLst/>
            <a:ahLst/>
            <a:cxnLst/>
            <a:rect l="l" t="t" r="r" b="b"/>
            <a:pathLst>
              <a:path w="11048" h="61051">
                <a:moveTo>
                  <a:pt x="5191" y="0"/>
                </a:moveTo>
                <a:cubicBezTo>
                  <a:pt x="3771" y="5458"/>
                  <a:pt x="2352" y="10471"/>
                  <a:pt x="1109" y="14775"/>
                </a:cubicBezTo>
                <a:cubicBezTo>
                  <a:pt x="2973" y="21341"/>
                  <a:pt x="4792" y="27864"/>
                  <a:pt x="5147" y="29416"/>
                </a:cubicBezTo>
                <a:cubicBezTo>
                  <a:pt x="5280" y="29860"/>
                  <a:pt x="5324" y="30481"/>
                  <a:pt x="5324" y="31280"/>
                </a:cubicBezTo>
                <a:cubicBezTo>
                  <a:pt x="5324" y="36382"/>
                  <a:pt x="3195" y="47607"/>
                  <a:pt x="1021" y="52665"/>
                </a:cubicBezTo>
                <a:cubicBezTo>
                  <a:pt x="311" y="54351"/>
                  <a:pt x="0" y="55815"/>
                  <a:pt x="0" y="57058"/>
                </a:cubicBezTo>
                <a:cubicBezTo>
                  <a:pt x="0" y="59587"/>
                  <a:pt x="1287" y="61051"/>
                  <a:pt x="2751" y="61051"/>
                </a:cubicBezTo>
                <a:cubicBezTo>
                  <a:pt x="3017" y="61051"/>
                  <a:pt x="3239" y="61006"/>
                  <a:pt x="3505" y="60918"/>
                </a:cubicBezTo>
                <a:cubicBezTo>
                  <a:pt x="5990" y="60119"/>
                  <a:pt x="10160" y="39355"/>
                  <a:pt x="10959" y="33587"/>
                </a:cubicBezTo>
                <a:cubicBezTo>
                  <a:pt x="11003" y="33276"/>
                  <a:pt x="11048" y="32877"/>
                  <a:pt x="11048" y="32433"/>
                </a:cubicBezTo>
                <a:cubicBezTo>
                  <a:pt x="11048" y="26311"/>
                  <a:pt x="7010" y="7942"/>
                  <a:pt x="5191" y="0"/>
                </a:cubicBezTo>
                <a:close/>
              </a:path>
            </a:pathLst>
          </a:custGeom>
          <a:solidFill>
            <a:srgbClr val="DCAD74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7" name="Google Shape;647;p26">
            <a:extLst>
              <a:ext uri="{FF2B5EF4-FFF2-40B4-BE49-F238E27FC236}">
                <a16:creationId xmlns:a16="http://schemas.microsoft.com/office/drawing/2014/main" id="{5950A2CA-9B27-4A9F-AB78-671D7631FF63}"/>
              </a:ext>
            </a:extLst>
          </p:cNvPr>
          <p:cNvSpPr>
            <a:spLocks noGrp="1"/>
          </p:cNvSpPr>
          <p:nvPr/>
        </p:nvSpPr>
        <p:spPr>
          <a:xfrm>
            <a:off x="0" y="1536900"/>
            <a:ext cx="1173550" cy="1383200"/>
          </a:xfrm>
          <a:custGeom>
            <a:avLst/>
            <a:gdLst/>
            <a:ahLst/>
            <a:cxnLst/>
            <a:rect l="l" t="t" r="r" b="b"/>
            <a:pathLst>
              <a:path w="46942" h="55328">
                <a:moveTo>
                  <a:pt x="46454" y="0"/>
                </a:moveTo>
                <a:lnTo>
                  <a:pt x="46454" y="0"/>
                </a:lnTo>
                <a:cubicBezTo>
                  <a:pt x="45877" y="178"/>
                  <a:pt x="45123" y="355"/>
                  <a:pt x="44324" y="488"/>
                </a:cubicBezTo>
                <a:cubicBezTo>
                  <a:pt x="44147" y="4171"/>
                  <a:pt x="42771" y="28085"/>
                  <a:pt x="32833" y="34208"/>
                </a:cubicBezTo>
                <a:cubicBezTo>
                  <a:pt x="29638" y="36160"/>
                  <a:pt x="27420" y="36870"/>
                  <a:pt x="25335" y="36870"/>
                </a:cubicBezTo>
                <a:cubicBezTo>
                  <a:pt x="20410" y="36870"/>
                  <a:pt x="16417" y="32655"/>
                  <a:pt x="2973" y="30881"/>
                </a:cubicBezTo>
                <a:cubicBezTo>
                  <a:pt x="1953" y="30747"/>
                  <a:pt x="977" y="30659"/>
                  <a:pt x="1" y="30570"/>
                </a:cubicBezTo>
                <a:lnTo>
                  <a:pt x="1" y="54972"/>
                </a:lnTo>
                <a:cubicBezTo>
                  <a:pt x="3240" y="55194"/>
                  <a:pt x="6479" y="55327"/>
                  <a:pt x="9629" y="55327"/>
                </a:cubicBezTo>
                <a:cubicBezTo>
                  <a:pt x="17082" y="55327"/>
                  <a:pt x="24181" y="54617"/>
                  <a:pt x="29550" y="53153"/>
                </a:cubicBezTo>
                <a:cubicBezTo>
                  <a:pt x="46942" y="48450"/>
                  <a:pt x="46809" y="10693"/>
                  <a:pt x="46454" y="0"/>
                </a:cubicBezTo>
                <a:close/>
              </a:path>
            </a:pathLst>
          </a:custGeom>
          <a:solidFill>
            <a:srgbClr val="C1955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8" name="Google Shape;648;p26">
            <a:extLst>
              <a:ext uri="{FF2B5EF4-FFF2-40B4-BE49-F238E27FC236}">
                <a16:creationId xmlns:a16="http://schemas.microsoft.com/office/drawing/2014/main" id="{90C6BD4B-5C2B-4BE0-8BBF-18A479485462}"/>
              </a:ext>
            </a:extLst>
          </p:cNvPr>
          <p:cNvSpPr>
            <a:spLocks noGrp="1"/>
          </p:cNvSpPr>
          <p:nvPr/>
        </p:nvSpPr>
        <p:spPr>
          <a:xfrm>
            <a:off x="960575" y="4654850"/>
            <a:ext cx="164175" cy="110175"/>
          </a:xfrm>
          <a:custGeom>
            <a:avLst/>
            <a:gdLst/>
            <a:ahLst/>
            <a:cxnLst/>
            <a:rect l="l" t="t" r="r" b="b"/>
            <a:pathLst>
              <a:path w="6567" h="4407">
                <a:moveTo>
                  <a:pt x="6567" y="1"/>
                </a:moveTo>
                <a:cubicBezTo>
                  <a:pt x="5369" y="400"/>
                  <a:pt x="2396" y="1332"/>
                  <a:pt x="0" y="1554"/>
                </a:cubicBezTo>
                <a:cubicBezTo>
                  <a:pt x="435" y="3775"/>
                  <a:pt x="1434" y="4406"/>
                  <a:pt x="2591" y="4406"/>
                </a:cubicBezTo>
                <a:cubicBezTo>
                  <a:pt x="3560" y="4406"/>
                  <a:pt x="4640" y="3963"/>
                  <a:pt x="5591" y="3639"/>
                </a:cubicBezTo>
                <a:cubicBezTo>
                  <a:pt x="6123" y="3462"/>
                  <a:pt x="6434" y="2086"/>
                  <a:pt x="6567" y="1"/>
                </a:cubicBezTo>
                <a:close/>
              </a:path>
            </a:pathLst>
          </a:custGeom>
          <a:solidFill>
            <a:srgbClr val="3D2A1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9" name="Google Shape;649;p26">
            <a:extLst>
              <a:ext uri="{FF2B5EF4-FFF2-40B4-BE49-F238E27FC236}">
                <a16:creationId xmlns:a16="http://schemas.microsoft.com/office/drawing/2014/main" id="{3805AC74-AB17-4F16-B0BE-39F1B327D8A6}"/>
              </a:ext>
            </a:extLst>
          </p:cNvPr>
          <p:cNvSpPr>
            <a:spLocks noGrp="1"/>
          </p:cNvSpPr>
          <p:nvPr/>
        </p:nvSpPr>
        <p:spPr>
          <a:xfrm>
            <a:off x="433700" y="1079000"/>
            <a:ext cx="891825" cy="499625"/>
          </a:xfrm>
          <a:custGeom>
            <a:avLst/>
            <a:gdLst/>
            <a:ahLst/>
            <a:cxnLst/>
            <a:rect l="l" t="t" r="r" b="b"/>
            <a:pathLst>
              <a:path w="35673" h="19985">
                <a:moveTo>
                  <a:pt x="27224" y="0"/>
                </a:moveTo>
                <a:cubicBezTo>
                  <a:pt x="21180" y="0"/>
                  <a:pt x="16363" y="6739"/>
                  <a:pt x="11581" y="8334"/>
                </a:cubicBezTo>
                <a:cubicBezTo>
                  <a:pt x="6079" y="10153"/>
                  <a:pt x="1" y="13214"/>
                  <a:pt x="577" y="15033"/>
                </a:cubicBezTo>
                <a:cubicBezTo>
                  <a:pt x="1151" y="16753"/>
                  <a:pt x="3802" y="19984"/>
                  <a:pt x="10415" y="19984"/>
                </a:cubicBezTo>
                <a:cubicBezTo>
                  <a:pt x="10968" y="19984"/>
                  <a:pt x="11548" y="19962"/>
                  <a:pt x="12157" y="19914"/>
                </a:cubicBezTo>
                <a:cubicBezTo>
                  <a:pt x="17482" y="19514"/>
                  <a:pt x="23294" y="19381"/>
                  <a:pt x="26976" y="18804"/>
                </a:cubicBezTo>
                <a:cubicBezTo>
                  <a:pt x="28795" y="18494"/>
                  <a:pt x="30038" y="18095"/>
                  <a:pt x="30437" y="17473"/>
                </a:cubicBezTo>
                <a:lnTo>
                  <a:pt x="35317" y="10774"/>
                </a:lnTo>
                <a:cubicBezTo>
                  <a:pt x="35317" y="10774"/>
                  <a:pt x="35672" y="9354"/>
                  <a:pt x="35495" y="7535"/>
                </a:cubicBezTo>
                <a:cubicBezTo>
                  <a:pt x="35229" y="5050"/>
                  <a:pt x="34075" y="1812"/>
                  <a:pt x="29860" y="436"/>
                </a:cubicBezTo>
                <a:cubicBezTo>
                  <a:pt x="28955" y="134"/>
                  <a:pt x="28077" y="0"/>
                  <a:pt x="27224" y="0"/>
                </a:cubicBezTo>
                <a:close/>
              </a:path>
            </a:pathLst>
          </a:custGeom>
          <a:solidFill>
            <a:srgbClr val="E6C290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0" name="Google Shape;650;p26">
            <a:extLst>
              <a:ext uri="{FF2B5EF4-FFF2-40B4-BE49-F238E27FC236}">
                <a16:creationId xmlns:a16="http://schemas.microsoft.com/office/drawing/2014/main" id="{BEDE7BF2-17D1-4372-8CCC-FAF61E132C23}"/>
              </a:ext>
            </a:extLst>
          </p:cNvPr>
          <p:cNvSpPr>
            <a:spLocks noGrp="1"/>
          </p:cNvSpPr>
          <p:nvPr/>
        </p:nvSpPr>
        <p:spPr>
          <a:xfrm>
            <a:off x="432600" y="1433350"/>
            <a:ext cx="94600" cy="69200"/>
          </a:xfrm>
          <a:custGeom>
            <a:avLst/>
            <a:gdLst/>
            <a:ahLst/>
            <a:cxnLst/>
            <a:rect l="l" t="t" r="r" b="b"/>
            <a:pathLst>
              <a:path w="3784" h="2768">
                <a:moveTo>
                  <a:pt x="2723" y="0"/>
                </a:moveTo>
                <a:cubicBezTo>
                  <a:pt x="1877" y="0"/>
                  <a:pt x="673" y="98"/>
                  <a:pt x="444" y="327"/>
                </a:cubicBezTo>
                <a:cubicBezTo>
                  <a:pt x="0" y="770"/>
                  <a:pt x="1864" y="2767"/>
                  <a:pt x="1864" y="2767"/>
                </a:cubicBezTo>
                <a:cubicBezTo>
                  <a:pt x="1864" y="2767"/>
                  <a:pt x="2707" y="327"/>
                  <a:pt x="3461" y="149"/>
                </a:cubicBezTo>
                <a:cubicBezTo>
                  <a:pt x="3783" y="55"/>
                  <a:pt x="3353" y="0"/>
                  <a:pt x="2723" y="0"/>
                </a:cubicBezTo>
                <a:close/>
              </a:path>
            </a:pathLst>
          </a:custGeom>
          <a:solidFill>
            <a:srgbClr val="3D2A1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1" name="Google Shape;651;p26">
            <a:extLst>
              <a:ext uri="{FF2B5EF4-FFF2-40B4-BE49-F238E27FC236}">
                <a16:creationId xmlns:a16="http://schemas.microsoft.com/office/drawing/2014/main" id="{54975AA2-708C-40B0-8603-37AE1720AFFD}"/>
              </a:ext>
            </a:extLst>
          </p:cNvPr>
          <p:cNvSpPr>
            <a:spLocks noGrp="1"/>
          </p:cNvSpPr>
          <p:nvPr/>
        </p:nvSpPr>
        <p:spPr>
          <a:xfrm>
            <a:off x="992725" y="1219675"/>
            <a:ext cx="94325" cy="169725"/>
          </a:xfrm>
          <a:custGeom>
            <a:avLst/>
            <a:gdLst/>
            <a:ahLst/>
            <a:cxnLst/>
            <a:rect l="l" t="t" r="r" b="b"/>
            <a:pathLst>
              <a:path w="3773" h="6789">
                <a:moveTo>
                  <a:pt x="1864" y="0"/>
                </a:moveTo>
                <a:cubicBezTo>
                  <a:pt x="844" y="0"/>
                  <a:pt x="1" y="1509"/>
                  <a:pt x="1" y="3372"/>
                </a:cubicBezTo>
                <a:cubicBezTo>
                  <a:pt x="1" y="5236"/>
                  <a:pt x="844" y="6788"/>
                  <a:pt x="1864" y="6788"/>
                </a:cubicBezTo>
                <a:cubicBezTo>
                  <a:pt x="2929" y="6788"/>
                  <a:pt x="3772" y="5236"/>
                  <a:pt x="3772" y="3372"/>
                </a:cubicBezTo>
                <a:cubicBezTo>
                  <a:pt x="3772" y="1509"/>
                  <a:pt x="2929" y="0"/>
                  <a:pt x="1864" y="0"/>
                </a:cubicBezTo>
                <a:close/>
              </a:path>
            </a:pathLst>
          </a:custGeom>
          <a:solidFill>
            <a:srgbClr val="C1955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2" name="Google Shape;652;p26">
            <a:extLst>
              <a:ext uri="{FF2B5EF4-FFF2-40B4-BE49-F238E27FC236}">
                <a16:creationId xmlns:a16="http://schemas.microsoft.com/office/drawing/2014/main" id="{0B680838-31C8-412C-8FFD-EFC5F2F36A67}"/>
              </a:ext>
            </a:extLst>
          </p:cNvPr>
          <p:cNvSpPr>
            <a:spLocks noGrp="1"/>
          </p:cNvSpPr>
          <p:nvPr/>
        </p:nvSpPr>
        <p:spPr>
          <a:xfrm>
            <a:off x="999400" y="1251825"/>
            <a:ext cx="27750" cy="84325"/>
          </a:xfrm>
          <a:custGeom>
            <a:avLst/>
            <a:gdLst/>
            <a:ahLst/>
            <a:cxnLst/>
            <a:rect l="l" t="t" r="r" b="b"/>
            <a:pathLst>
              <a:path w="1110" h="3373">
                <a:moveTo>
                  <a:pt x="577" y="1"/>
                </a:moveTo>
                <a:cubicBezTo>
                  <a:pt x="266" y="1"/>
                  <a:pt x="0" y="755"/>
                  <a:pt x="0" y="1687"/>
                </a:cubicBezTo>
                <a:cubicBezTo>
                  <a:pt x="0" y="2619"/>
                  <a:pt x="266" y="3373"/>
                  <a:pt x="577" y="3373"/>
                </a:cubicBezTo>
                <a:cubicBezTo>
                  <a:pt x="888" y="3373"/>
                  <a:pt x="1109" y="2619"/>
                  <a:pt x="1109" y="1687"/>
                </a:cubicBezTo>
                <a:cubicBezTo>
                  <a:pt x="1109" y="755"/>
                  <a:pt x="888" y="1"/>
                  <a:pt x="577" y="1"/>
                </a:cubicBezTo>
                <a:close/>
              </a:path>
            </a:pathLst>
          </a:custGeom>
          <a:solidFill>
            <a:srgbClr val="3D2A1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3" name="Google Shape;653;p26">
            <a:extLst>
              <a:ext uri="{FF2B5EF4-FFF2-40B4-BE49-F238E27FC236}">
                <a16:creationId xmlns:a16="http://schemas.microsoft.com/office/drawing/2014/main" id="{F9B2FF93-525A-4640-9838-D4E4724FC976}"/>
              </a:ext>
            </a:extLst>
          </p:cNvPr>
          <p:cNvSpPr>
            <a:spLocks noGrp="1"/>
          </p:cNvSpPr>
          <p:nvPr/>
        </p:nvSpPr>
        <p:spPr>
          <a:xfrm>
            <a:off x="1213475" y="982300"/>
            <a:ext cx="368275" cy="158650"/>
          </a:xfrm>
          <a:custGeom>
            <a:avLst/>
            <a:gdLst/>
            <a:ahLst/>
            <a:cxnLst/>
            <a:rect l="l" t="t" r="r" b="b"/>
            <a:pathLst>
              <a:path w="14731" h="6346">
                <a:moveTo>
                  <a:pt x="11536" y="0"/>
                </a:moveTo>
                <a:cubicBezTo>
                  <a:pt x="8386" y="0"/>
                  <a:pt x="3816" y="1465"/>
                  <a:pt x="1997" y="2086"/>
                </a:cubicBezTo>
                <a:cubicBezTo>
                  <a:pt x="1553" y="2441"/>
                  <a:pt x="1109" y="2796"/>
                  <a:pt x="799" y="3195"/>
                </a:cubicBezTo>
                <a:lnTo>
                  <a:pt x="0" y="4837"/>
                </a:lnTo>
                <a:cubicBezTo>
                  <a:pt x="843" y="5280"/>
                  <a:pt x="1509" y="5768"/>
                  <a:pt x="2085" y="6345"/>
                </a:cubicBezTo>
                <a:cubicBezTo>
                  <a:pt x="4038" y="6301"/>
                  <a:pt x="6611" y="6123"/>
                  <a:pt x="8386" y="5724"/>
                </a:cubicBezTo>
                <a:cubicBezTo>
                  <a:pt x="11580" y="5014"/>
                  <a:pt x="14730" y="1154"/>
                  <a:pt x="14464" y="843"/>
                </a:cubicBezTo>
                <a:cubicBezTo>
                  <a:pt x="13887" y="222"/>
                  <a:pt x="12822" y="0"/>
                  <a:pt x="11536" y="0"/>
                </a:cubicBezTo>
                <a:close/>
              </a:path>
            </a:pathLst>
          </a:custGeom>
          <a:solidFill>
            <a:srgbClr val="D6C4A8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4" name="Google Shape;654;p26">
            <a:extLst>
              <a:ext uri="{FF2B5EF4-FFF2-40B4-BE49-F238E27FC236}">
                <a16:creationId xmlns:a16="http://schemas.microsoft.com/office/drawing/2014/main" id="{F60F1740-4914-48E2-9FC8-29A2FBFD1637}"/>
              </a:ext>
            </a:extLst>
          </p:cNvPr>
          <p:cNvSpPr>
            <a:spLocks noGrp="1"/>
          </p:cNvSpPr>
          <p:nvPr/>
        </p:nvSpPr>
        <p:spPr>
          <a:xfrm>
            <a:off x="1233425" y="1034425"/>
            <a:ext cx="29975" cy="27750"/>
          </a:xfrm>
          <a:custGeom>
            <a:avLst/>
            <a:gdLst/>
            <a:ahLst/>
            <a:cxnLst/>
            <a:rect l="l" t="t" r="r" b="b"/>
            <a:pathLst>
              <a:path w="1199" h="1110">
                <a:moveTo>
                  <a:pt x="1199" y="1"/>
                </a:moveTo>
                <a:lnTo>
                  <a:pt x="1199" y="1"/>
                </a:lnTo>
                <a:cubicBezTo>
                  <a:pt x="666" y="178"/>
                  <a:pt x="356" y="267"/>
                  <a:pt x="356" y="267"/>
                </a:cubicBezTo>
                <a:lnTo>
                  <a:pt x="1" y="1110"/>
                </a:lnTo>
                <a:cubicBezTo>
                  <a:pt x="311" y="711"/>
                  <a:pt x="755" y="356"/>
                  <a:pt x="1199" y="1"/>
                </a:cubicBezTo>
                <a:close/>
              </a:path>
            </a:pathLst>
          </a:custGeom>
          <a:solidFill>
            <a:srgbClr val="563513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5" name="Google Shape;655;p26">
            <a:extLst>
              <a:ext uri="{FF2B5EF4-FFF2-40B4-BE49-F238E27FC236}">
                <a16:creationId xmlns:a16="http://schemas.microsoft.com/office/drawing/2014/main" id="{2F4A4503-B6D1-49DB-834C-0BA39C484754}"/>
              </a:ext>
            </a:extLst>
          </p:cNvPr>
          <p:cNvSpPr>
            <a:spLocks noGrp="1"/>
          </p:cNvSpPr>
          <p:nvPr/>
        </p:nvSpPr>
        <p:spPr>
          <a:xfrm>
            <a:off x="1194600" y="1103200"/>
            <a:ext cx="71025" cy="38850"/>
          </a:xfrm>
          <a:custGeom>
            <a:avLst/>
            <a:gdLst/>
            <a:ahLst/>
            <a:cxnLst/>
            <a:rect l="l" t="t" r="r" b="b"/>
            <a:pathLst>
              <a:path w="2841" h="1554">
                <a:moveTo>
                  <a:pt x="755" y="1"/>
                </a:moveTo>
                <a:lnTo>
                  <a:pt x="1" y="1553"/>
                </a:lnTo>
                <a:lnTo>
                  <a:pt x="223" y="1553"/>
                </a:lnTo>
                <a:cubicBezTo>
                  <a:pt x="622" y="1553"/>
                  <a:pt x="1598" y="1553"/>
                  <a:pt x="2840" y="1509"/>
                </a:cubicBezTo>
                <a:cubicBezTo>
                  <a:pt x="2264" y="932"/>
                  <a:pt x="1598" y="444"/>
                  <a:pt x="755" y="1"/>
                </a:cubicBezTo>
                <a:close/>
              </a:path>
            </a:pathLst>
          </a:custGeom>
          <a:solidFill>
            <a:srgbClr val="C1955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6" name="Google Shape;656;p26">
            <a:extLst>
              <a:ext uri="{FF2B5EF4-FFF2-40B4-BE49-F238E27FC236}">
                <a16:creationId xmlns:a16="http://schemas.microsoft.com/office/drawing/2014/main" id="{82B9EDB0-0A00-41D5-B1CC-A4971A73898E}"/>
              </a:ext>
            </a:extLst>
          </p:cNvPr>
          <p:cNvSpPr>
            <a:spLocks noGrp="1"/>
          </p:cNvSpPr>
          <p:nvPr/>
        </p:nvSpPr>
        <p:spPr>
          <a:xfrm>
            <a:off x="1221225" y="1017800"/>
            <a:ext cx="342775" cy="147200"/>
          </a:xfrm>
          <a:custGeom>
            <a:avLst/>
            <a:gdLst/>
            <a:ahLst/>
            <a:cxnLst/>
            <a:rect l="l" t="t" r="r" b="b"/>
            <a:pathLst>
              <a:path w="13711" h="5888">
                <a:moveTo>
                  <a:pt x="13710" y="0"/>
                </a:moveTo>
                <a:lnTo>
                  <a:pt x="13710" y="0"/>
                </a:lnTo>
                <a:cubicBezTo>
                  <a:pt x="11270" y="1731"/>
                  <a:pt x="45" y="3905"/>
                  <a:pt x="1" y="4126"/>
                </a:cubicBezTo>
                <a:lnTo>
                  <a:pt x="578" y="4614"/>
                </a:lnTo>
                <a:cubicBezTo>
                  <a:pt x="578" y="4614"/>
                  <a:pt x="3913" y="5888"/>
                  <a:pt x="6707" y="5888"/>
                </a:cubicBezTo>
                <a:cubicBezTo>
                  <a:pt x="7601" y="5888"/>
                  <a:pt x="8440" y="5757"/>
                  <a:pt x="9096" y="5413"/>
                </a:cubicBezTo>
                <a:cubicBezTo>
                  <a:pt x="11802" y="3993"/>
                  <a:pt x="13710" y="1"/>
                  <a:pt x="13710" y="0"/>
                </a:cubicBezTo>
                <a:close/>
              </a:path>
            </a:pathLst>
          </a:custGeom>
          <a:solidFill>
            <a:srgbClr val="E6C290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7" name="Google Shape;657;p26">
            <a:extLst>
              <a:ext uri="{FF2B5EF4-FFF2-40B4-BE49-F238E27FC236}">
                <a16:creationId xmlns:a16="http://schemas.microsoft.com/office/drawing/2014/main" id="{1F429F34-CAAE-4113-8E97-C7BCEEBDCF8B}"/>
              </a:ext>
            </a:extLst>
          </p:cNvPr>
          <p:cNvSpPr>
            <a:spLocks noGrp="1"/>
          </p:cNvSpPr>
          <p:nvPr/>
        </p:nvSpPr>
        <p:spPr>
          <a:xfrm>
            <a:off x="537975" y="2560700"/>
            <a:ext cx="53250" cy="21100"/>
          </a:xfrm>
          <a:custGeom>
            <a:avLst/>
            <a:gdLst/>
            <a:ahLst/>
            <a:cxnLst/>
            <a:rect l="l" t="t" r="r" b="b"/>
            <a:pathLst>
              <a:path w="2130" h="844">
                <a:moveTo>
                  <a:pt x="1065" y="0"/>
                </a:moveTo>
                <a:cubicBezTo>
                  <a:pt x="488" y="0"/>
                  <a:pt x="0" y="178"/>
                  <a:pt x="0" y="399"/>
                </a:cubicBezTo>
                <a:cubicBezTo>
                  <a:pt x="0" y="621"/>
                  <a:pt x="488" y="843"/>
                  <a:pt x="1065" y="843"/>
                </a:cubicBezTo>
                <a:cubicBezTo>
                  <a:pt x="1642" y="843"/>
                  <a:pt x="2130" y="621"/>
                  <a:pt x="2130" y="399"/>
                </a:cubicBezTo>
                <a:cubicBezTo>
                  <a:pt x="2130" y="178"/>
                  <a:pt x="1642" y="0"/>
                  <a:pt x="1065" y="0"/>
                </a:cubicBezTo>
                <a:close/>
              </a:path>
            </a:pathLst>
          </a:custGeom>
          <a:solidFill>
            <a:srgbClr val="E6C290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8" name="Google Shape;658;p26">
            <a:extLst>
              <a:ext uri="{FF2B5EF4-FFF2-40B4-BE49-F238E27FC236}">
                <a16:creationId xmlns:a16="http://schemas.microsoft.com/office/drawing/2014/main" id="{78124D87-5EAF-4A88-943C-D80304380BD0}"/>
              </a:ext>
            </a:extLst>
          </p:cNvPr>
          <p:cNvSpPr>
            <a:spLocks noGrp="1"/>
          </p:cNvSpPr>
          <p:nvPr/>
        </p:nvSpPr>
        <p:spPr>
          <a:xfrm>
            <a:off x="275100" y="2444225"/>
            <a:ext cx="52150" cy="10000"/>
          </a:xfrm>
          <a:custGeom>
            <a:avLst/>
            <a:gdLst/>
            <a:ahLst/>
            <a:cxnLst/>
            <a:rect l="l" t="t" r="r" b="b"/>
            <a:pathLst>
              <a:path w="2086" h="400">
                <a:moveTo>
                  <a:pt x="1021" y="0"/>
                </a:moveTo>
                <a:cubicBezTo>
                  <a:pt x="444" y="0"/>
                  <a:pt x="0" y="89"/>
                  <a:pt x="0" y="222"/>
                </a:cubicBezTo>
                <a:cubicBezTo>
                  <a:pt x="0" y="311"/>
                  <a:pt x="444" y="400"/>
                  <a:pt x="1021" y="400"/>
                </a:cubicBezTo>
                <a:cubicBezTo>
                  <a:pt x="1642" y="400"/>
                  <a:pt x="2085" y="311"/>
                  <a:pt x="2085" y="222"/>
                </a:cubicBezTo>
                <a:cubicBezTo>
                  <a:pt x="2085" y="89"/>
                  <a:pt x="1642" y="0"/>
                  <a:pt x="1021" y="0"/>
                </a:cubicBezTo>
                <a:close/>
              </a:path>
            </a:pathLst>
          </a:custGeom>
          <a:solidFill>
            <a:srgbClr val="E6C290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9" name="Google Shape;659;p26">
            <a:extLst>
              <a:ext uri="{FF2B5EF4-FFF2-40B4-BE49-F238E27FC236}">
                <a16:creationId xmlns:a16="http://schemas.microsoft.com/office/drawing/2014/main" id="{53847B85-6E72-4EF9-A986-78841F6D29B3}"/>
              </a:ext>
            </a:extLst>
          </p:cNvPr>
          <p:cNvSpPr>
            <a:spLocks noGrp="1"/>
          </p:cNvSpPr>
          <p:nvPr/>
        </p:nvSpPr>
        <p:spPr>
          <a:xfrm>
            <a:off x="32175" y="2348825"/>
            <a:ext cx="63250" cy="11125"/>
          </a:xfrm>
          <a:custGeom>
            <a:avLst/>
            <a:gdLst/>
            <a:ahLst/>
            <a:cxnLst/>
            <a:rect l="l" t="t" r="r" b="b"/>
            <a:pathLst>
              <a:path w="2530" h="445">
                <a:moveTo>
                  <a:pt x="1243" y="1"/>
                </a:moveTo>
                <a:cubicBezTo>
                  <a:pt x="577" y="1"/>
                  <a:pt x="1" y="90"/>
                  <a:pt x="1" y="223"/>
                </a:cubicBezTo>
                <a:cubicBezTo>
                  <a:pt x="1" y="356"/>
                  <a:pt x="577" y="444"/>
                  <a:pt x="1243" y="444"/>
                </a:cubicBezTo>
                <a:cubicBezTo>
                  <a:pt x="1953" y="444"/>
                  <a:pt x="2529" y="356"/>
                  <a:pt x="2529" y="223"/>
                </a:cubicBezTo>
                <a:cubicBezTo>
                  <a:pt x="2529" y="90"/>
                  <a:pt x="1953" y="1"/>
                  <a:pt x="1243" y="1"/>
                </a:cubicBezTo>
                <a:close/>
              </a:path>
            </a:pathLst>
          </a:custGeom>
          <a:solidFill>
            <a:srgbClr val="E6C290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0" name="Google Shape;660;p26">
            <a:extLst>
              <a:ext uri="{FF2B5EF4-FFF2-40B4-BE49-F238E27FC236}">
                <a16:creationId xmlns:a16="http://schemas.microsoft.com/office/drawing/2014/main" id="{C540A0CC-EDBE-4282-B934-B45E371227AD}"/>
              </a:ext>
            </a:extLst>
          </p:cNvPr>
          <p:cNvSpPr>
            <a:spLocks noGrp="1"/>
          </p:cNvSpPr>
          <p:nvPr/>
        </p:nvSpPr>
        <p:spPr>
          <a:xfrm>
            <a:off x="32175" y="2486375"/>
            <a:ext cx="63250" cy="21100"/>
          </a:xfrm>
          <a:custGeom>
            <a:avLst/>
            <a:gdLst/>
            <a:ahLst/>
            <a:cxnLst/>
            <a:rect l="l" t="t" r="r" b="b"/>
            <a:pathLst>
              <a:path w="2530" h="844">
                <a:moveTo>
                  <a:pt x="1243" y="0"/>
                </a:moveTo>
                <a:cubicBezTo>
                  <a:pt x="577" y="0"/>
                  <a:pt x="1" y="178"/>
                  <a:pt x="1" y="400"/>
                </a:cubicBezTo>
                <a:cubicBezTo>
                  <a:pt x="1" y="666"/>
                  <a:pt x="577" y="843"/>
                  <a:pt x="1243" y="843"/>
                </a:cubicBezTo>
                <a:cubicBezTo>
                  <a:pt x="1953" y="843"/>
                  <a:pt x="2529" y="666"/>
                  <a:pt x="2529" y="400"/>
                </a:cubicBezTo>
                <a:cubicBezTo>
                  <a:pt x="2529" y="178"/>
                  <a:pt x="1953" y="0"/>
                  <a:pt x="1243" y="0"/>
                </a:cubicBezTo>
                <a:close/>
              </a:path>
            </a:pathLst>
          </a:custGeom>
          <a:solidFill>
            <a:srgbClr val="E6C290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1" name="Google Shape;661;p26">
            <a:extLst>
              <a:ext uri="{FF2B5EF4-FFF2-40B4-BE49-F238E27FC236}">
                <a16:creationId xmlns:a16="http://schemas.microsoft.com/office/drawing/2014/main" id="{3A95DF49-513B-4318-8B13-3ED29D8B1C98}"/>
              </a:ext>
            </a:extLst>
          </p:cNvPr>
          <p:cNvSpPr>
            <a:spLocks noGrp="1"/>
          </p:cNvSpPr>
          <p:nvPr/>
        </p:nvSpPr>
        <p:spPr>
          <a:xfrm>
            <a:off x="158625" y="2581775"/>
            <a:ext cx="63250" cy="21100"/>
          </a:xfrm>
          <a:custGeom>
            <a:avLst/>
            <a:gdLst/>
            <a:ahLst/>
            <a:cxnLst/>
            <a:rect l="l" t="t" r="r" b="b"/>
            <a:pathLst>
              <a:path w="2530" h="844">
                <a:moveTo>
                  <a:pt x="1243" y="0"/>
                </a:moveTo>
                <a:cubicBezTo>
                  <a:pt x="577" y="0"/>
                  <a:pt x="0" y="178"/>
                  <a:pt x="0" y="399"/>
                </a:cubicBezTo>
                <a:cubicBezTo>
                  <a:pt x="0" y="621"/>
                  <a:pt x="577" y="843"/>
                  <a:pt x="1243" y="843"/>
                </a:cubicBezTo>
                <a:cubicBezTo>
                  <a:pt x="1953" y="843"/>
                  <a:pt x="2529" y="621"/>
                  <a:pt x="2529" y="399"/>
                </a:cubicBezTo>
                <a:cubicBezTo>
                  <a:pt x="2529" y="178"/>
                  <a:pt x="1953" y="0"/>
                  <a:pt x="1243" y="0"/>
                </a:cubicBezTo>
                <a:close/>
              </a:path>
            </a:pathLst>
          </a:custGeom>
          <a:solidFill>
            <a:srgbClr val="E6C290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2" name="Google Shape;662;p26">
            <a:extLst>
              <a:ext uri="{FF2B5EF4-FFF2-40B4-BE49-F238E27FC236}">
                <a16:creationId xmlns:a16="http://schemas.microsoft.com/office/drawing/2014/main" id="{D65B20ED-1592-4D56-9ACF-CC351C2BAFE9}"/>
              </a:ext>
            </a:extLst>
          </p:cNvPr>
          <p:cNvSpPr>
            <a:spLocks noGrp="1"/>
          </p:cNvSpPr>
          <p:nvPr/>
        </p:nvSpPr>
        <p:spPr>
          <a:xfrm>
            <a:off x="0" y="2574000"/>
            <a:ext cx="11125" cy="15550"/>
          </a:xfrm>
          <a:custGeom>
            <a:avLst/>
            <a:gdLst/>
            <a:ahLst/>
            <a:cxnLst/>
            <a:rect l="l" t="t" r="r" b="b"/>
            <a:pathLst>
              <a:path w="445" h="622">
                <a:moveTo>
                  <a:pt x="1" y="1"/>
                </a:moveTo>
                <a:lnTo>
                  <a:pt x="1" y="622"/>
                </a:lnTo>
                <a:cubicBezTo>
                  <a:pt x="267" y="533"/>
                  <a:pt x="445" y="400"/>
                  <a:pt x="445" y="311"/>
                </a:cubicBezTo>
                <a:cubicBezTo>
                  <a:pt x="445" y="178"/>
                  <a:pt x="267" y="45"/>
                  <a:pt x="1" y="1"/>
                </a:cubicBezTo>
                <a:close/>
              </a:path>
            </a:pathLst>
          </a:custGeom>
          <a:solidFill>
            <a:srgbClr val="E6C290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3" name="Google Shape;663;p26">
            <a:extLst>
              <a:ext uri="{FF2B5EF4-FFF2-40B4-BE49-F238E27FC236}">
                <a16:creationId xmlns:a16="http://schemas.microsoft.com/office/drawing/2014/main" id="{46EB1C80-D88A-4829-8E20-5BB62D5BB379}"/>
              </a:ext>
            </a:extLst>
          </p:cNvPr>
          <p:cNvSpPr>
            <a:spLocks noGrp="1"/>
          </p:cNvSpPr>
          <p:nvPr/>
        </p:nvSpPr>
        <p:spPr>
          <a:xfrm>
            <a:off x="359375" y="2528525"/>
            <a:ext cx="63250" cy="21100"/>
          </a:xfrm>
          <a:custGeom>
            <a:avLst/>
            <a:gdLst/>
            <a:ahLst/>
            <a:cxnLst/>
            <a:rect l="l" t="t" r="r" b="b"/>
            <a:pathLst>
              <a:path w="2530" h="844">
                <a:moveTo>
                  <a:pt x="1243" y="0"/>
                </a:moveTo>
                <a:cubicBezTo>
                  <a:pt x="578" y="0"/>
                  <a:pt x="1" y="178"/>
                  <a:pt x="1" y="444"/>
                </a:cubicBezTo>
                <a:cubicBezTo>
                  <a:pt x="1" y="666"/>
                  <a:pt x="578" y="843"/>
                  <a:pt x="1243" y="843"/>
                </a:cubicBezTo>
                <a:cubicBezTo>
                  <a:pt x="1953" y="843"/>
                  <a:pt x="2530" y="666"/>
                  <a:pt x="2530" y="444"/>
                </a:cubicBezTo>
                <a:cubicBezTo>
                  <a:pt x="2530" y="178"/>
                  <a:pt x="1953" y="0"/>
                  <a:pt x="1243" y="0"/>
                </a:cubicBezTo>
                <a:close/>
              </a:path>
            </a:pathLst>
          </a:custGeom>
          <a:solidFill>
            <a:srgbClr val="E6C290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4" name="Google Shape;664;p26">
            <a:extLst>
              <a:ext uri="{FF2B5EF4-FFF2-40B4-BE49-F238E27FC236}">
                <a16:creationId xmlns:a16="http://schemas.microsoft.com/office/drawing/2014/main" id="{3FAF5F47-65E5-465F-9609-544E44B3DAF9}"/>
              </a:ext>
            </a:extLst>
          </p:cNvPr>
          <p:cNvSpPr>
            <a:spLocks noGrp="1"/>
          </p:cNvSpPr>
          <p:nvPr/>
        </p:nvSpPr>
        <p:spPr>
          <a:xfrm>
            <a:off x="443675" y="2475275"/>
            <a:ext cx="63250" cy="21100"/>
          </a:xfrm>
          <a:custGeom>
            <a:avLst/>
            <a:gdLst/>
            <a:ahLst/>
            <a:cxnLst/>
            <a:rect l="l" t="t" r="r" b="b"/>
            <a:pathLst>
              <a:path w="2530" h="844">
                <a:moveTo>
                  <a:pt x="1243" y="1"/>
                </a:moveTo>
                <a:cubicBezTo>
                  <a:pt x="578" y="1"/>
                  <a:pt x="1" y="223"/>
                  <a:pt x="1" y="444"/>
                </a:cubicBezTo>
                <a:cubicBezTo>
                  <a:pt x="1" y="666"/>
                  <a:pt x="578" y="844"/>
                  <a:pt x="1243" y="844"/>
                </a:cubicBezTo>
                <a:cubicBezTo>
                  <a:pt x="1953" y="844"/>
                  <a:pt x="2530" y="666"/>
                  <a:pt x="2530" y="444"/>
                </a:cubicBezTo>
                <a:cubicBezTo>
                  <a:pt x="2530" y="223"/>
                  <a:pt x="1953" y="1"/>
                  <a:pt x="1243" y="1"/>
                </a:cubicBezTo>
                <a:close/>
              </a:path>
            </a:pathLst>
          </a:custGeom>
          <a:solidFill>
            <a:srgbClr val="E6C290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5" name="Google Shape;665;p26">
            <a:extLst>
              <a:ext uri="{FF2B5EF4-FFF2-40B4-BE49-F238E27FC236}">
                <a16:creationId xmlns:a16="http://schemas.microsoft.com/office/drawing/2014/main" id="{1354BBEC-F0C6-4774-AA9E-6E3282B59F56}"/>
              </a:ext>
            </a:extLst>
          </p:cNvPr>
          <p:cNvSpPr>
            <a:spLocks noGrp="1"/>
          </p:cNvSpPr>
          <p:nvPr/>
        </p:nvSpPr>
        <p:spPr>
          <a:xfrm>
            <a:off x="537975" y="2645000"/>
            <a:ext cx="64350" cy="21100"/>
          </a:xfrm>
          <a:custGeom>
            <a:avLst/>
            <a:gdLst/>
            <a:ahLst/>
            <a:cxnLst/>
            <a:rect l="l" t="t" r="r" b="b"/>
            <a:pathLst>
              <a:path w="2574" h="844">
                <a:moveTo>
                  <a:pt x="1287" y="0"/>
                </a:moveTo>
                <a:cubicBezTo>
                  <a:pt x="577" y="0"/>
                  <a:pt x="0" y="178"/>
                  <a:pt x="0" y="399"/>
                </a:cubicBezTo>
                <a:cubicBezTo>
                  <a:pt x="0" y="621"/>
                  <a:pt x="577" y="843"/>
                  <a:pt x="1287" y="843"/>
                </a:cubicBezTo>
                <a:cubicBezTo>
                  <a:pt x="1997" y="843"/>
                  <a:pt x="2574" y="621"/>
                  <a:pt x="2574" y="399"/>
                </a:cubicBezTo>
                <a:cubicBezTo>
                  <a:pt x="2574" y="178"/>
                  <a:pt x="1997" y="0"/>
                  <a:pt x="1287" y="0"/>
                </a:cubicBezTo>
                <a:close/>
              </a:path>
            </a:pathLst>
          </a:custGeom>
          <a:solidFill>
            <a:srgbClr val="E6C290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6" name="Google Shape;666;p26">
            <a:extLst>
              <a:ext uri="{FF2B5EF4-FFF2-40B4-BE49-F238E27FC236}">
                <a16:creationId xmlns:a16="http://schemas.microsoft.com/office/drawing/2014/main" id="{684169C5-9D22-4958-8BFD-BC6D93E96376}"/>
              </a:ext>
            </a:extLst>
          </p:cNvPr>
          <p:cNvSpPr>
            <a:spLocks noGrp="1"/>
          </p:cNvSpPr>
          <p:nvPr/>
        </p:nvSpPr>
        <p:spPr>
          <a:xfrm>
            <a:off x="254025" y="2528525"/>
            <a:ext cx="52150" cy="32200"/>
          </a:xfrm>
          <a:custGeom>
            <a:avLst/>
            <a:gdLst/>
            <a:ahLst/>
            <a:cxnLst/>
            <a:rect l="l" t="t" r="r" b="b"/>
            <a:pathLst>
              <a:path w="2086" h="1288">
                <a:moveTo>
                  <a:pt x="1021" y="0"/>
                </a:moveTo>
                <a:cubicBezTo>
                  <a:pt x="444" y="0"/>
                  <a:pt x="0" y="267"/>
                  <a:pt x="0" y="622"/>
                </a:cubicBezTo>
                <a:cubicBezTo>
                  <a:pt x="0" y="977"/>
                  <a:pt x="444" y="1287"/>
                  <a:pt x="1021" y="1287"/>
                </a:cubicBezTo>
                <a:cubicBezTo>
                  <a:pt x="1642" y="1287"/>
                  <a:pt x="2085" y="977"/>
                  <a:pt x="2085" y="622"/>
                </a:cubicBezTo>
                <a:cubicBezTo>
                  <a:pt x="2085" y="267"/>
                  <a:pt x="1642" y="0"/>
                  <a:pt x="1021" y="0"/>
                </a:cubicBezTo>
                <a:close/>
              </a:path>
            </a:pathLst>
          </a:custGeom>
          <a:solidFill>
            <a:srgbClr val="E6C290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7" name="Google Shape;667;p26">
            <a:extLst>
              <a:ext uri="{FF2B5EF4-FFF2-40B4-BE49-F238E27FC236}">
                <a16:creationId xmlns:a16="http://schemas.microsoft.com/office/drawing/2014/main" id="{73100F6B-65BC-4D8F-9B51-57FA940310A0}"/>
              </a:ext>
            </a:extLst>
          </p:cNvPr>
          <p:cNvSpPr>
            <a:spLocks noGrp="1"/>
          </p:cNvSpPr>
          <p:nvPr/>
        </p:nvSpPr>
        <p:spPr>
          <a:xfrm>
            <a:off x="158625" y="2390975"/>
            <a:ext cx="53275" cy="11125"/>
          </a:xfrm>
          <a:custGeom>
            <a:avLst/>
            <a:gdLst/>
            <a:ahLst/>
            <a:cxnLst/>
            <a:rect l="l" t="t" r="r" b="b"/>
            <a:pathLst>
              <a:path w="2131" h="445">
                <a:moveTo>
                  <a:pt x="1065" y="1"/>
                </a:moveTo>
                <a:cubicBezTo>
                  <a:pt x="488" y="1"/>
                  <a:pt x="0" y="90"/>
                  <a:pt x="0" y="223"/>
                </a:cubicBezTo>
                <a:cubicBezTo>
                  <a:pt x="0" y="356"/>
                  <a:pt x="488" y="444"/>
                  <a:pt x="1065" y="444"/>
                </a:cubicBezTo>
                <a:cubicBezTo>
                  <a:pt x="1642" y="444"/>
                  <a:pt x="2130" y="356"/>
                  <a:pt x="2130" y="223"/>
                </a:cubicBezTo>
                <a:cubicBezTo>
                  <a:pt x="2130" y="90"/>
                  <a:pt x="1642" y="1"/>
                  <a:pt x="1065" y="1"/>
                </a:cubicBezTo>
                <a:close/>
              </a:path>
            </a:pathLst>
          </a:custGeom>
          <a:solidFill>
            <a:srgbClr val="E6C290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8" name="Google Shape;668;p26">
            <a:extLst>
              <a:ext uri="{FF2B5EF4-FFF2-40B4-BE49-F238E27FC236}">
                <a16:creationId xmlns:a16="http://schemas.microsoft.com/office/drawing/2014/main" id="{6339B318-56EF-427D-A3CB-131160BA92A4}"/>
              </a:ext>
            </a:extLst>
          </p:cNvPr>
          <p:cNvSpPr>
            <a:spLocks noGrp="1"/>
          </p:cNvSpPr>
          <p:nvPr/>
        </p:nvSpPr>
        <p:spPr>
          <a:xfrm>
            <a:off x="327225" y="2645000"/>
            <a:ext cx="63250" cy="21100"/>
          </a:xfrm>
          <a:custGeom>
            <a:avLst/>
            <a:gdLst/>
            <a:ahLst/>
            <a:cxnLst/>
            <a:rect l="l" t="t" r="r" b="b"/>
            <a:pathLst>
              <a:path w="2530" h="844">
                <a:moveTo>
                  <a:pt x="1287" y="0"/>
                </a:moveTo>
                <a:cubicBezTo>
                  <a:pt x="577" y="0"/>
                  <a:pt x="0" y="178"/>
                  <a:pt x="0" y="399"/>
                </a:cubicBezTo>
                <a:cubicBezTo>
                  <a:pt x="0" y="621"/>
                  <a:pt x="577" y="843"/>
                  <a:pt x="1287" y="843"/>
                </a:cubicBezTo>
                <a:cubicBezTo>
                  <a:pt x="1953" y="843"/>
                  <a:pt x="2529" y="621"/>
                  <a:pt x="2529" y="399"/>
                </a:cubicBezTo>
                <a:cubicBezTo>
                  <a:pt x="2529" y="178"/>
                  <a:pt x="1953" y="0"/>
                  <a:pt x="1287" y="0"/>
                </a:cubicBezTo>
                <a:close/>
              </a:path>
            </a:pathLst>
          </a:custGeom>
          <a:solidFill>
            <a:srgbClr val="E6C290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9" name="Google Shape;669;p26">
            <a:extLst>
              <a:ext uri="{FF2B5EF4-FFF2-40B4-BE49-F238E27FC236}">
                <a16:creationId xmlns:a16="http://schemas.microsoft.com/office/drawing/2014/main" id="{7A37433F-244F-4D55-9D21-5E92B651DC71}"/>
              </a:ext>
            </a:extLst>
          </p:cNvPr>
          <p:cNvSpPr>
            <a:spLocks noGrp="1"/>
          </p:cNvSpPr>
          <p:nvPr/>
        </p:nvSpPr>
        <p:spPr>
          <a:xfrm>
            <a:off x="665525" y="2507450"/>
            <a:ext cx="63250" cy="21100"/>
          </a:xfrm>
          <a:custGeom>
            <a:avLst/>
            <a:gdLst/>
            <a:ahLst/>
            <a:cxnLst/>
            <a:rect l="l" t="t" r="r" b="b"/>
            <a:pathLst>
              <a:path w="2530" h="844">
                <a:moveTo>
                  <a:pt x="1243" y="0"/>
                </a:moveTo>
                <a:cubicBezTo>
                  <a:pt x="533" y="0"/>
                  <a:pt x="0" y="178"/>
                  <a:pt x="0" y="400"/>
                </a:cubicBezTo>
                <a:cubicBezTo>
                  <a:pt x="0" y="666"/>
                  <a:pt x="533" y="843"/>
                  <a:pt x="1243" y="843"/>
                </a:cubicBezTo>
                <a:cubicBezTo>
                  <a:pt x="1953" y="843"/>
                  <a:pt x="2529" y="666"/>
                  <a:pt x="2529" y="400"/>
                </a:cubicBezTo>
                <a:cubicBezTo>
                  <a:pt x="2529" y="178"/>
                  <a:pt x="1953" y="0"/>
                  <a:pt x="1243" y="0"/>
                </a:cubicBezTo>
                <a:close/>
              </a:path>
            </a:pathLst>
          </a:custGeom>
          <a:solidFill>
            <a:srgbClr val="E6C290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0" name="Google Shape;670;p26">
            <a:extLst>
              <a:ext uri="{FF2B5EF4-FFF2-40B4-BE49-F238E27FC236}">
                <a16:creationId xmlns:a16="http://schemas.microsoft.com/office/drawing/2014/main" id="{365EBD58-04B5-4399-A2DC-4FABF0A50A20}"/>
              </a:ext>
            </a:extLst>
          </p:cNvPr>
          <p:cNvSpPr>
            <a:spLocks noGrp="1"/>
          </p:cNvSpPr>
          <p:nvPr/>
        </p:nvSpPr>
        <p:spPr>
          <a:xfrm>
            <a:off x="0" y="2359925"/>
            <a:ext cx="32200" cy="25"/>
          </a:xfrm>
          <a:custGeom>
            <a:avLst/>
            <a:gdLst/>
            <a:ahLst/>
            <a:cxnLst/>
            <a:rect l="l" t="t" r="r" b="b"/>
            <a:pathLst>
              <a:path w="1288" h="1">
                <a:moveTo>
                  <a:pt x="1" y="0"/>
                </a:moveTo>
                <a:lnTo>
                  <a:pt x="666" y="0"/>
                </a:lnTo>
                <a:lnTo>
                  <a:pt x="1288" y="0"/>
                </a:lnTo>
                <a:lnTo>
                  <a:pt x="666" y="0"/>
                </a:lnTo>
                <a:lnTo>
                  <a:pt x="1" y="0"/>
                </a:lnTo>
                <a:close/>
              </a:path>
            </a:pathLst>
          </a:custGeom>
          <a:solidFill>
            <a:srgbClr val="E6C290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2" name="Google Shape;672;p26">
            <a:extLst>
              <a:ext uri="{FF2B5EF4-FFF2-40B4-BE49-F238E27FC236}">
                <a16:creationId xmlns:a16="http://schemas.microsoft.com/office/drawing/2014/main" id="{32D73B0F-B93B-4797-88B8-5C9CD35ACD21}"/>
              </a:ext>
            </a:extLst>
          </p:cNvPr>
          <p:cNvSpPr>
            <a:spLocks noGrp="1"/>
          </p:cNvSpPr>
          <p:nvPr/>
        </p:nvSpPr>
        <p:spPr>
          <a:xfrm flipH="1">
            <a:off x="11848" y="3810810"/>
            <a:ext cx="1355142" cy="1084760"/>
          </a:xfrm>
          <a:custGeom>
            <a:avLst/>
            <a:gdLst/>
            <a:ahLst/>
            <a:cxnLst/>
            <a:rect l="l" t="t" r="r" b="b"/>
            <a:pathLst>
              <a:path w="31500" h="25215">
                <a:moveTo>
                  <a:pt x="3702" y="1"/>
                </a:moveTo>
                <a:cubicBezTo>
                  <a:pt x="2458" y="1"/>
                  <a:pt x="1221" y="88"/>
                  <a:pt x="0" y="266"/>
                </a:cubicBezTo>
                <a:cubicBezTo>
                  <a:pt x="1598" y="3256"/>
                  <a:pt x="3653" y="5973"/>
                  <a:pt x="5250" y="8940"/>
                </a:cubicBezTo>
                <a:cubicBezTo>
                  <a:pt x="7168" y="12615"/>
                  <a:pt x="9405" y="16518"/>
                  <a:pt x="12691" y="19325"/>
                </a:cubicBezTo>
                <a:cubicBezTo>
                  <a:pt x="17462" y="23274"/>
                  <a:pt x="25588" y="24598"/>
                  <a:pt x="31499" y="25214"/>
                </a:cubicBezTo>
                <a:cubicBezTo>
                  <a:pt x="31479" y="10329"/>
                  <a:pt x="17249" y="1"/>
                  <a:pt x="3702" y="1"/>
                </a:cubicBezTo>
                <a:close/>
              </a:path>
            </a:pathLst>
          </a:custGeom>
          <a:solidFill>
            <a:srgbClr val="11564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3" name="Google Shape;673;p26">
            <a:extLst>
              <a:ext uri="{FF2B5EF4-FFF2-40B4-BE49-F238E27FC236}">
                <a16:creationId xmlns:a16="http://schemas.microsoft.com/office/drawing/2014/main" id="{CA14A33C-44D9-4814-A0A1-2C1E30CB7ADA}"/>
              </a:ext>
            </a:extLst>
          </p:cNvPr>
          <p:cNvSpPr>
            <a:spLocks noGrp="1"/>
          </p:cNvSpPr>
          <p:nvPr/>
        </p:nvSpPr>
        <p:spPr>
          <a:xfrm flipH="1">
            <a:off x="11" y="3941380"/>
            <a:ext cx="1135523" cy="940039"/>
          </a:xfrm>
          <a:custGeom>
            <a:avLst/>
            <a:gdLst/>
            <a:ahLst/>
            <a:cxnLst/>
            <a:rect l="l" t="t" r="r" b="b"/>
            <a:pathLst>
              <a:path w="26395" h="21851">
                <a:moveTo>
                  <a:pt x="480" y="1"/>
                </a:moveTo>
                <a:cubicBezTo>
                  <a:pt x="186" y="1"/>
                  <a:pt x="0" y="446"/>
                  <a:pt x="304" y="655"/>
                </a:cubicBezTo>
                <a:cubicBezTo>
                  <a:pt x="4960" y="3851"/>
                  <a:pt x="8932" y="7845"/>
                  <a:pt x="13406" y="11246"/>
                </a:cubicBezTo>
                <a:cubicBezTo>
                  <a:pt x="17674" y="14487"/>
                  <a:pt x="22330" y="17454"/>
                  <a:pt x="25686" y="21723"/>
                </a:cubicBezTo>
                <a:cubicBezTo>
                  <a:pt x="25753" y="21813"/>
                  <a:pt x="25835" y="21850"/>
                  <a:pt x="25915" y="21850"/>
                </a:cubicBezTo>
                <a:cubicBezTo>
                  <a:pt x="26160" y="21850"/>
                  <a:pt x="26394" y="21501"/>
                  <a:pt x="26188" y="21243"/>
                </a:cubicBezTo>
                <a:cubicBezTo>
                  <a:pt x="22970" y="17158"/>
                  <a:pt x="18587" y="14236"/>
                  <a:pt x="14456" y="11177"/>
                </a:cubicBezTo>
                <a:cubicBezTo>
                  <a:pt x="9708" y="7640"/>
                  <a:pt x="5554" y="3417"/>
                  <a:pt x="669" y="62"/>
                </a:cubicBezTo>
                <a:cubicBezTo>
                  <a:pt x="604" y="19"/>
                  <a:pt x="540" y="1"/>
                  <a:pt x="480" y="1"/>
                </a:cubicBezTo>
                <a:close/>
              </a:path>
            </a:pathLst>
          </a:custGeom>
          <a:solidFill>
            <a:srgbClr val="46AA9E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4" name="Google Shape;674;p26">
            <a:extLst>
              <a:ext uri="{FF2B5EF4-FFF2-40B4-BE49-F238E27FC236}">
                <a16:creationId xmlns:a16="http://schemas.microsoft.com/office/drawing/2014/main" id="{7CD35B73-8E64-4882-ADD6-A2AE2B738F93}"/>
              </a:ext>
            </a:extLst>
          </p:cNvPr>
          <p:cNvSpPr>
            <a:spLocks noGrp="1"/>
          </p:cNvSpPr>
          <p:nvPr/>
        </p:nvSpPr>
        <p:spPr>
          <a:xfrm flipH="1">
            <a:off x="120835" y="4740373"/>
            <a:ext cx="16735" cy="15789"/>
          </a:xfrm>
          <a:custGeom>
            <a:avLst/>
            <a:gdLst/>
            <a:ahLst/>
            <a:cxnLst/>
            <a:rect l="l" t="t" r="r" b="b"/>
            <a:pathLst>
              <a:path w="389" h="367">
                <a:moveTo>
                  <a:pt x="1" y="1"/>
                </a:moveTo>
                <a:cubicBezTo>
                  <a:pt x="24" y="138"/>
                  <a:pt x="24" y="252"/>
                  <a:pt x="46" y="366"/>
                </a:cubicBezTo>
                <a:cubicBezTo>
                  <a:pt x="161" y="252"/>
                  <a:pt x="275" y="138"/>
                  <a:pt x="389" y="24"/>
                </a:cubicBezTo>
                <a:cubicBezTo>
                  <a:pt x="252" y="24"/>
                  <a:pt x="138" y="24"/>
                  <a:pt x="1" y="1"/>
                </a:cubicBezTo>
                <a:close/>
              </a:path>
            </a:pathLst>
          </a:custGeom>
          <a:solidFill>
            <a:srgbClr val="46AA9E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5" name="Google Shape;675;p26">
            <a:extLst>
              <a:ext uri="{FF2B5EF4-FFF2-40B4-BE49-F238E27FC236}">
                <a16:creationId xmlns:a16="http://schemas.microsoft.com/office/drawing/2014/main" id="{86209643-9202-4A8B-B6FE-9861E2A71FED}"/>
              </a:ext>
            </a:extLst>
          </p:cNvPr>
          <p:cNvSpPr>
            <a:spLocks noGrp="1"/>
          </p:cNvSpPr>
          <p:nvPr/>
        </p:nvSpPr>
        <p:spPr>
          <a:xfrm flipH="1">
            <a:off x="91370" y="4515673"/>
            <a:ext cx="297571" cy="255283"/>
          </a:xfrm>
          <a:custGeom>
            <a:avLst/>
            <a:gdLst/>
            <a:ahLst/>
            <a:cxnLst/>
            <a:rect l="l" t="t" r="r" b="b"/>
            <a:pathLst>
              <a:path w="6917" h="5934">
                <a:moveTo>
                  <a:pt x="5844" y="5224"/>
                </a:moveTo>
                <a:lnTo>
                  <a:pt x="5844" y="5224"/>
                </a:lnTo>
                <a:cubicBezTo>
                  <a:pt x="5981" y="5247"/>
                  <a:pt x="6095" y="5247"/>
                  <a:pt x="6232" y="5247"/>
                </a:cubicBezTo>
                <a:cubicBezTo>
                  <a:pt x="6118" y="5361"/>
                  <a:pt x="6004" y="5475"/>
                  <a:pt x="5889" y="5589"/>
                </a:cubicBezTo>
                <a:cubicBezTo>
                  <a:pt x="5867" y="5475"/>
                  <a:pt x="5867" y="5361"/>
                  <a:pt x="5844" y="5224"/>
                </a:cubicBezTo>
                <a:close/>
                <a:moveTo>
                  <a:pt x="5509" y="1"/>
                </a:moveTo>
                <a:cubicBezTo>
                  <a:pt x="5265" y="1"/>
                  <a:pt x="5029" y="244"/>
                  <a:pt x="5205" y="499"/>
                </a:cubicBezTo>
                <a:cubicBezTo>
                  <a:pt x="6163" y="1891"/>
                  <a:pt x="5730" y="3626"/>
                  <a:pt x="5844" y="5224"/>
                </a:cubicBezTo>
                <a:cubicBezTo>
                  <a:pt x="4041" y="5155"/>
                  <a:pt x="2237" y="5201"/>
                  <a:pt x="457" y="5064"/>
                </a:cubicBezTo>
                <a:cubicBezTo>
                  <a:pt x="450" y="5064"/>
                  <a:pt x="442" y="5064"/>
                  <a:pt x="435" y="5064"/>
                </a:cubicBezTo>
                <a:cubicBezTo>
                  <a:pt x="1" y="5064"/>
                  <a:pt x="8" y="5727"/>
                  <a:pt x="457" y="5772"/>
                </a:cubicBezTo>
                <a:cubicBezTo>
                  <a:pt x="2374" y="5909"/>
                  <a:pt x="4314" y="5817"/>
                  <a:pt x="6232" y="5931"/>
                </a:cubicBezTo>
                <a:cubicBezTo>
                  <a:pt x="6241" y="5933"/>
                  <a:pt x="6250" y="5933"/>
                  <a:pt x="6260" y="5933"/>
                </a:cubicBezTo>
                <a:cubicBezTo>
                  <a:pt x="6414" y="5933"/>
                  <a:pt x="6596" y="5761"/>
                  <a:pt x="6574" y="5589"/>
                </a:cubicBezTo>
                <a:cubicBezTo>
                  <a:pt x="6323" y="3763"/>
                  <a:pt x="6917" y="1777"/>
                  <a:pt x="5798" y="157"/>
                </a:cubicBezTo>
                <a:cubicBezTo>
                  <a:pt x="5722" y="46"/>
                  <a:pt x="5615" y="1"/>
                  <a:pt x="5509" y="1"/>
                </a:cubicBezTo>
                <a:close/>
              </a:path>
            </a:pathLst>
          </a:custGeom>
          <a:solidFill>
            <a:srgbClr val="46AA9E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6" name="Google Shape;676;p26">
            <a:extLst>
              <a:ext uri="{FF2B5EF4-FFF2-40B4-BE49-F238E27FC236}">
                <a16:creationId xmlns:a16="http://schemas.microsoft.com/office/drawing/2014/main" id="{41DAEBF0-D9BF-4CAA-866E-ECCAC62CF001}"/>
              </a:ext>
            </a:extLst>
          </p:cNvPr>
          <p:cNvSpPr>
            <a:spLocks noGrp="1"/>
          </p:cNvSpPr>
          <p:nvPr/>
        </p:nvSpPr>
        <p:spPr>
          <a:xfrm flipH="1">
            <a:off x="246499" y="4631400"/>
            <a:ext cx="18713" cy="18671"/>
          </a:xfrm>
          <a:custGeom>
            <a:avLst/>
            <a:gdLst/>
            <a:ahLst/>
            <a:cxnLst/>
            <a:rect l="l" t="t" r="r" b="b"/>
            <a:pathLst>
              <a:path w="435" h="434">
                <a:moveTo>
                  <a:pt x="0" y="0"/>
                </a:moveTo>
                <a:cubicBezTo>
                  <a:pt x="0" y="160"/>
                  <a:pt x="0" y="297"/>
                  <a:pt x="0" y="434"/>
                </a:cubicBezTo>
                <a:cubicBezTo>
                  <a:pt x="137" y="320"/>
                  <a:pt x="297" y="206"/>
                  <a:pt x="434" y="92"/>
                </a:cubicBezTo>
                <a:cubicBezTo>
                  <a:pt x="297" y="69"/>
                  <a:pt x="137" y="46"/>
                  <a:pt x="0" y="0"/>
                </a:cubicBezTo>
                <a:close/>
              </a:path>
            </a:pathLst>
          </a:custGeom>
          <a:solidFill>
            <a:srgbClr val="46AA9E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7" name="Google Shape;677;p26">
            <a:extLst>
              <a:ext uri="{FF2B5EF4-FFF2-40B4-BE49-F238E27FC236}">
                <a16:creationId xmlns:a16="http://schemas.microsoft.com/office/drawing/2014/main" id="{75799B9F-A3D2-4E28-BAEE-6F61C963B34E}"/>
              </a:ext>
            </a:extLst>
          </p:cNvPr>
          <p:cNvSpPr>
            <a:spLocks noGrp="1"/>
          </p:cNvSpPr>
          <p:nvPr/>
        </p:nvSpPr>
        <p:spPr>
          <a:xfrm flipH="1">
            <a:off x="231794" y="4350298"/>
            <a:ext cx="392819" cy="314866"/>
          </a:xfrm>
          <a:custGeom>
            <a:avLst/>
            <a:gdLst/>
            <a:ahLst/>
            <a:cxnLst/>
            <a:rect l="l" t="t" r="r" b="b"/>
            <a:pathLst>
              <a:path w="9131" h="7319">
                <a:moveTo>
                  <a:pt x="7246" y="0"/>
                </a:moveTo>
                <a:cubicBezTo>
                  <a:pt x="7010" y="0"/>
                  <a:pt x="6757" y="260"/>
                  <a:pt x="6916" y="531"/>
                </a:cubicBezTo>
                <a:cubicBezTo>
                  <a:pt x="7852" y="2312"/>
                  <a:pt x="8354" y="4503"/>
                  <a:pt x="8354" y="6534"/>
                </a:cubicBezTo>
                <a:cubicBezTo>
                  <a:pt x="8491" y="6580"/>
                  <a:pt x="8651" y="6603"/>
                  <a:pt x="8788" y="6626"/>
                </a:cubicBezTo>
                <a:cubicBezTo>
                  <a:pt x="8651" y="6740"/>
                  <a:pt x="8491" y="6854"/>
                  <a:pt x="8354" y="6968"/>
                </a:cubicBezTo>
                <a:cubicBezTo>
                  <a:pt x="8354" y="6831"/>
                  <a:pt x="8354" y="6694"/>
                  <a:pt x="8354" y="6534"/>
                </a:cubicBezTo>
                <a:cubicBezTo>
                  <a:pt x="6091" y="6078"/>
                  <a:pt x="3793" y="5759"/>
                  <a:pt x="1475" y="5759"/>
                </a:cubicBezTo>
                <a:cubicBezTo>
                  <a:pt x="1128" y="5759"/>
                  <a:pt x="781" y="5766"/>
                  <a:pt x="434" y="5781"/>
                </a:cubicBezTo>
                <a:cubicBezTo>
                  <a:pt x="7" y="5781"/>
                  <a:pt x="1" y="6466"/>
                  <a:pt x="414" y="6466"/>
                </a:cubicBezTo>
                <a:cubicBezTo>
                  <a:pt x="420" y="6466"/>
                  <a:pt x="427" y="6466"/>
                  <a:pt x="434" y="6466"/>
                </a:cubicBezTo>
                <a:cubicBezTo>
                  <a:pt x="774" y="6452"/>
                  <a:pt x="1113" y="6445"/>
                  <a:pt x="1451" y="6445"/>
                </a:cubicBezTo>
                <a:cubicBezTo>
                  <a:pt x="3864" y="6445"/>
                  <a:pt x="6243" y="6790"/>
                  <a:pt x="8606" y="7310"/>
                </a:cubicBezTo>
                <a:cubicBezTo>
                  <a:pt x="8632" y="7316"/>
                  <a:pt x="8658" y="7318"/>
                  <a:pt x="8684" y="7318"/>
                </a:cubicBezTo>
                <a:cubicBezTo>
                  <a:pt x="8879" y="7318"/>
                  <a:pt x="9039" y="7170"/>
                  <a:pt x="9039" y="6968"/>
                </a:cubicBezTo>
                <a:cubicBezTo>
                  <a:pt x="9131" y="4685"/>
                  <a:pt x="8583" y="2175"/>
                  <a:pt x="7510" y="166"/>
                </a:cubicBezTo>
                <a:cubicBezTo>
                  <a:pt x="7448" y="49"/>
                  <a:pt x="7349" y="0"/>
                  <a:pt x="7246" y="0"/>
                </a:cubicBezTo>
                <a:close/>
              </a:path>
            </a:pathLst>
          </a:custGeom>
          <a:solidFill>
            <a:srgbClr val="46AA9E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8" name="Google Shape;678;p26">
            <a:extLst>
              <a:ext uri="{FF2B5EF4-FFF2-40B4-BE49-F238E27FC236}">
                <a16:creationId xmlns:a16="http://schemas.microsoft.com/office/drawing/2014/main" id="{B092B343-0C6C-4CA5-BE8C-4AC4569F6F74}"/>
              </a:ext>
            </a:extLst>
          </p:cNvPr>
          <p:cNvSpPr>
            <a:spLocks noGrp="1"/>
          </p:cNvSpPr>
          <p:nvPr/>
        </p:nvSpPr>
        <p:spPr>
          <a:xfrm flipH="1">
            <a:off x="468453" y="4143409"/>
            <a:ext cx="312241" cy="333881"/>
          </a:xfrm>
          <a:custGeom>
            <a:avLst/>
            <a:gdLst/>
            <a:ahLst/>
            <a:cxnLst/>
            <a:rect l="l" t="t" r="r" b="b"/>
            <a:pathLst>
              <a:path w="7258" h="7761">
                <a:moveTo>
                  <a:pt x="5332" y="1"/>
                </a:moveTo>
                <a:cubicBezTo>
                  <a:pt x="5104" y="1"/>
                  <a:pt x="4857" y="257"/>
                  <a:pt x="4998" y="524"/>
                </a:cubicBezTo>
                <a:cubicBezTo>
                  <a:pt x="5774" y="2168"/>
                  <a:pt x="6116" y="4130"/>
                  <a:pt x="6276" y="5934"/>
                </a:cubicBezTo>
                <a:cubicBezTo>
                  <a:pt x="6299" y="6230"/>
                  <a:pt x="6299" y="6527"/>
                  <a:pt x="6276" y="6824"/>
                </a:cubicBezTo>
                <a:cubicBezTo>
                  <a:pt x="6276" y="6938"/>
                  <a:pt x="5888" y="6967"/>
                  <a:pt x="5477" y="6967"/>
                </a:cubicBezTo>
                <a:cubicBezTo>
                  <a:pt x="5066" y="6967"/>
                  <a:pt x="4633" y="6938"/>
                  <a:pt x="4541" y="6938"/>
                </a:cubicBezTo>
                <a:cubicBezTo>
                  <a:pt x="3195" y="6961"/>
                  <a:pt x="1825" y="7006"/>
                  <a:pt x="456" y="7052"/>
                </a:cubicBezTo>
                <a:cubicBezTo>
                  <a:pt x="29" y="7075"/>
                  <a:pt x="0" y="7760"/>
                  <a:pt x="434" y="7760"/>
                </a:cubicBezTo>
                <a:cubicBezTo>
                  <a:pt x="441" y="7760"/>
                  <a:pt x="448" y="7760"/>
                  <a:pt x="456" y="7760"/>
                </a:cubicBezTo>
                <a:cubicBezTo>
                  <a:pt x="2215" y="7700"/>
                  <a:pt x="3991" y="7641"/>
                  <a:pt x="5755" y="7641"/>
                </a:cubicBezTo>
                <a:cubicBezTo>
                  <a:pt x="6028" y="7641"/>
                  <a:pt x="6301" y="7643"/>
                  <a:pt x="6573" y="7646"/>
                </a:cubicBezTo>
                <a:cubicBezTo>
                  <a:pt x="6710" y="7646"/>
                  <a:pt x="6892" y="7531"/>
                  <a:pt x="6915" y="7395"/>
                </a:cubicBezTo>
                <a:cubicBezTo>
                  <a:pt x="7258" y="5089"/>
                  <a:pt x="6573" y="2259"/>
                  <a:pt x="5591" y="182"/>
                </a:cubicBezTo>
                <a:cubicBezTo>
                  <a:pt x="5534" y="54"/>
                  <a:pt x="5435" y="1"/>
                  <a:pt x="5332" y="1"/>
                </a:cubicBezTo>
                <a:close/>
              </a:path>
            </a:pathLst>
          </a:custGeom>
          <a:solidFill>
            <a:srgbClr val="46AA9E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9" name="Google Shape;679;p26">
            <a:extLst>
              <a:ext uri="{FF2B5EF4-FFF2-40B4-BE49-F238E27FC236}">
                <a16:creationId xmlns:a16="http://schemas.microsoft.com/office/drawing/2014/main" id="{40566F9C-5754-4144-B50B-BBE233D228DF}"/>
              </a:ext>
            </a:extLst>
          </p:cNvPr>
          <p:cNvSpPr>
            <a:spLocks noGrp="1"/>
          </p:cNvSpPr>
          <p:nvPr/>
        </p:nvSpPr>
        <p:spPr>
          <a:xfrm flipH="1">
            <a:off x="683510" y="4282798"/>
            <a:ext cx="14756" cy="14756"/>
          </a:xfrm>
          <a:custGeom>
            <a:avLst/>
            <a:gdLst/>
            <a:ahLst/>
            <a:cxnLst/>
            <a:rect l="l" t="t" r="r" b="b"/>
            <a:pathLst>
              <a:path w="343" h="343">
                <a:moveTo>
                  <a:pt x="1" y="0"/>
                </a:moveTo>
                <a:cubicBezTo>
                  <a:pt x="1" y="114"/>
                  <a:pt x="1" y="229"/>
                  <a:pt x="1" y="343"/>
                </a:cubicBezTo>
                <a:cubicBezTo>
                  <a:pt x="115" y="229"/>
                  <a:pt x="229" y="114"/>
                  <a:pt x="343" y="0"/>
                </a:cubicBezTo>
                <a:close/>
              </a:path>
            </a:pathLst>
          </a:custGeom>
          <a:solidFill>
            <a:srgbClr val="46AA9E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0" name="Google Shape;680;p26">
            <a:extLst>
              <a:ext uri="{FF2B5EF4-FFF2-40B4-BE49-F238E27FC236}">
                <a16:creationId xmlns:a16="http://schemas.microsoft.com/office/drawing/2014/main" id="{8FFA61C2-7E27-4B5D-A847-8DD20C9468F9}"/>
              </a:ext>
            </a:extLst>
          </p:cNvPr>
          <p:cNvSpPr>
            <a:spLocks noGrp="1"/>
          </p:cNvSpPr>
          <p:nvPr/>
        </p:nvSpPr>
        <p:spPr>
          <a:xfrm flipH="1">
            <a:off x="665834" y="4069714"/>
            <a:ext cx="276922" cy="243538"/>
          </a:xfrm>
          <a:custGeom>
            <a:avLst/>
            <a:gdLst/>
            <a:ahLst/>
            <a:cxnLst/>
            <a:rect l="l" t="t" r="r" b="b"/>
            <a:pathLst>
              <a:path w="6437" h="5661">
                <a:moveTo>
                  <a:pt x="5963" y="0"/>
                </a:moveTo>
                <a:cubicBezTo>
                  <a:pt x="5792" y="0"/>
                  <a:pt x="5626" y="114"/>
                  <a:pt x="5638" y="343"/>
                </a:cubicBezTo>
                <a:cubicBezTo>
                  <a:pt x="5684" y="1872"/>
                  <a:pt x="5729" y="3401"/>
                  <a:pt x="5684" y="4953"/>
                </a:cubicBezTo>
                <a:lnTo>
                  <a:pt x="6026" y="4953"/>
                </a:lnTo>
                <a:cubicBezTo>
                  <a:pt x="5912" y="5067"/>
                  <a:pt x="5798" y="5182"/>
                  <a:pt x="5684" y="5296"/>
                </a:cubicBezTo>
                <a:cubicBezTo>
                  <a:pt x="5684" y="5182"/>
                  <a:pt x="5684" y="5067"/>
                  <a:pt x="5684" y="4953"/>
                </a:cubicBezTo>
                <a:cubicBezTo>
                  <a:pt x="5105" y="4923"/>
                  <a:pt x="4525" y="4913"/>
                  <a:pt x="3942" y="4913"/>
                </a:cubicBezTo>
                <a:cubicBezTo>
                  <a:pt x="2777" y="4913"/>
                  <a:pt x="1605" y="4953"/>
                  <a:pt x="434" y="4953"/>
                </a:cubicBezTo>
                <a:cubicBezTo>
                  <a:pt x="0" y="4953"/>
                  <a:pt x="0" y="5661"/>
                  <a:pt x="434" y="5661"/>
                </a:cubicBezTo>
                <a:cubicBezTo>
                  <a:pt x="1771" y="5661"/>
                  <a:pt x="3096" y="5603"/>
                  <a:pt x="4426" y="5603"/>
                </a:cubicBezTo>
                <a:cubicBezTo>
                  <a:pt x="4958" y="5603"/>
                  <a:pt x="5491" y="5612"/>
                  <a:pt x="6026" y="5638"/>
                </a:cubicBezTo>
                <a:cubicBezTo>
                  <a:pt x="6036" y="5639"/>
                  <a:pt x="6047" y="5640"/>
                  <a:pt x="6057" y="5640"/>
                </a:cubicBezTo>
                <a:cubicBezTo>
                  <a:pt x="6226" y="5640"/>
                  <a:pt x="6368" y="5468"/>
                  <a:pt x="6368" y="5296"/>
                </a:cubicBezTo>
                <a:cubicBezTo>
                  <a:pt x="6437" y="3652"/>
                  <a:pt x="6391" y="1986"/>
                  <a:pt x="6323" y="343"/>
                </a:cubicBezTo>
                <a:cubicBezTo>
                  <a:pt x="6311" y="114"/>
                  <a:pt x="6134" y="0"/>
                  <a:pt x="5963" y="0"/>
                </a:cubicBezTo>
                <a:close/>
              </a:path>
            </a:pathLst>
          </a:custGeom>
          <a:solidFill>
            <a:srgbClr val="46AA9E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1" name="Google Shape;681;p26">
            <a:extLst>
              <a:ext uri="{FF2B5EF4-FFF2-40B4-BE49-F238E27FC236}">
                <a16:creationId xmlns:a16="http://schemas.microsoft.com/office/drawing/2014/main" id="{7C5D2F45-7430-422E-B3F0-C60D3C6CDE03}"/>
              </a:ext>
            </a:extLst>
          </p:cNvPr>
          <p:cNvSpPr>
            <a:spLocks noGrp="1"/>
          </p:cNvSpPr>
          <p:nvPr/>
        </p:nvSpPr>
        <p:spPr>
          <a:xfrm flipH="1">
            <a:off x="899521" y="4107012"/>
            <a:ext cx="18713" cy="12820"/>
          </a:xfrm>
          <a:custGeom>
            <a:avLst/>
            <a:gdLst/>
            <a:ahLst/>
            <a:cxnLst/>
            <a:rect l="l" t="t" r="r" b="b"/>
            <a:pathLst>
              <a:path w="435" h="298">
                <a:moveTo>
                  <a:pt x="46" y="1"/>
                </a:moveTo>
                <a:cubicBezTo>
                  <a:pt x="23" y="92"/>
                  <a:pt x="23" y="183"/>
                  <a:pt x="1" y="297"/>
                </a:cubicBezTo>
                <a:cubicBezTo>
                  <a:pt x="160" y="206"/>
                  <a:pt x="297" y="138"/>
                  <a:pt x="434" y="46"/>
                </a:cubicBezTo>
                <a:cubicBezTo>
                  <a:pt x="297" y="23"/>
                  <a:pt x="183" y="23"/>
                  <a:pt x="46" y="1"/>
                </a:cubicBezTo>
                <a:close/>
              </a:path>
            </a:pathLst>
          </a:custGeom>
          <a:solidFill>
            <a:srgbClr val="46AA9E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2" name="Google Shape;682;p26">
            <a:extLst>
              <a:ext uri="{FF2B5EF4-FFF2-40B4-BE49-F238E27FC236}">
                <a16:creationId xmlns:a16="http://schemas.microsoft.com/office/drawing/2014/main" id="{71D08B65-E51C-47A0-9A9A-42DD131F2BF5}"/>
              </a:ext>
            </a:extLst>
          </p:cNvPr>
          <p:cNvSpPr>
            <a:spLocks noGrp="1"/>
          </p:cNvSpPr>
          <p:nvPr/>
        </p:nvSpPr>
        <p:spPr>
          <a:xfrm flipH="1">
            <a:off x="878918" y="3905457"/>
            <a:ext cx="217038" cy="232611"/>
          </a:xfrm>
          <a:custGeom>
            <a:avLst/>
            <a:gdLst/>
            <a:ahLst/>
            <a:cxnLst/>
            <a:rect l="l" t="t" r="r" b="b"/>
            <a:pathLst>
              <a:path w="5045" h="5407">
                <a:moveTo>
                  <a:pt x="3832" y="1"/>
                </a:moveTo>
                <a:cubicBezTo>
                  <a:pt x="3658" y="1"/>
                  <a:pt x="3493" y="109"/>
                  <a:pt x="3515" y="326"/>
                </a:cubicBezTo>
                <a:cubicBezTo>
                  <a:pt x="3629" y="1787"/>
                  <a:pt x="4269" y="3225"/>
                  <a:pt x="4177" y="4686"/>
                </a:cubicBezTo>
                <a:cubicBezTo>
                  <a:pt x="4314" y="4708"/>
                  <a:pt x="4428" y="4708"/>
                  <a:pt x="4565" y="4731"/>
                </a:cubicBezTo>
                <a:cubicBezTo>
                  <a:pt x="4428" y="4823"/>
                  <a:pt x="4291" y="4891"/>
                  <a:pt x="4132" y="4982"/>
                </a:cubicBezTo>
                <a:cubicBezTo>
                  <a:pt x="4154" y="4868"/>
                  <a:pt x="4154" y="4777"/>
                  <a:pt x="4177" y="4686"/>
                </a:cubicBezTo>
                <a:cubicBezTo>
                  <a:pt x="3477" y="4597"/>
                  <a:pt x="2785" y="4550"/>
                  <a:pt x="2091" y="4550"/>
                </a:cubicBezTo>
                <a:cubicBezTo>
                  <a:pt x="1541" y="4550"/>
                  <a:pt x="990" y="4579"/>
                  <a:pt x="434" y="4640"/>
                </a:cubicBezTo>
                <a:cubicBezTo>
                  <a:pt x="14" y="4684"/>
                  <a:pt x="1" y="5327"/>
                  <a:pt x="393" y="5327"/>
                </a:cubicBezTo>
                <a:cubicBezTo>
                  <a:pt x="406" y="5327"/>
                  <a:pt x="420" y="5326"/>
                  <a:pt x="434" y="5325"/>
                </a:cubicBezTo>
                <a:cubicBezTo>
                  <a:pt x="1029" y="5263"/>
                  <a:pt x="1619" y="5229"/>
                  <a:pt x="2209" y="5229"/>
                </a:cubicBezTo>
                <a:cubicBezTo>
                  <a:pt x="2932" y="5229"/>
                  <a:pt x="3654" y="5280"/>
                  <a:pt x="4383" y="5393"/>
                </a:cubicBezTo>
                <a:cubicBezTo>
                  <a:pt x="4414" y="5402"/>
                  <a:pt x="4448" y="5407"/>
                  <a:pt x="4483" y="5407"/>
                </a:cubicBezTo>
                <a:cubicBezTo>
                  <a:pt x="4625" y="5407"/>
                  <a:pt x="4780" y="5330"/>
                  <a:pt x="4816" y="5165"/>
                </a:cubicBezTo>
                <a:cubicBezTo>
                  <a:pt x="5045" y="3476"/>
                  <a:pt x="4337" y="1969"/>
                  <a:pt x="4200" y="326"/>
                </a:cubicBezTo>
                <a:cubicBezTo>
                  <a:pt x="4189" y="109"/>
                  <a:pt x="4006" y="1"/>
                  <a:pt x="3832" y="1"/>
                </a:cubicBezTo>
                <a:close/>
              </a:path>
            </a:pathLst>
          </a:custGeom>
          <a:solidFill>
            <a:srgbClr val="46AA9E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3" name="Google Shape;683;p26">
            <a:extLst>
              <a:ext uri="{FF2B5EF4-FFF2-40B4-BE49-F238E27FC236}">
                <a16:creationId xmlns:a16="http://schemas.microsoft.com/office/drawing/2014/main" id="{10848442-31E9-40B4-A21A-3A08E934DFBD}"/>
              </a:ext>
            </a:extLst>
          </p:cNvPr>
          <p:cNvSpPr>
            <a:spLocks noGrp="1"/>
          </p:cNvSpPr>
          <p:nvPr/>
        </p:nvSpPr>
        <p:spPr>
          <a:xfrm flipH="1">
            <a:off x="733588" y="4024540"/>
            <a:ext cx="57948" cy="45214"/>
          </a:xfrm>
          <a:custGeom>
            <a:avLst/>
            <a:gdLst/>
            <a:ahLst/>
            <a:cxnLst/>
            <a:rect l="l" t="t" r="r" b="b"/>
            <a:pathLst>
              <a:path w="1347" h="1051">
                <a:moveTo>
                  <a:pt x="662" y="0"/>
                </a:moveTo>
                <a:cubicBezTo>
                  <a:pt x="0" y="0"/>
                  <a:pt x="0" y="1050"/>
                  <a:pt x="662" y="1050"/>
                </a:cubicBezTo>
                <a:cubicBezTo>
                  <a:pt x="1347" y="1050"/>
                  <a:pt x="1347" y="0"/>
                  <a:pt x="662" y="0"/>
                </a:cubicBezTo>
                <a:close/>
              </a:path>
            </a:pathLst>
          </a:custGeom>
          <a:solidFill>
            <a:srgbClr val="46AA9E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4" name="Google Shape;684;p26">
            <a:extLst>
              <a:ext uri="{FF2B5EF4-FFF2-40B4-BE49-F238E27FC236}">
                <a16:creationId xmlns:a16="http://schemas.microsoft.com/office/drawing/2014/main" id="{FAE32FC0-9371-4D62-B1AE-608A0909AFBF}"/>
              </a:ext>
            </a:extLst>
          </p:cNvPr>
          <p:cNvSpPr>
            <a:spLocks noGrp="1"/>
          </p:cNvSpPr>
          <p:nvPr/>
        </p:nvSpPr>
        <p:spPr>
          <a:xfrm flipH="1">
            <a:off x="786590" y="3977390"/>
            <a:ext cx="57991" cy="45214"/>
          </a:xfrm>
          <a:custGeom>
            <a:avLst/>
            <a:gdLst/>
            <a:ahLst/>
            <a:cxnLst/>
            <a:rect l="l" t="t" r="r" b="b"/>
            <a:pathLst>
              <a:path w="1348" h="1051">
                <a:moveTo>
                  <a:pt x="685" y="1"/>
                </a:moveTo>
                <a:cubicBezTo>
                  <a:pt x="1" y="1"/>
                  <a:pt x="1" y="1051"/>
                  <a:pt x="685" y="1051"/>
                </a:cubicBezTo>
                <a:cubicBezTo>
                  <a:pt x="1347" y="1051"/>
                  <a:pt x="1347" y="1"/>
                  <a:pt x="685" y="1"/>
                </a:cubicBezTo>
                <a:close/>
              </a:path>
            </a:pathLst>
          </a:custGeom>
          <a:solidFill>
            <a:srgbClr val="46AA9E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5" name="Google Shape;685;p26">
            <a:extLst>
              <a:ext uri="{FF2B5EF4-FFF2-40B4-BE49-F238E27FC236}">
                <a16:creationId xmlns:a16="http://schemas.microsoft.com/office/drawing/2014/main" id="{7D98B4E0-16A1-43AE-AEB3-49104EB78252}"/>
              </a:ext>
            </a:extLst>
          </p:cNvPr>
          <p:cNvSpPr>
            <a:spLocks noGrp="1"/>
          </p:cNvSpPr>
          <p:nvPr/>
        </p:nvSpPr>
        <p:spPr>
          <a:xfrm flipH="1">
            <a:off x="721800" y="3962676"/>
            <a:ext cx="57948" cy="44224"/>
          </a:xfrm>
          <a:custGeom>
            <a:avLst/>
            <a:gdLst/>
            <a:ahLst/>
            <a:cxnLst/>
            <a:rect l="l" t="t" r="r" b="b"/>
            <a:pathLst>
              <a:path w="1347" h="1028">
                <a:moveTo>
                  <a:pt x="662" y="0"/>
                </a:moveTo>
                <a:cubicBezTo>
                  <a:pt x="0" y="0"/>
                  <a:pt x="0" y="1027"/>
                  <a:pt x="662" y="1027"/>
                </a:cubicBezTo>
                <a:cubicBezTo>
                  <a:pt x="1347" y="1027"/>
                  <a:pt x="1347" y="0"/>
                  <a:pt x="662" y="0"/>
                </a:cubicBezTo>
                <a:close/>
              </a:path>
            </a:pathLst>
          </a:custGeom>
          <a:solidFill>
            <a:srgbClr val="46AA9E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6" name="Google Shape;686;p26">
            <a:extLst>
              <a:ext uri="{FF2B5EF4-FFF2-40B4-BE49-F238E27FC236}">
                <a16:creationId xmlns:a16="http://schemas.microsoft.com/office/drawing/2014/main" id="{01D739D8-D342-4F74-9837-E3771B3F7060}"/>
              </a:ext>
            </a:extLst>
          </p:cNvPr>
          <p:cNvSpPr>
            <a:spLocks noGrp="1"/>
          </p:cNvSpPr>
          <p:nvPr/>
        </p:nvSpPr>
        <p:spPr>
          <a:xfrm flipH="1">
            <a:off x="830773" y="4439912"/>
            <a:ext cx="57991" cy="45214"/>
          </a:xfrm>
          <a:custGeom>
            <a:avLst/>
            <a:gdLst/>
            <a:ahLst/>
            <a:cxnLst/>
            <a:rect l="l" t="t" r="r" b="b"/>
            <a:pathLst>
              <a:path w="1348" h="1051">
                <a:moveTo>
                  <a:pt x="685" y="0"/>
                </a:moveTo>
                <a:cubicBezTo>
                  <a:pt x="0" y="0"/>
                  <a:pt x="0" y="1050"/>
                  <a:pt x="685" y="1050"/>
                </a:cubicBezTo>
                <a:cubicBezTo>
                  <a:pt x="1347" y="1050"/>
                  <a:pt x="1347" y="0"/>
                  <a:pt x="685" y="0"/>
                </a:cubicBezTo>
                <a:close/>
              </a:path>
            </a:pathLst>
          </a:custGeom>
          <a:solidFill>
            <a:srgbClr val="46AA9E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7" name="Google Shape;687;p26">
            <a:extLst>
              <a:ext uri="{FF2B5EF4-FFF2-40B4-BE49-F238E27FC236}">
                <a16:creationId xmlns:a16="http://schemas.microsoft.com/office/drawing/2014/main" id="{79F8A672-2F1F-4325-9D91-427506D80774}"/>
              </a:ext>
            </a:extLst>
          </p:cNvPr>
          <p:cNvSpPr>
            <a:spLocks noGrp="1"/>
          </p:cNvSpPr>
          <p:nvPr/>
        </p:nvSpPr>
        <p:spPr>
          <a:xfrm flipH="1">
            <a:off x="889712" y="4396719"/>
            <a:ext cx="57991" cy="45170"/>
          </a:xfrm>
          <a:custGeom>
            <a:avLst/>
            <a:gdLst/>
            <a:ahLst/>
            <a:cxnLst/>
            <a:rect l="l" t="t" r="r" b="b"/>
            <a:pathLst>
              <a:path w="1348" h="1050">
                <a:moveTo>
                  <a:pt x="686" y="0"/>
                </a:moveTo>
                <a:cubicBezTo>
                  <a:pt x="1" y="0"/>
                  <a:pt x="1" y="1050"/>
                  <a:pt x="686" y="1050"/>
                </a:cubicBezTo>
                <a:cubicBezTo>
                  <a:pt x="1348" y="1050"/>
                  <a:pt x="1348" y="0"/>
                  <a:pt x="686" y="0"/>
                </a:cubicBezTo>
                <a:close/>
              </a:path>
            </a:pathLst>
          </a:custGeom>
          <a:solidFill>
            <a:srgbClr val="46AA9E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8" name="Google Shape;688;p26">
            <a:extLst>
              <a:ext uri="{FF2B5EF4-FFF2-40B4-BE49-F238E27FC236}">
                <a16:creationId xmlns:a16="http://schemas.microsoft.com/office/drawing/2014/main" id="{B0F685DD-CACB-4264-902F-80D436317805}"/>
              </a:ext>
            </a:extLst>
          </p:cNvPr>
          <p:cNvSpPr>
            <a:spLocks noGrp="1"/>
          </p:cNvSpPr>
          <p:nvPr/>
        </p:nvSpPr>
        <p:spPr>
          <a:xfrm flipH="1">
            <a:off x="812145" y="4374133"/>
            <a:ext cx="57948" cy="45214"/>
          </a:xfrm>
          <a:custGeom>
            <a:avLst/>
            <a:gdLst/>
            <a:ahLst/>
            <a:cxnLst/>
            <a:rect l="l" t="t" r="r" b="b"/>
            <a:pathLst>
              <a:path w="1347" h="1051">
                <a:moveTo>
                  <a:pt x="662" y="0"/>
                </a:moveTo>
                <a:cubicBezTo>
                  <a:pt x="0" y="0"/>
                  <a:pt x="0" y="1050"/>
                  <a:pt x="662" y="1050"/>
                </a:cubicBezTo>
                <a:cubicBezTo>
                  <a:pt x="1347" y="1050"/>
                  <a:pt x="1347" y="0"/>
                  <a:pt x="662" y="0"/>
                </a:cubicBezTo>
                <a:close/>
              </a:path>
            </a:pathLst>
          </a:custGeom>
          <a:solidFill>
            <a:srgbClr val="46AA9E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9" name="Google Shape;689;p26">
            <a:extLst>
              <a:ext uri="{FF2B5EF4-FFF2-40B4-BE49-F238E27FC236}">
                <a16:creationId xmlns:a16="http://schemas.microsoft.com/office/drawing/2014/main" id="{85C18626-6A50-459C-8F6B-D203BCEA8BB4}"/>
              </a:ext>
            </a:extLst>
          </p:cNvPr>
          <p:cNvSpPr>
            <a:spLocks noGrp="1"/>
          </p:cNvSpPr>
          <p:nvPr/>
        </p:nvSpPr>
        <p:spPr>
          <a:xfrm flipH="1">
            <a:off x="1135192" y="3877236"/>
            <a:ext cx="57991" cy="45214"/>
          </a:xfrm>
          <a:custGeom>
            <a:avLst/>
            <a:gdLst/>
            <a:ahLst/>
            <a:cxnLst/>
            <a:rect l="l" t="t" r="r" b="b"/>
            <a:pathLst>
              <a:path w="1348" h="1051">
                <a:moveTo>
                  <a:pt x="662" y="0"/>
                </a:moveTo>
                <a:cubicBezTo>
                  <a:pt x="1" y="0"/>
                  <a:pt x="1" y="1050"/>
                  <a:pt x="662" y="1050"/>
                </a:cubicBezTo>
                <a:cubicBezTo>
                  <a:pt x="1347" y="1050"/>
                  <a:pt x="1347" y="0"/>
                  <a:pt x="662" y="0"/>
                </a:cubicBezTo>
                <a:close/>
              </a:path>
            </a:pathLst>
          </a:custGeom>
          <a:solidFill>
            <a:srgbClr val="46AA9E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0" name="Google Shape;690;p26">
            <a:extLst>
              <a:ext uri="{FF2B5EF4-FFF2-40B4-BE49-F238E27FC236}">
                <a16:creationId xmlns:a16="http://schemas.microsoft.com/office/drawing/2014/main" id="{FEA2017A-6A25-4252-8ABC-1C0D2D492AB2}"/>
              </a:ext>
            </a:extLst>
          </p:cNvPr>
          <p:cNvSpPr>
            <a:spLocks noGrp="1"/>
          </p:cNvSpPr>
          <p:nvPr/>
        </p:nvSpPr>
        <p:spPr>
          <a:xfrm flipH="1">
            <a:off x="449777" y="4102108"/>
            <a:ext cx="57002" cy="45214"/>
          </a:xfrm>
          <a:custGeom>
            <a:avLst/>
            <a:gdLst/>
            <a:ahLst/>
            <a:cxnLst/>
            <a:rect l="l" t="t" r="r" b="b"/>
            <a:pathLst>
              <a:path w="1325" h="1051">
                <a:moveTo>
                  <a:pt x="662" y="0"/>
                </a:moveTo>
                <a:cubicBezTo>
                  <a:pt x="0" y="0"/>
                  <a:pt x="0" y="1050"/>
                  <a:pt x="662" y="1050"/>
                </a:cubicBezTo>
                <a:cubicBezTo>
                  <a:pt x="1324" y="1050"/>
                  <a:pt x="1324" y="0"/>
                  <a:pt x="662" y="0"/>
                </a:cubicBezTo>
                <a:close/>
              </a:path>
            </a:pathLst>
          </a:custGeom>
          <a:solidFill>
            <a:srgbClr val="46AA9E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1" name="Google Shape;691;p26">
            <a:extLst>
              <a:ext uri="{FF2B5EF4-FFF2-40B4-BE49-F238E27FC236}">
                <a16:creationId xmlns:a16="http://schemas.microsoft.com/office/drawing/2014/main" id="{58D01F6D-0844-4CB1-A588-D104C738F652}"/>
              </a:ext>
            </a:extLst>
          </p:cNvPr>
          <p:cNvSpPr>
            <a:spLocks noGrp="1"/>
          </p:cNvSpPr>
          <p:nvPr/>
        </p:nvSpPr>
        <p:spPr>
          <a:xfrm flipH="1">
            <a:off x="497917" y="4061840"/>
            <a:ext cx="57948" cy="44224"/>
          </a:xfrm>
          <a:custGeom>
            <a:avLst/>
            <a:gdLst/>
            <a:ahLst/>
            <a:cxnLst/>
            <a:rect l="l" t="t" r="r" b="b"/>
            <a:pathLst>
              <a:path w="1347" h="1028">
                <a:moveTo>
                  <a:pt x="662" y="1"/>
                </a:moveTo>
                <a:cubicBezTo>
                  <a:pt x="0" y="1"/>
                  <a:pt x="0" y="1028"/>
                  <a:pt x="662" y="1028"/>
                </a:cubicBezTo>
                <a:cubicBezTo>
                  <a:pt x="1347" y="1028"/>
                  <a:pt x="1347" y="1"/>
                  <a:pt x="662" y="1"/>
                </a:cubicBezTo>
                <a:close/>
              </a:path>
            </a:pathLst>
          </a:custGeom>
          <a:solidFill>
            <a:srgbClr val="46AA9E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2" name="Google Shape;692;p26">
            <a:extLst>
              <a:ext uri="{FF2B5EF4-FFF2-40B4-BE49-F238E27FC236}">
                <a16:creationId xmlns:a16="http://schemas.microsoft.com/office/drawing/2014/main" id="{9DDF0F1E-C1DB-418F-9101-7A3420F5A586}"/>
              </a:ext>
            </a:extLst>
          </p:cNvPr>
          <p:cNvSpPr>
            <a:spLocks noGrp="1"/>
          </p:cNvSpPr>
          <p:nvPr/>
        </p:nvSpPr>
        <p:spPr>
          <a:xfrm flipH="1">
            <a:off x="609859" y="4652997"/>
            <a:ext cx="57948" cy="45214"/>
          </a:xfrm>
          <a:custGeom>
            <a:avLst/>
            <a:gdLst/>
            <a:ahLst/>
            <a:cxnLst/>
            <a:rect l="l" t="t" r="r" b="b"/>
            <a:pathLst>
              <a:path w="1347" h="1051">
                <a:moveTo>
                  <a:pt x="662" y="0"/>
                </a:moveTo>
                <a:cubicBezTo>
                  <a:pt x="0" y="0"/>
                  <a:pt x="0" y="1050"/>
                  <a:pt x="662" y="1050"/>
                </a:cubicBezTo>
                <a:cubicBezTo>
                  <a:pt x="1347" y="1050"/>
                  <a:pt x="1347" y="0"/>
                  <a:pt x="662" y="0"/>
                </a:cubicBezTo>
                <a:close/>
              </a:path>
            </a:pathLst>
          </a:custGeom>
          <a:solidFill>
            <a:srgbClr val="46AA9E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3" name="Google Shape;693;p26">
            <a:extLst>
              <a:ext uri="{FF2B5EF4-FFF2-40B4-BE49-F238E27FC236}">
                <a16:creationId xmlns:a16="http://schemas.microsoft.com/office/drawing/2014/main" id="{EF1CE1C8-02CE-4EED-9198-4BD1141B483A}"/>
              </a:ext>
            </a:extLst>
          </p:cNvPr>
          <p:cNvSpPr>
            <a:spLocks noGrp="1"/>
          </p:cNvSpPr>
          <p:nvPr/>
        </p:nvSpPr>
        <p:spPr>
          <a:xfrm flipH="1">
            <a:off x="669744" y="4631400"/>
            <a:ext cx="57991" cy="45214"/>
          </a:xfrm>
          <a:custGeom>
            <a:avLst/>
            <a:gdLst/>
            <a:ahLst/>
            <a:cxnLst/>
            <a:rect l="l" t="t" r="r" b="b"/>
            <a:pathLst>
              <a:path w="1348" h="1051">
                <a:moveTo>
                  <a:pt x="686" y="0"/>
                </a:moveTo>
                <a:cubicBezTo>
                  <a:pt x="1" y="0"/>
                  <a:pt x="1" y="1050"/>
                  <a:pt x="686" y="1050"/>
                </a:cubicBezTo>
                <a:cubicBezTo>
                  <a:pt x="1347" y="1050"/>
                  <a:pt x="1347" y="0"/>
                  <a:pt x="686" y="0"/>
                </a:cubicBezTo>
                <a:close/>
              </a:path>
            </a:pathLst>
          </a:custGeom>
          <a:solidFill>
            <a:srgbClr val="46AA9E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5" name="Google Shape;695;p26">
            <a:extLst>
              <a:ext uri="{FF2B5EF4-FFF2-40B4-BE49-F238E27FC236}">
                <a16:creationId xmlns:a16="http://schemas.microsoft.com/office/drawing/2014/main" id="{7A242C6C-394B-46B2-98D6-13CE642F820D}"/>
              </a:ext>
            </a:extLst>
          </p:cNvPr>
          <p:cNvSpPr>
            <a:spLocks noGrp="1"/>
          </p:cNvSpPr>
          <p:nvPr/>
        </p:nvSpPr>
        <p:spPr>
          <a:xfrm flipH="1">
            <a:off x="1337402" y="4439791"/>
            <a:ext cx="257793" cy="151958"/>
          </a:xfrm>
          <a:custGeom>
            <a:avLst/>
            <a:gdLst/>
            <a:ahLst/>
            <a:cxnLst/>
            <a:rect l="l" t="t" r="r" b="b"/>
            <a:pathLst>
              <a:path w="7512" h="4428">
                <a:moveTo>
                  <a:pt x="2539" y="0"/>
                </a:moveTo>
                <a:cubicBezTo>
                  <a:pt x="1131" y="0"/>
                  <a:pt x="0" y="955"/>
                  <a:pt x="573" y="2673"/>
                </a:cubicBezTo>
                <a:cubicBezTo>
                  <a:pt x="981" y="3929"/>
                  <a:pt x="2197" y="4428"/>
                  <a:pt x="3532" y="4428"/>
                </a:cubicBezTo>
                <a:cubicBezTo>
                  <a:pt x="5035" y="4428"/>
                  <a:pt x="6689" y="3796"/>
                  <a:pt x="7511" y="2901"/>
                </a:cubicBezTo>
                <a:lnTo>
                  <a:pt x="7466" y="2810"/>
                </a:lnTo>
                <a:cubicBezTo>
                  <a:pt x="6507" y="1600"/>
                  <a:pt x="5001" y="596"/>
                  <a:pt x="3563" y="162"/>
                </a:cubicBezTo>
                <a:cubicBezTo>
                  <a:pt x="3218" y="53"/>
                  <a:pt x="2871" y="0"/>
                  <a:pt x="2539" y="0"/>
                </a:cubicBezTo>
                <a:close/>
              </a:path>
            </a:pathLst>
          </a:custGeom>
          <a:solidFill>
            <a:srgbClr val="459B97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6" name="Google Shape;696;p26">
            <a:extLst>
              <a:ext uri="{FF2B5EF4-FFF2-40B4-BE49-F238E27FC236}">
                <a16:creationId xmlns:a16="http://schemas.microsoft.com/office/drawing/2014/main" id="{9647BCFB-AFC1-4C7F-835B-DF90840A36DD}"/>
              </a:ext>
            </a:extLst>
          </p:cNvPr>
          <p:cNvSpPr>
            <a:spLocks noGrp="1"/>
          </p:cNvSpPr>
          <p:nvPr/>
        </p:nvSpPr>
        <p:spPr>
          <a:xfrm flipH="1">
            <a:off x="1322165" y="4217443"/>
            <a:ext cx="247120" cy="236551"/>
          </a:xfrm>
          <a:custGeom>
            <a:avLst/>
            <a:gdLst/>
            <a:ahLst/>
            <a:cxnLst/>
            <a:rect l="l" t="t" r="r" b="b"/>
            <a:pathLst>
              <a:path w="7201" h="6893">
                <a:moveTo>
                  <a:pt x="4723" y="0"/>
                </a:moveTo>
                <a:cubicBezTo>
                  <a:pt x="4407" y="0"/>
                  <a:pt x="4045" y="92"/>
                  <a:pt x="3629" y="296"/>
                </a:cubicBezTo>
                <a:cubicBezTo>
                  <a:pt x="0" y="2099"/>
                  <a:pt x="4451" y="5865"/>
                  <a:pt x="6232" y="6892"/>
                </a:cubicBezTo>
                <a:lnTo>
                  <a:pt x="6346" y="6892"/>
                </a:lnTo>
                <a:cubicBezTo>
                  <a:pt x="6791" y="5637"/>
                  <a:pt x="7201" y="0"/>
                  <a:pt x="4723" y="0"/>
                </a:cubicBezTo>
                <a:close/>
              </a:path>
            </a:pathLst>
          </a:custGeom>
          <a:solidFill>
            <a:srgbClr val="459B97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7" name="Google Shape;697;p26">
            <a:extLst>
              <a:ext uri="{FF2B5EF4-FFF2-40B4-BE49-F238E27FC236}">
                <a16:creationId xmlns:a16="http://schemas.microsoft.com/office/drawing/2014/main" id="{CB048432-F17E-47BF-B512-CD5A23907258}"/>
              </a:ext>
            </a:extLst>
          </p:cNvPr>
          <p:cNvSpPr>
            <a:spLocks noGrp="1"/>
          </p:cNvSpPr>
          <p:nvPr/>
        </p:nvSpPr>
        <p:spPr>
          <a:xfrm flipH="1">
            <a:off x="1049916" y="4330488"/>
            <a:ext cx="163763" cy="309921"/>
          </a:xfrm>
          <a:custGeom>
            <a:avLst/>
            <a:gdLst/>
            <a:ahLst/>
            <a:cxnLst/>
            <a:rect l="l" t="t" r="r" b="b"/>
            <a:pathLst>
              <a:path w="4772" h="9031">
                <a:moveTo>
                  <a:pt x="2488" y="1"/>
                </a:moveTo>
                <a:cubicBezTo>
                  <a:pt x="2069" y="1"/>
                  <a:pt x="1625" y="199"/>
                  <a:pt x="1188" y="677"/>
                </a:cubicBezTo>
                <a:cubicBezTo>
                  <a:pt x="1" y="1955"/>
                  <a:pt x="663" y="4466"/>
                  <a:pt x="914" y="5972"/>
                </a:cubicBezTo>
                <a:cubicBezTo>
                  <a:pt x="1074" y="6908"/>
                  <a:pt x="1485" y="8026"/>
                  <a:pt x="914" y="8825"/>
                </a:cubicBezTo>
                <a:lnTo>
                  <a:pt x="1005" y="9031"/>
                </a:lnTo>
                <a:cubicBezTo>
                  <a:pt x="1736" y="8711"/>
                  <a:pt x="2352" y="8392"/>
                  <a:pt x="2877" y="7775"/>
                </a:cubicBezTo>
                <a:cubicBezTo>
                  <a:pt x="3972" y="6543"/>
                  <a:pt x="4771" y="4694"/>
                  <a:pt x="4726" y="3050"/>
                </a:cubicBezTo>
                <a:cubicBezTo>
                  <a:pt x="4726" y="1690"/>
                  <a:pt x="3713" y="1"/>
                  <a:pt x="2488" y="1"/>
                </a:cubicBezTo>
                <a:close/>
              </a:path>
            </a:pathLst>
          </a:custGeom>
          <a:solidFill>
            <a:srgbClr val="459B97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8" name="Google Shape;698;p26">
            <a:extLst>
              <a:ext uri="{FF2B5EF4-FFF2-40B4-BE49-F238E27FC236}">
                <a16:creationId xmlns:a16="http://schemas.microsoft.com/office/drawing/2014/main" id="{20359A5F-6311-4BA6-AFF6-BAD593CDBB56}"/>
              </a:ext>
            </a:extLst>
          </p:cNvPr>
          <p:cNvSpPr>
            <a:spLocks noGrp="1"/>
          </p:cNvSpPr>
          <p:nvPr/>
        </p:nvSpPr>
        <p:spPr>
          <a:xfrm flipH="1">
            <a:off x="1151741" y="4312333"/>
            <a:ext cx="268740" cy="678217"/>
          </a:xfrm>
          <a:custGeom>
            <a:avLst/>
            <a:gdLst/>
            <a:ahLst/>
            <a:cxnLst/>
            <a:rect l="l" t="t" r="r" b="b"/>
            <a:pathLst>
              <a:path w="7831" h="19763">
                <a:moveTo>
                  <a:pt x="431" y="0"/>
                </a:moveTo>
                <a:cubicBezTo>
                  <a:pt x="224" y="0"/>
                  <a:pt x="0" y="176"/>
                  <a:pt x="69" y="452"/>
                </a:cubicBezTo>
                <a:cubicBezTo>
                  <a:pt x="1005" y="4264"/>
                  <a:pt x="3562" y="7231"/>
                  <a:pt x="5388" y="10632"/>
                </a:cubicBezTo>
                <a:cubicBezTo>
                  <a:pt x="6940" y="13463"/>
                  <a:pt x="7259" y="16772"/>
                  <a:pt x="6346" y="19763"/>
                </a:cubicBezTo>
                <a:lnTo>
                  <a:pt x="7077" y="19763"/>
                </a:lnTo>
                <a:cubicBezTo>
                  <a:pt x="7830" y="17229"/>
                  <a:pt x="7739" y="14444"/>
                  <a:pt x="6780" y="11933"/>
                </a:cubicBezTo>
                <a:cubicBezTo>
                  <a:pt x="5182" y="7779"/>
                  <a:pt x="1827" y="4652"/>
                  <a:pt x="731" y="247"/>
                </a:cubicBezTo>
                <a:cubicBezTo>
                  <a:pt x="695" y="76"/>
                  <a:pt x="567" y="0"/>
                  <a:pt x="431" y="0"/>
                </a:cubicBezTo>
                <a:close/>
              </a:path>
            </a:pathLst>
          </a:custGeom>
          <a:solidFill>
            <a:srgbClr val="0E514A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9" name="Google Shape;699;p26">
            <a:extLst>
              <a:ext uri="{FF2B5EF4-FFF2-40B4-BE49-F238E27FC236}">
                <a16:creationId xmlns:a16="http://schemas.microsoft.com/office/drawing/2014/main" id="{114EFD0D-4571-46D1-8A80-80FC583EF935}"/>
              </a:ext>
            </a:extLst>
          </p:cNvPr>
          <p:cNvSpPr>
            <a:spLocks noGrp="1"/>
          </p:cNvSpPr>
          <p:nvPr/>
        </p:nvSpPr>
        <p:spPr>
          <a:xfrm flipH="1">
            <a:off x="1103967" y="4434472"/>
            <a:ext cx="136172" cy="239914"/>
          </a:xfrm>
          <a:custGeom>
            <a:avLst/>
            <a:gdLst/>
            <a:ahLst/>
            <a:cxnLst/>
            <a:rect l="l" t="t" r="r" b="b"/>
            <a:pathLst>
              <a:path w="3968" h="6991">
                <a:moveTo>
                  <a:pt x="3236" y="1"/>
                </a:moveTo>
                <a:cubicBezTo>
                  <a:pt x="3034" y="1"/>
                  <a:pt x="2817" y="171"/>
                  <a:pt x="2872" y="431"/>
                </a:cubicBezTo>
                <a:cubicBezTo>
                  <a:pt x="3214" y="2166"/>
                  <a:pt x="2438" y="5795"/>
                  <a:pt x="407" y="6297"/>
                </a:cubicBezTo>
                <a:cubicBezTo>
                  <a:pt x="1" y="6404"/>
                  <a:pt x="135" y="6991"/>
                  <a:pt x="509" y="6991"/>
                </a:cubicBezTo>
                <a:cubicBezTo>
                  <a:pt x="535" y="6991"/>
                  <a:pt x="561" y="6988"/>
                  <a:pt x="589" y="6982"/>
                </a:cubicBezTo>
                <a:cubicBezTo>
                  <a:pt x="3032" y="6366"/>
                  <a:pt x="3967" y="2371"/>
                  <a:pt x="3534" y="249"/>
                </a:cubicBezTo>
                <a:cubicBezTo>
                  <a:pt x="3497" y="76"/>
                  <a:pt x="3370" y="1"/>
                  <a:pt x="3236" y="1"/>
                </a:cubicBezTo>
                <a:close/>
              </a:path>
            </a:pathLst>
          </a:custGeom>
          <a:solidFill>
            <a:srgbClr val="0E514A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0" name="Google Shape;700;p26">
            <a:extLst>
              <a:ext uri="{FF2B5EF4-FFF2-40B4-BE49-F238E27FC236}">
                <a16:creationId xmlns:a16="http://schemas.microsoft.com/office/drawing/2014/main" id="{C2402D73-C129-4579-AE3F-0CE7D1E59F56}"/>
              </a:ext>
            </a:extLst>
          </p:cNvPr>
          <p:cNvSpPr>
            <a:spLocks noGrp="1"/>
          </p:cNvSpPr>
          <p:nvPr/>
        </p:nvSpPr>
        <p:spPr>
          <a:xfrm flipH="1">
            <a:off x="1298758" y="4516424"/>
            <a:ext cx="190325" cy="42622"/>
          </a:xfrm>
          <a:custGeom>
            <a:avLst/>
            <a:gdLst/>
            <a:ahLst/>
            <a:cxnLst/>
            <a:rect l="l" t="t" r="r" b="b"/>
            <a:pathLst>
              <a:path w="5546" h="1242">
                <a:moveTo>
                  <a:pt x="5031" y="1"/>
                </a:moveTo>
                <a:cubicBezTo>
                  <a:pt x="4974" y="1"/>
                  <a:pt x="4914" y="16"/>
                  <a:pt x="4853" y="52"/>
                </a:cubicBezTo>
                <a:cubicBezTo>
                  <a:pt x="4229" y="407"/>
                  <a:pt x="3554" y="544"/>
                  <a:pt x="2868" y="544"/>
                </a:cubicBezTo>
                <a:cubicBezTo>
                  <a:pt x="2101" y="544"/>
                  <a:pt x="1320" y="372"/>
                  <a:pt x="585" y="143"/>
                </a:cubicBezTo>
                <a:cubicBezTo>
                  <a:pt x="551" y="134"/>
                  <a:pt x="518" y="130"/>
                  <a:pt x="487" y="130"/>
                </a:cubicBezTo>
                <a:cubicBezTo>
                  <a:pt x="126" y="130"/>
                  <a:pt x="1" y="702"/>
                  <a:pt x="379" y="828"/>
                </a:cubicBezTo>
                <a:cubicBezTo>
                  <a:pt x="1185" y="1070"/>
                  <a:pt x="2031" y="1242"/>
                  <a:pt x="2863" y="1242"/>
                </a:cubicBezTo>
                <a:cubicBezTo>
                  <a:pt x="3680" y="1242"/>
                  <a:pt x="4483" y="1075"/>
                  <a:pt x="5218" y="645"/>
                </a:cubicBezTo>
                <a:cubicBezTo>
                  <a:pt x="5546" y="453"/>
                  <a:pt x="5337" y="1"/>
                  <a:pt x="5031" y="1"/>
                </a:cubicBezTo>
                <a:close/>
              </a:path>
            </a:pathLst>
          </a:custGeom>
          <a:solidFill>
            <a:srgbClr val="0E514A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1" name="直線接點 700">
            <a:extLst>
              <a:ext uri="{FF2B5EF4-FFF2-40B4-BE49-F238E27FC236}">
                <a16:creationId xmlns:a16="http://schemas.microsoft.com/office/drawing/2014/main" id="{BFE71200-F9A2-497A-8561-82571C6F5897}"/>
              </a:ext>
            </a:extLst>
          </p:cNvPr>
          <p:cNvSpPr>
            <a:spLocks noGrp="1"/>
          </p:cNvSpPr>
          <p:nvPr/>
        </p:nvSpPr>
        <p:spPr>
          <a:xfrm>
            <a:off x="2495550" y="2571750"/>
            <a:ext cx="5619750" cy="0"/>
          </a:xfrm>
          <a:prstGeom prst="line">
            <a:avLst/>
          </a:prstGeom>
          <a:noFill/>
          <a:ln w="19050">
            <a:solidFill>
              <a:srgbClr val="D9B77A"/>
            </a:solidFill>
            <a:prstDash val="solid"/>
          </a:ln>
        </p:spPr>
      </p:sp>
      <p:sp>
        <p:nvSpPr>
          <p:cNvPr id="702" name="直線接點 701">
            <a:extLst>
              <a:ext uri="{FF2B5EF4-FFF2-40B4-BE49-F238E27FC236}">
                <a16:creationId xmlns:a16="http://schemas.microsoft.com/office/drawing/2014/main" id="{F79BDDBD-0DE6-4BD3-9D18-044BF4DFF000}"/>
              </a:ext>
            </a:extLst>
          </p:cNvPr>
          <p:cNvSpPr>
            <a:spLocks noGrp="1"/>
          </p:cNvSpPr>
          <p:nvPr/>
        </p:nvSpPr>
        <p:spPr>
          <a:xfrm>
            <a:off x="5200650" y="1314450"/>
            <a:ext cx="0" cy="2705100"/>
          </a:xfrm>
          <a:prstGeom prst="line">
            <a:avLst/>
          </a:prstGeom>
          <a:noFill/>
          <a:ln w="19050">
            <a:solidFill>
              <a:srgbClr val="D9B77A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4485334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9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1" name="Google Shape;4041;p63">
            <a:extLst>
              <a:ext uri="{FF2B5EF4-FFF2-40B4-BE49-F238E27FC236}">
                <a16:creationId xmlns:a16="http://schemas.microsoft.com/office/drawing/2014/main" id="{E0F78EFF-55C4-4771-BAF4-6F7C35C446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38625" y="876300"/>
            <a:ext cx="40957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spcFirstLastPara="1" wrap="square" lIns="76200" tIns="38100" rIns="76200" bIns="38100" anchor="ctr">
            <a:normAutofit/>
          </a:bodyPr>
          <a:lstStyle/>
          <a:p>
            <a:pPr lvl="0" algn="ctr">
              <a:lnSpc>
                <a:spcPct val="105000"/>
              </a:lnSpc>
              <a:buNone/>
              <a:defRPr sz="3000" b="1">
                <a:solidFill>
                  <a:srgbClr val="565656"/>
                </a:solidFill>
                <a:latin typeface="標楷體"/>
                <a:ea typeface="標楷體"/>
                <a:cs typeface="標楷體"/>
              </a:defRPr>
            </a:pPr>
            <a:r>
              <a:rPr sz="3000" b="1" u="sng">
                <a:solidFill>
                  <a:srgbClr val="56565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標楷體"/>
                <a:ea typeface="標楷體"/>
                <a:cs typeface="標楷體"/>
              </a:rPr>
              <a:t>素養導向備課</a:t>
            </a:r>
          </a:p>
        </p:txBody>
      </p:sp>
      <p:sp>
        <p:nvSpPr>
          <p:cNvPr id="4042" name="Google Shape;4042;p63">
            <a:extLst>
              <a:ext uri="{FF2B5EF4-FFF2-40B4-BE49-F238E27FC236}">
                <a16:creationId xmlns:a16="http://schemas.microsoft.com/office/drawing/2014/main" id="{CF9C09BE-0848-4189-B2F8-B6EEF053D26F}"/>
              </a:ext>
            </a:extLst>
          </p:cNvPr>
          <p:cNvSpPr>
            <a:spLocks noGrp="1"/>
          </p:cNvSpPr>
          <p:nvPr>
            <p:ph type="title" idx="2"/>
          </p:nvPr>
        </p:nvSpPr>
        <p:spPr>
          <a:xfrm>
            <a:off x="3790950" y="400050"/>
            <a:ext cx="857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spcFirstLastPara="1" wrap="square" lIns="76200" tIns="38100" rIns="76200" bIns="38100" anchor="ctr">
            <a:normAutofit/>
          </a:bodyPr>
          <a:lstStyle/>
          <a:p>
            <a:pPr marL="0" lvl="0" indent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2850" b="0">
                <a:solidFill>
                  <a:srgbClr val="2FA7A0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2FA7A0"/>
                </a:solidFill>
                <a:latin typeface="Arial"/>
                <a:ea typeface="Arial"/>
                <a:cs typeface="Arial"/>
              </a:rPr>
              <a:t>01</a:t>
            </a:r>
            <a:endParaRPr/>
          </a:p>
        </p:txBody>
      </p:sp>
      <p:sp>
        <p:nvSpPr>
          <p:cNvPr id="4043" name="Google Shape;4043;p63">
            <a:extLst>
              <a:ext uri="{FF2B5EF4-FFF2-40B4-BE49-F238E27FC236}">
                <a16:creationId xmlns:a16="http://schemas.microsoft.com/office/drawing/2014/main" id="{C4A34B27-AB76-4D6E-84AD-A84C51EF92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33800" y="2000250"/>
            <a:ext cx="476250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spcFirstLastPara="1" wrap="square" lIns="76200" tIns="38100" rIns="76200" bIns="38100" anchor="ctr">
            <a:normAutofit/>
          </a:bodyPr>
          <a:lstStyle/>
          <a:p>
            <a:pPr marL="0" lvl="0" indent="0" algn="l">
              <a:lnSpc>
                <a:spcPct val="116000"/>
              </a:lnSpc>
              <a:spcAft>
                <a:spcPts val="1600"/>
              </a:spcAft>
              <a:buNone/>
              <a:defRPr sz="1875" b="0">
                <a:solidFill>
                  <a:srgbClr val="565656"/>
                </a:solidFill>
                <a:latin typeface="新細明體"/>
                <a:ea typeface="新細明體"/>
                <a:cs typeface="新細明體"/>
              </a:defRPr>
            </a:pPr>
            <a:r>
              <a:rPr sz="1875" b="0">
                <a:solidFill>
                  <a:srgbClr val="565656"/>
                </a:solidFill>
                <a:latin typeface="新細明體"/>
                <a:ea typeface="新細明體"/>
                <a:cs typeface="新細明體"/>
              </a:rPr>
              <a:t>藉由共同備課交流，更能掌握十二年國教的素養精神，在備課中，共同研討在自然科知識學習中，如何運用情境、脈絡、動機、歷程、方法及活用來幫助學生學習。</a:t>
            </a:r>
          </a:p>
        </p:txBody>
      </p:sp>
    </p:spTree>
    <p:extLst>
      <p:ext uri="{BB962C8B-B14F-4D97-AF65-F5344CB8AC3E}">
        <p14:creationId xmlns:p14="http://schemas.microsoft.com/office/powerpoint/2010/main" val="492085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9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" name="Google Shape;973;p28">
            <a:extLst>
              <a:ext uri="{FF2B5EF4-FFF2-40B4-BE49-F238E27FC236}">
                <a16:creationId xmlns:a16="http://schemas.microsoft.com/office/drawing/2014/main" id="{0C99891F-117C-47ED-A325-03D32D4872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935" y="544901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/>
          <a:p>
            <a:endParaRPr u="sng"/>
          </a:p>
        </p:txBody>
      </p:sp>
      <p:sp>
        <p:nvSpPr>
          <p:cNvPr id="1059" name="Google Shape;1059;p28">
            <a:extLst>
              <a:ext uri="{FF2B5EF4-FFF2-40B4-BE49-F238E27FC236}">
                <a16:creationId xmlns:a16="http://schemas.microsoft.com/office/drawing/2014/main" id="{DC5C1E98-9AE5-4DC2-BB73-73DC763DA377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898096" y="3232640"/>
            <a:ext cx="2913353" cy="1517037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/>
          <a:p>
            <a:pPr marL="127000" lv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</a:pPr>
            <a:br/>
            <a:endParaRPr sz="2000">
              <a:latin typeface="Barlow Medium"/>
              <a:ea typeface="Barlow Medium"/>
              <a:cs typeface="Barlow Medium"/>
            </a:endParaRPr>
          </a:p>
        </p:txBody>
      </p:sp>
      <p:sp>
        <p:nvSpPr>
          <p:cNvPr id="1060" name="Google Shape;1060;p28">
            <a:extLst>
              <a:ext uri="{FF2B5EF4-FFF2-40B4-BE49-F238E27FC236}">
                <a16:creationId xmlns:a16="http://schemas.microsoft.com/office/drawing/2014/main" id="{AAAA68FD-70BE-4EB7-A633-8396C95075A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431433" y="1379758"/>
            <a:ext cx="3698226" cy="68877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accent3"/>
              </a:solidFill>
            </a:endParaRPr>
          </a:p>
        </p:txBody>
      </p:sp>
      <p:sp>
        <p:nvSpPr>
          <p:cNvPr id="1176" name="Google Shape;1176;p28">
            <a:extLst>
              <a:ext uri="{FF2B5EF4-FFF2-40B4-BE49-F238E27FC236}">
                <a16:creationId xmlns:a16="http://schemas.microsoft.com/office/drawing/2014/main" id="{C2527669-F45F-421F-AD11-9D308678F199}"/>
              </a:ext>
            </a:extLst>
          </p:cNvPr>
          <p:cNvSpPr>
            <a:spLocks noGrp="1"/>
          </p:cNvSpPr>
          <p:nvPr/>
        </p:nvSpPr>
        <p:spPr>
          <a:xfrm>
            <a:off x="7815775" y="605950"/>
            <a:ext cx="191100" cy="191100"/>
          </a:xfrm>
          <a:prstGeom prst="leftArrow">
            <a:avLst>
              <a:gd name="adj1" fmla="val 50000"/>
              <a:gd name="adj2" fmla="val 50000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7" name="Google Shape;977;p28">
            <a:extLst>
              <a:ext uri="{FF2B5EF4-FFF2-40B4-BE49-F238E27FC236}">
                <a16:creationId xmlns:a16="http://schemas.microsoft.com/office/drawing/2014/main" id="{DEAF5A7F-81CA-448B-89DF-B8C90CABB727}"/>
              </a:ext>
            </a:extLst>
          </p:cNvPr>
          <p:cNvSpPr>
            <a:spLocks noGrp="1"/>
          </p:cNvSpPr>
          <p:nvPr/>
        </p:nvSpPr>
        <p:spPr>
          <a:xfrm flipH="1">
            <a:off x="7563371" y="2046475"/>
            <a:ext cx="1470070" cy="1176757"/>
          </a:xfrm>
          <a:custGeom>
            <a:avLst/>
            <a:gdLst/>
            <a:ahLst/>
            <a:cxnLst/>
            <a:rect l="l" t="t" r="r" b="b"/>
            <a:pathLst>
              <a:path w="31500" h="25215">
                <a:moveTo>
                  <a:pt x="3702" y="1"/>
                </a:moveTo>
                <a:cubicBezTo>
                  <a:pt x="2458" y="1"/>
                  <a:pt x="1221" y="88"/>
                  <a:pt x="0" y="266"/>
                </a:cubicBezTo>
                <a:cubicBezTo>
                  <a:pt x="1598" y="3256"/>
                  <a:pt x="3653" y="5973"/>
                  <a:pt x="5250" y="8940"/>
                </a:cubicBezTo>
                <a:cubicBezTo>
                  <a:pt x="7168" y="12615"/>
                  <a:pt x="9405" y="16518"/>
                  <a:pt x="12691" y="19325"/>
                </a:cubicBezTo>
                <a:cubicBezTo>
                  <a:pt x="17462" y="23274"/>
                  <a:pt x="25588" y="24598"/>
                  <a:pt x="31499" y="25214"/>
                </a:cubicBezTo>
                <a:cubicBezTo>
                  <a:pt x="31479" y="10329"/>
                  <a:pt x="17249" y="1"/>
                  <a:pt x="3702" y="1"/>
                </a:cubicBezTo>
                <a:close/>
              </a:path>
            </a:pathLst>
          </a:custGeom>
          <a:solidFill>
            <a:srgbClr val="11564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8" name="Google Shape;978;p28">
            <a:extLst>
              <a:ext uri="{FF2B5EF4-FFF2-40B4-BE49-F238E27FC236}">
                <a16:creationId xmlns:a16="http://schemas.microsoft.com/office/drawing/2014/main" id="{DBBDD6B8-719A-4458-91EB-A7E7CCD57FCC}"/>
              </a:ext>
            </a:extLst>
          </p:cNvPr>
          <p:cNvSpPr>
            <a:spLocks noGrp="1"/>
          </p:cNvSpPr>
          <p:nvPr/>
        </p:nvSpPr>
        <p:spPr>
          <a:xfrm flipH="1">
            <a:off x="7550531" y="2188118"/>
            <a:ext cx="1231825" cy="1019762"/>
          </a:xfrm>
          <a:custGeom>
            <a:avLst/>
            <a:gdLst/>
            <a:ahLst/>
            <a:cxnLst/>
            <a:rect l="l" t="t" r="r" b="b"/>
            <a:pathLst>
              <a:path w="26395" h="21851">
                <a:moveTo>
                  <a:pt x="480" y="1"/>
                </a:moveTo>
                <a:cubicBezTo>
                  <a:pt x="186" y="1"/>
                  <a:pt x="0" y="446"/>
                  <a:pt x="304" y="655"/>
                </a:cubicBezTo>
                <a:cubicBezTo>
                  <a:pt x="4960" y="3851"/>
                  <a:pt x="8932" y="7845"/>
                  <a:pt x="13406" y="11246"/>
                </a:cubicBezTo>
                <a:cubicBezTo>
                  <a:pt x="17674" y="14487"/>
                  <a:pt x="22330" y="17454"/>
                  <a:pt x="25686" y="21723"/>
                </a:cubicBezTo>
                <a:cubicBezTo>
                  <a:pt x="25753" y="21813"/>
                  <a:pt x="25835" y="21850"/>
                  <a:pt x="25915" y="21850"/>
                </a:cubicBezTo>
                <a:cubicBezTo>
                  <a:pt x="26160" y="21850"/>
                  <a:pt x="26394" y="21501"/>
                  <a:pt x="26188" y="21243"/>
                </a:cubicBezTo>
                <a:cubicBezTo>
                  <a:pt x="22970" y="17158"/>
                  <a:pt x="18587" y="14236"/>
                  <a:pt x="14456" y="11177"/>
                </a:cubicBezTo>
                <a:cubicBezTo>
                  <a:pt x="9708" y="7640"/>
                  <a:pt x="5554" y="3417"/>
                  <a:pt x="669" y="62"/>
                </a:cubicBezTo>
                <a:cubicBezTo>
                  <a:pt x="604" y="19"/>
                  <a:pt x="540" y="1"/>
                  <a:pt x="480" y="1"/>
                </a:cubicBezTo>
                <a:close/>
              </a:path>
            </a:pathLst>
          </a:custGeom>
          <a:solidFill>
            <a:srgbClr val="46AA9E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9" name="Google Shape;979;p28">
            <a:extLst>
              <a:ext uri="{FF2B5EF4-FFF2-40B4-BE49-F238E27FC236}">
                <a16:creationId xmlns:a16="http://schemas.microsoft.com/office/drawing/2014/main" id="{9F4849DD-6A26-4935-9E4C-2D7E2BD2F2D4}"/>
              </a:ext>
            </a:extLst>
          </p:cNvPr>
          <p:cNvSpPr>
            <a:spLocks noGrp="1"/>
          </p:cNvSpPr>
          <p:nvPr/>
        </p:nvSpPr>
        <p:spPr>
          <a:xfrm flipH="1">
            <a:off x="7681601" y="3054873"/>
            <a:ext cx="18154" cy="17128"/>
          </a:xfrm>
          <a:custGeom>
            <a:avLst/>
            <a:gdLst/>
            <a:ahLst/>
            <a:cxnLst/>
            <a:rect l="l" t="t" r="r" b="b"/>
            <a:pathLst>
              <a:path w="389" h="367">
                <a:moveTo>
                  <a:pt x="1" y="1"/>
                </a:moveTo>
                <a:cubicBezTo>
                  <a:pt x="24" y="138"/>
                  <a:pt x="24" y="252"/>
                  <a:pt x="46" y="366"/>
                </a:cubicBezTo>
                <a:cubicBezTo>
                  <a:pt x="161" y="252"/>
                  <a:pt x="275" y="138"/>
                  <a:pt x="389" y="24"/>
                </a:cubicBezTo>
                <a:cubicBezTo>
                  <a:pt x="252" y="24"/>
                  <a:pt x="138" y="24"/>
                  <a:pt x="1" y="1"/>
                </a:cubicBezTo>
                <a:close/>
              </a:path>
            </a:pathLst>
          </a:custGeom>
          <a:solidFill>
            <a:srgbClr val="46AA9E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0" name="Google Shape;980;p28">
            <a:extLst>
              <a:ext uri="{FF2B5EF4-FFF2-40B4-BE49-F238E27FC236}">
                <a16:creationId xmlns:a16="http://schemas.microsoft.com/office/drawing/2014/main" id="{23211757-6138-402C-8BC8-AB42066EEF1D}"/>
              </a:ext>
            </a:extLst>
          </p:cNvPr>
          <p:cNvSpPr>
            <a:spLocks noGrp="1"/>
          </p:cNvSpPr>
          <p:nvPr/>
        </p:nvSpPr>
        <p:spPr>
          <a:xfrm flipH="1">
            <a:off x="7649638" y="2811116"/>
            <a:ext cx="322808" cy="276933"/>
          </a:xfrm>
          <a:custGeom>
            <a:avLst/>
            <a:gdLst/>
            <a:ahLst/>
            <a:cxnLst/>
            <a:rect l="l" t="t" r="r" b="b"/>
            <a:pathLst>
              <a:path w="6917" h="5934">
                <a:moveTo>
                  <a:pt x="5844" y="5224"/>
                </a:moveTo>
                <a:lnTo>
                  <a:pt x="5844" y="5224"/>
                </a:lnTo>
                <a:cubicBezTo>
                  <a:pt x="5981" y="5247"/>
                  <a:pt x="6095" y="5247"/>
                  <a:pt x="6232" y="5247"/>
                </a:cubicBezTo>
                <a:cubicBezTo>
                  <a:pt x="6118" y="5361"/>
                  <a:pt x="6004" y="5475"/>
                  <a:pt x="5889" y="5589"/>
                </a:cubicBezTo>
                <a:cubicBezTo>
                  <a:pt x="5867" y="5475"/>
                  <a:pt x="5867" y="5361"/>
                  <a:pt x="5844" y="5224"/>
                </a:cubicBezTo>
                <a:close/>
                <a:moveTo>
                  <a:pt x="5509" y="1"/>
                </a:moveTo>
                <a:cubicBezTo>
                  <a:pt x="5265" y="1"/>
                  <a:pt x="5029" y="244"/>
                  <a:pt x="5205" y="499"/>
                </a:cubicBezTo>
                <a:cubicBezTo>
                  <a:pt x="6163" y="1891"/>
                  <a:pt x="5730" y="3626"/>
                  <a:pt x="5844" y="5224"/>
                </a:cubicBezTo>
                <a:cubicBezTo>
                  <a:pt x="4041" y="5155"/>
                  <a:pt x="2237" y="5201"/>
                  <a:pt x="457" y="5064"/>
                </a:cubicBezTo>
                <a:cubicBezTo>
                  <a:pt x="450" y="5064"/>
                  <a:pt x="442" y="5064"/>
                  <a:pt x="435" y="5064"/>
                </a:cubicBezTo>
                <a:cubicBezTo>
                  <a:pt x="1" y="5064"/>
                  <a:pt x="8" y="5727"/>
                  <a:pt x="457" y="5772"/>
                </a:cubicBezTo>
                <a:cubicBezTo>
                  <a:pt x="2374" y="5909"/>
                  <a:pt x="4314" y="5817"/>
                  <a:pt x="6232" y="5931"/>
                </a:cubicBezTo>
                <a:cubicBezTo>
                  <a:pt x="6241" y="5933"/>
                  <a:pt x="6250" y="5933"/>
                  <a:pt x="6260" y="5933"/>
                </a:cubicBezTo>
                <a:cubicBezTo>
                  <a:pt x="6414" y="5933"/>
                  <a:pt x="6596" y="5761"/>
                  <a:pt x="6574" y="5589"/>
                </a:cubicBezTo>
                <a:cubicBezTo>
                  <a:pt x="6323" y="3763"/>
                  <a:pt x="6917" y="1777"/>
                  <a:pt x="5798" y="157"/>
                </a:cubicBezTo>
                <a:cubicBezTo>
                  <a:pt x="5722" y="46"/>
                  <a:pt x="5615" y="1"/>
                  <a:pt x="5509" y="1"/>
                </a:cubicBezTo>
                <a:close/>
              </a:path>
            </a:pathLst>
          </a:custGeom>
          <a:solidFill>
            <a:srgbClr val="46AA9E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1" name="Google Shape;981;p28">
            <a:extLst>
              <a:ext uri="{FF2B5EF4-FFF2-40B4-BE49-F238E27FC236}">
                <a16:creationId xmlns:a16="http://schemas.microsoft.com/office/drawing/2014/main" id="{1F2CEAC5-51D1-41FC-93F6-BEF04160E6A5}"/>
              </a:ext>
            </a:extLst>
          </p:cNvPr>
          <p:cNvSpPr>
            <a:spLocks noGrp="1"/>
          </p:cNvSpPr>
          <p:nvPr/>
        </p:nvSpPr>
        <p:spPr>
          <a:xfrm flipH="1">
            <a:off x="7817923" y="2936658"/>
            <a:ext cx="20300" cy="20254"/>
          </a:xfrm>
          <a:custGeom>
            <a:avLst/>
            <a:gdLst/>
            <a:ahLst/>
            <a:cxnLst/>
            <a:rect l="l" t="t" r="r" b="b"/>
            <a:pathLst>
              <a:path w="435" h="434">
                <a:moveTo>
                  <a:pt x="0" y="0"/>
                </a:moveTo>
                <a:cubicBezTo>
                  <a:pt x="0" y="160"/>
                  <a:pt x="0" y="297"/>
                  <a:pt x="0" y="434"/>
                </a:cubicBezTo>
                <a:cubicBezTo>
                  <a:pt x="137" y="320"/>
                  <a:pt x="297" y="206"/>
                  <a:pt x="434" y="92"/>
                </a:cubicBezTo>
                <a:cubicBezTo>
                  <a:pt x="297" y="69"/>
                  <a:pt x="137" y="46"/>
                  <a:pt x="0" y="0"/>
                </a:cubicBezTo>
                <a:close/>
              </a:path>
            </a:pathLst>
          </a:custGeom>
          <a:solidFill>
            <a:srgbClr val="46AA9E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2" name="Google Shape;982;p28">
            <a:extLst>
              <a:ext uri="{FF2B5EF4-FFF2-40B4-BE49-F238E27FC236}">
                <a16:creationId xmlns:a16="http://schemas.microsoft.com/office/drawing/2014/main" id="{9E7A97EB-F6D0-4EDD-AC55-BEA78393CA91}"/>
              </a:ext>
            </a:extLst>
          </p:cNvPr>
          <p:cNvSpPr>
            <a:spLocks noGrp="1"/>
          </p:cNvSpPr>
          <p:nvPr/>
        </p:nvSpPr>
        <p:spPr>
          <a:xfrm flipH="1">
            <a:off x="7801971" y="2631716"/>
            <a:ext cx="426133" cy="341570"/>
          </a:xfrm>
          <a:custGeom>
            <a:avLst/>
            <a:gdLst/>
            <a:ahLst/>
            <a:cxnLst/>
            <a:rect l="l" t="t" r="r" b="b"/>
            <a:pathLst>
              <a:path w="9131" h="7319">
                <a:moveTo>
                  <a:pt x="7246" y="0"/>
                </a:moveTo>
                <a:cubicBezTo>
                  <a:pt x="7010" y="0"/>
                  <a:pt x="6757" y="260"/>
                  <a:pt x="6916" y="531"/>
                </a:cubicBezTo>
                <a:cubicBezTo>
                  <a:pt x="7852" y="2312"/>
                  <a:pt x="8354" y="4503"/>
                  <a:pt x="8354" y="6534"/>
                </a:cubicBezTo>
                <a:cubicBezTo>
                  <a:pt x="8491" y="6580"/>
                  <a:pt x="8651" y="6603"/>
                  <a:pt x="8788" y="6626"/>
                </a:cubicBezTo>
                <a:cubicBezTo>
                  <a:pt x="8651" y="6740"/>
                  <a:pt x="8491" y="6854"/>
                  <a:pt x="8354" y="6968"/>
                </a:cubicBezTo>
                <a:cubicBezTo>
                  <a:pt x="8354" y="6831"/>
                  <a:pt x="8354" y="6694"/>
                  <a:pt x="8354" y="6534"/>
                </a:cubicBezTo>
                <a:cubicBezTo>
                  <a:pt x="6091" y="6078"/>
                  <a:pt x="3793" y="5759"/>
                  <a:pt x="1475" y="5759"/>
                </a:cubicBezTo>
                <a:cubicBezTo>
                  <a:pt x="1128" y="5759"/>
                  <a:pt x="781" y="5766"/>
                  <a:pt x="434" y="5781"/>
                </a:cubicBezTo>
                <a:cubicBezTo>
                  <a:pt x="7" y="5781"/>
                  <a:pt x="1" y="6466"/>
                  <a:pt x="414" y="6466"/>
                </a:cubicBezTo>
                <a:cubicBezTo>
                  <a:pt x="420" y="6466"/>
                  <a:pt x="427" y="6466"/>
                  <a:pt x="434" y="6466"/>
                </a:cubicBezTo>
                <a:cubicBezTo>
                  <a:pt x="774" y="6452"/>
                  <a:pt x="1113" y="6445"/>
                  <a:pt x="1451" y="6445"/>
                </a:cubicBezTo>
                <a:cubicBezTo>
                  <a:pt x="3864" y="6445"/>
                  <a:pt x="6243" y="6790"/>
                  <a:pt x="8606" y="7310"/>
                </a:cubicBezTo>
                <a:cubicBezTo>
                  <a:pt x="8632" y="7316"/>
                  <a:pt x="8658" y="7318"/>
                  <a:pt x="8684" y="7318"/>
                </a:cubicBezTo>
                <a:cubicBezTo>
                  <a:pt x="8879" y="7318"/>
                  <a:pt x="9039" y="7170"/>
                  <a:pt x="9039" y="6968"/>
                </a:cubicBezTo>
                <a:cubicBezTo>
                  <a:pt x="9131" y="4685"/>
                  <a:pt x="8583" y="2175"/>
                  <a:pt x="7510" y="166"/>
                </a:cubicBezTo>
                <a:cubicBezTo>
                  <a:pt x="7448" y="49"/>
                  <a:pt x="7349" y="0"/>
                  <a:pt x="7246" y="0"/>
                </a:cubicBezTo>
                <a:close/>
              </a:path>
            </a:pathLst>
          </a:custGeom>
          <a:solidFill>
            <a:srgbClr val="46AA9E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3" name="Google Shape;983;p28">
            <a:extLst>
              <a:ext uri="{FF2B5EF4-FFF2-40B4-BE49-F238E27FC236}">
                <a16:creationId xmlns:a16="http://schemas.microsoft.com/office/drawing/2014/main" id="{77BB1C3B-D305-42CD-A766-0963F67D4068}"/>
              </a:ext>
            </a:extLst>
          </p:cNvPr>
          <p:cNvSpPr>
            <a:spLocks noGrp="1"/>
          </p:cNvSpPr>
          <p:nvPr/>
        </p:nvSpPr>
        <p:spPr>
          <a:xfrm flipH="1">
            <a:off x="8058700" y="2407281"/>
            <a:ext cx="338722" cy="362197"/>
          </a:xfrm>
          <a:custGeom>
            <a:avLst/>
            <a:gdLst/>
            <a:ahLst/>
            <a:cxnLst/>
            <a:rect l="l" t="t" r="r" b="b"/>
            <a:pathLst>
              <a:path w="7258" h="7761">
                <a:moveTo>
                  <a:pt x="5332" y="1"/>
                </a:moveTo>
                <a:cubicBezTo>
                  <a:pt x="5104" y="1"/>
                  <a:pt x="4857" y="257"/>
                  <a:pt x="4998" y="524"/>
                </a:cubicBezTo>
                <a:cubicBezTo>
                  <a:pt x="5774" y="2168"/>
                  <a:pt x="6116" y="4130"/>
                  <a:pt x="6276" y="5934"/>
                </a:cubicBezTo>
                <a:cubicBezTo>
                  <a:pt x="6299" y="6230"/>
                  <a:pt x="6299" y="6527"/>
                  <a:pt x="6276" y="6824"/>
                </a:cubicBezTo>
                <a:cubicBezTo>
                  <a:pt x="6276" y="6938"/>
                  <a:pt x="5888" y="6967"/>
                  <a:pt x="5477" y="6967"/>
                </a:cubicBezTo>
                <a:cubicBezTo>
                  <a:pt x="5066" y="6967"/>
                  <a:pt x="4633" y="6938"/>
                  <a:pt x="4541" y="6938"/>
                </a:cubicBezTo>
                <a:cubicBezTo>
                  <a:pt x="3195" y="6961"/>
                  <a:pt x="1825" y="7006"/>
                  <a:pt x="456" y="7052"/>
                </a:cubicBezTo>
                <a:cubicBezTo>
                  <a:pt x="29" y="7075"/>
                  <a:pt x="0" y="7760"/>
                  <a:pt x="434" y="7760"/>
                </a:cubicBezTo>
                <a:cubicBezTo>
                  <a:pt x="441" y="7760"/>
                  <a:pt x="448" y="7760"/>
                  <a:pt x="456" y="7760"/>
                </a:cubicBezTo>
                <a:cubicBezTo>
                  <a:pt x="2215" y="7700"/>
                  <a:pt x="3991" y="7641"/>
                  <a:pt x="5755" y="7641"/>
                </a:cubicBezTo>
                <a:cubicBezTo>
                  <a:pt x="6028" y="7641"/>
                  <a:pt x="6301" y="7643"/>
                  <a:pt x="6573" y="7646"/>
                </a:cubicBezTo>
                <a:cubicBezTo>
                  <a:pt x="6710" y="7646"/>
                  <a:pt x="6892" y="7531"/>
                  <a:pt x="6915" y="7395"/>
                </a:cubicBezTo>
                <a:cubicBezTo>
                  <a:pt x="7258" y="5089"/>
                  <a:pt x="6573" y="2259"/>
                  <a:pt x="5591" y="182"/>
                </a:cubicBezTo>
                <a:cubicBezTo>
                  <a:pt x="5534" y="54"/>
                  <a:pt x="5435" y="1"/>
                  <a:pt x="5332" y="1"/>
                </a:cubicBezTo>
                <a:close/>
              </a:path>
            </a:pathLst>
          </a:custGeom>
          <a:solidFill>
            <a:srgbClr val="46AA9E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4" name="Google Shape;984;p28">
            <a:extLst>
              <a:ext uri="{FF2B5EF4-FFF2-40B4-BE49-F238E27FC236}">
                <a16:creationId xmlns:a16="http://schemas.microsoft.com/office/drawing/2014/main" id="{748FF5A6-6EFB-4655-81FF-6DC0D0609B47}"/>
              </a:ext>
            </a:extLst>
          </p:cNvPr>
          <p:cNvSpPr>
            <a:spLocks noGrp="1"/>
          </p:cNvSpPr>
          <p:nvPr/>
        </p:nvSpPr>
        <p:spPr>
          <a:xfrm flipH="1">
            <a:off x="8291997" y="2558491"/>
            <a:ext cx="16007" cy="16007"/>
          </a:xfrm>
          <a:custGeom>
            <a:avLst/>
            <a:gdLst/>
            <a:ahLst/>
            <a:cxnLst/>
            <a:rect l="l" t="t" r="r" b="b"/>
            <a:pathLst>
              <a:path w="343" h="343">
                <a:moveTo>
                  <a:pt x="1" y="0"/>
                </a:moveTo>
                <a:cubicBezTo>
                  <a:pt x="1" y="114"/>
                  <a:pt x="1" y="229"/>
                  <a:pt x="1" y="343"/>
                </a:cubicBezTo>
                <a:cubicBezTo>
                  <a:pt x="115" y="229"/>
                  <a:pt x="229" y="114"/>
                  <a:pt x="343" y="0"/>
                </a:cubicBezTo>
                <a:close/>
              </a:path>
            </a:pathLst>
          </a:custGeom>
          <a:solidFill>
            <a:srgbClr val="46AA9E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5" name="Google Shape;985;p28">
            <a:extLst>
              <a:ext uri="{FF2B5EF4-FFF2-40B4-BE49-F238E27FC236}">
                <a16:creationId xmlns:a16="http://schemas.microsoft.com/office/drawing/2014/main" id="{A9233049-9A2D-49BF-BD56-C590E2304025}"/>
              </a:ext>
            </a:extLst>
          </p:cNvPr>
          <p:cNvSpPr>
            <a:spLocks noGrp="1"/>
          </p:cNvSpPr>
          <p:nvPr/>
        </p:nvSpPr>
        <p:spPr>
          <a:xfrm flipH="1">
            <a:off x="8272822" y="2327335"/>
            <a:ext cx="300408" cy="264192"/>
          </a:xfrm>
          <a:custGeom>
            <a:avLst/>
            <a:gdLst/>
            <a:ahLst/>
            <a:cxnLst/>
            <a:rect l="l" t="t" r="r" b="b"/>
            <a:pathLst>
              <a:path w="6437" h="5661">
                <a:moveTo>
                  <a:pt x="5963" y="0"/>
                </a:moveTo>
                <a:cubicBezTo>
                  <a:pt x="5792" y="0"/>
                  <a:pt x="5626" y="114"/>
                  <a:pt x="5638" y="343"/>
                </a:cubicBezTo>
                <a:cubicBezTo>
                  <a:pt x="5684" y="1872"/>
                  <a:pt x="5729" y="3401"/>
                  <a:pt x="5684" y="4953"/>
                </a:cubicBezTo>
                <a:lnTo>
                  <a:pt x="6026" y="4953"/>
                </a:lnTo>
                <a:cubicBezTo>
                  <a:pt x="5912" y="5067"/>
                  <a:pt x="5798" y="5182"/>
                  <a:pt x="5684" y="5296"/>
                </a:cubicBezTo>
                <a:cubicBezTo>
                  <a:pt x="5684" y="5182"/>
                  <a:pt x="5684" y="5067"/>
                  <a:pt x="5684" y="4953"/>
                </a:cubicBezTo>
                <a:cubicBezTo>
                  <a:pt x="5105" y="4923"/>
                  <a:pt x="4525" y="4913"/>
                  <a:pt x="3942" y="4913"/>
                </a:cubicBezTo>
                <a:cubicBezTo>
                  <a:pt x="2777" y="4913"/>
                  <a:pt x="1605" y="4953"/>
                  <a:pt x="434" y="4953"/>
                </a:cubicBezTo>
                <a:cubicBezTo>
                  <a:pt x="0" y="4953"/>
                  <a:pt x="0" y="5661"/>
                  <a:pt x="434" y="5661"/>
                </a:cubicBezTo>
                <a:cubicBezTo>
                  <a:pt x="1771" y="5661"/>
                  <a:pt x="3096" y="5603"/>
                  <a:pt x="4426" y="5603"/>
                </a:cubicBezTo>
                <a:cubicBezTo>
                  <a:pt x="4958" y="5603"/>
                  <a:pt x="5491" y="5612"/>
                  <a:pt x="6026" y="5638"/>
                </a:cubicBezTo>
                <a:cubicBezTo>
                  <a:pt x="6036" y="5639"/>
                  <a:pt x="6047" y="5640"/>
                  <a:pt x="6057" y="5640"/>
                </a:cubicBezTo>
                <a:cubicBezTo>
                  <a:pt x="6226" y="5640"/>
                  <a:pt x="6368" y="5468"/>
                  <a:pt x="6368" y="5296"/>
                </a:cubicBezTo>
                <a:cubicBezTo>
                  <a:pt x="6437" y="3652"/>
                  <a:pt x="6391" y="1986"/>
                  <a:pt x="6323" y="343"/>
                </a:cubicBezTo>
                <a:cubicBezTo>
                  <a:pt x="6311" y="114"/>
                  <a:pt x="6134" y="0"/>
                  <a:pt x="5963" y="0"/>
                </a:cubicBezTo>
                <a:close/>
              </a:path>
            </a:pathLst>
          </a:custGeom>
          <a:solidFill>
            <a:srgbClr val="46AA9E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6" name="Google Shape;986;p28">
            <a:extLst>
              <a:ext uri="{FF2B5EF4-FFF2-40B4-BE49-F238E27FC236}">
                <a16:creationId xmlns:a16="http://schemas.microsoft.com/office/drawing/2014/main" id="{AD1D2EE8-BBFD-4714-9B7D-7993664E0931}"/>
              </a:ext>
            </a:extLst>
          </p:cNvPr>
          <p:cNvSpPr>
            <a:spLocks noGrp="1"/>
          </p:cNvSpPr>
          <p:nvPr/>
        </p:nvSpPr>
        <p:spPr>
          <a:xfrm flipH="1">
            <a:off x="8526327" y="2367797"/>
            <a:ext cx="20300" cy="13907"/>
          </a:xfrm>
          <a:custGeom>
            <a:avLst/>
            <a:gdLst/>
            <a:ahLst/>
            <a:cxnLst/>
            <a:rect l="l" t="t" r="r" b="b"/>
            <a:pathLst>
              <a:path w="435" h="298">
                <a:moveTo>
                  <a:pt x="46" y="1"/>
                </a:moveTo>
                <a:cubicBezTo>
                  <a:pt x="23" y="92"/>
                  <a:pt x="23" y="183"/>
                  <a:pt x="1" y="297"/>
                </a:cubicBezTo>
                <a:cubicBezTo>
                  <a:pt x="160" y="206"/>
                  <a:pt x="297" y="138"/>
                  <a:pt x="434" y="46"/>
                </a:cubicBezTo>
                <a:cubicBezTo>
                  <a:pt x="297" y="23"/>
                  <a:pt x="183" y="23"/>
                  <a:pt x="46" y="1"/>
                </a:cubicBezTo>
                <a:close/>
              </a:path>
            </a:pathLst>
          </a:custGeom>
          <a:solidFill>
            <a:srgbClr val="46AA9E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7" name="Google Shape;987;p28">
            <a:extLst>
              <a:ext uri="{FF2B5EF4-FFF2-40B4-BE49-F238E27FC236}">
                <a16:creationId xmlns:a16="http://schemas.microsoft.com/office/drawing/2014/main" id="{13288B67-ED66-4EF7-BD53-9AD8E020939A}"/>
              </a:ext>
            </a:extLst>
          </p:cNvPr>
          <p:cNvSpPr>
            <a:spLocks noGrp="1"/>
          </p:cNvSpPr>
          <p:nvPr/>
        </p:nvSpPr>
        <p:spPr>
          <a:xfrm flipH="1">
            <a:off x="8503976" y="2149148"/>
            <a:ext cx="235444" cy="252339"/>
          </a:xfrm>
          <a:custGeom>
            <a:avLst/>
            <a:gdLst/>
            <a:ahLst/>
            <a:cxnLst/>
            <a:rect l="l" t="t" r="r" b="b"/>
            <a:pathLst>
              <a:path w="5045" h="5407">
                <a:moveTo>
                  <a:pt x="3832" y="1"/>
                </a:moveTo>
                <a:cubicBezTo>
                  <a:pt x="3658" y="1"/>
                  <a:pt x="3493" y="109"/>
                  <a:pt x="3515" y="326"/>
                </a:cubicBezTo>
                <a:cubicBezTo>
                  <a:pt x="3629" y="1787"/>
                  <a:pt x="4269" y="3225"/>
                  <a:pt x="4177" y="4686"/>
                </a:cubicBezTo>
                <a:cubicBezTo>
                  <a:pt x="4314" y="4708"/>
                  <a:pt x="4428" y="4708"/>
                  <a:pt x="4565" y="4731"/>
                </a:cubicBezTo>
                <a:cubicBezTo>
                  <a:pt x="4428" y="4823"/>
                  <a:pt x="4291" y="4891"/>
                  <a:pt x="4132" y="4982"/>
                </a:cubicBezTo>
                <a:cubicBezTo>
                  <a:pt x="4154" y="4868"/>
                  <a:pt x="4154" y="4777"/>
                  <a:pt x="4177" y="4686"/>
                </a:cubicBezTo>
                <a:cubicBezTo>
                  <a:pt x="3477" y="4597"/>
                  <a:pt x="2785" y="4550"/>
                  <a:pt x="2091" y="4550"/>
                </a:cubicBezTo>
                <a:cubicBezTo>
                  <a:pt x="1541" y="4550"/>
                  <a:pt x="990" y="4579"/>
                  <a:pt x="434" y="4640"/>
                </a:cubicBezTo>
                <a:cubicBezTo>
                  <a:pt x="14" y="4684"/>
                  <a:pt x="1" y="5327"/>
                  <a:pt x="393" y="5327"/>
                </a:cubicBezTo>
                <a:cubicBezTo>
                  <a:pt x="406" y="5327"/>
                  <a:pt x="420" y="5326"/>
                  <a:pt x="434" y="5325"/>
                </a:cubicBezTo>
                <a:cubicBezTo>
                  <a:pt x="1029" y="5263"/>
                  <a:pt x="1619" y="5229"/>
                  <a:pt x="2209" y="5229"/>
                </a:cubicBezTo>
                <a:cubicBezTo>
                  <a:pt x="2932" y="5229"/>
                  <a:pt x="3654" y="5280"/>
                  <a:pt x="4383" y="5393"/>
                </a:cubicBezTo>
                <a:cubicBezTo>
                  <a:pt x="4414" y="5402"/>
                  <a:pt x="4448" y="5407"/>
                  <a:pt x="4483" y="5407"/>
                </a:cubicBezTo>
                <a:cubicBezTo>
                  <a:pt x="4625" y="5407"/>
                  <a:pt x="4780" y="5330"/>
                  <a:pt x="4816" y="5165"/>
                </a:cubicBezTo>
                <a:cubicBezTo>
                  <a:pt x="5045" y="3476"/>
                  <a:pt x="4337" y="1969"/>
                  <a:pt x="4200" y="326"/>
                </a:cubicBezTo>
                <a:cubicBezTo>
                  <a:pt x="4189" y="109"/>
                  <a:pt x="4006" y="1"/>
                  <a:pt x="3832" y="1"/>
                </a:cubicBezTo>
                <a:close/>
              </a:path>
            </a:pathLst>
          </a:custGeom>
          <a:solidFill>
            <a:srgbClr val="46AA9E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8" name="Google Shape;988;p28">
            <a:extLst>
              <a:ext uri="{FF2B5EF4-FFF2-40B4-BE49-F238E27FC236}">
                <a16:creationId xmlns:a16="http://schemas.microsoft.com/office/drawing/2014/main" id="{13345388-0C77-405C-A5C2-94A2879A3535}"/>
              </a:ext>
            </a:extLst>
          </p:cNvPr>
          <p:cNvSpPr>
            <a:spLocks noGrp="1"/>
          </p:cNvSpPr>
          <p:nvPr/>
        </p:nvSpPr>
        <p:spPr>
          <a:xfrm flipH="1">
            <a:off x="8346321" y="2278331"/>
            <a:ext cx="62863" cy="49049"/>
          </a:xfrm>
          <a:custGeom>
            <a:avLst/>
            <a:gdLst/>
            <a:ahLst/>
            <a:cxnLst/>
            <a:rect l="l" t="t" r="r" b="b"/>
            <a:pathLst>
              <a:path w="1347" h="1051">
                <a:moveTo>
                  <a:pt x="662" y="0"/>
                </a:moveTo>
                <a:cubicBezTo>
                  <a:pt x="0" y="0"/>
                  <a:pt x="0" y="1050"/>
                  <a:pt x="662" y="1050"/>
                </a:cubicBezTo>
                <a:cubicBezTo>
                  <a:pt x="1347" y="1050"/>
                  <a:pt x="1347" y="0"/>
                  <a:pt x="662" y="0"/>
                </a:cubicBezTo>
                <a:close/>
              </a:path>
            </a:pathLst>
          </a:custGeom>
          <a:solidFill>
            <a:srgbClr val="46AA9E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9" name="Google Shape;989;p28">
            <a:extLst>
              <a:ext uri="{FF2B5EF4-FFF2-40B4-BE49-F238E27FC236}">
                <a16:creationId xmlns:a16="http://schemas.microsoft.com/office/drawing/2014/main" id="{B08F096E-669C-402B-894D-451F2DE93F08}"/>
              </a:ext>
            </a:extLst>
          </p:cNvPr>
          <p:cNvSpPr>
            <a:spLocks noGrp="1"/>
          </p:cNvSpPr>
          <p:nvPr/>
        </p:nvSpPr>
        <p:spPr>
          <a:xfrm flipH="1">
            <a:off x="8403819" y="2227182"/>
            <a:ext cx="62909" cy="49049"/>
          </a:xfrm>
          <a:custGeom>
            <a:avLst/>
            <a:gdLst/>
            <a:ahLst/>
            <a:cxnLst/>
            <a:rect l="l" t="t" r="r" b="b"/>
            <a:pathLst>
              <a:path w="1348" h="1051">
                <a:moveTo>
                  <a:pt x="685" y="1"/>
                </a:moveTo>
                <a:cubicBezTo>
                  <a:pt x="1" y="1"/>
                  <a:pt x="1" y="1051"/>
                  <a:pt x="685" y="1051"/>
                </a:cubicBezTo>
                <a:cubicBezTo>
                  <a:pt x="1347" y="1051"/>
                  <a:pt x="1347" y="1"/>
                  <a:pt x="685" y="1"/>
                </a:cubicBezTo>
                <a:close/>
              </a:path>
            </a:pathLst>
          </a:custGeom>
          <a:solidFill>
            <a:srgbClr val="46AA9E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0" name="Google Shape;990;p28">
            <a:extLst>
              <a:ext uri="{FF2B5EF4-FFF2-40B4-BE49-F238E27FC236}">
                <a16:creationId xmlns:a16="http://schemas.microsoft.com/office/drawing/2014/main" id="{BFFC4921-318F-416E-BB85-D9AC41A7B09A}"/>
              </a:ext>
            </a:extLst>
          </p:cNvPr>
          <p:cNvSpPr>
            <a:spLocks noGrp="1"/>
          </p:cNvSpPr>
          <p:nvPr/>
        </p:nvSpPr>
        <p:spPr>
          <a:xfrm flipH="1">
            <a:off x="8333534" y="2211220"/>
            <a:ext cx="62863" cy="47975"/>
          </a:xfrm>
          <a:custGeom>
            <a:avLst/>
            <a:gdLst/>
            <a:ahLst/>
            <a:cxnLst/>
            <a:rect l="l" t="t" r="r" b="b"/>
            <a:pathLst>
              <a:path w="1347" h="1028">
                <a:moveTo>
                  <a:pt x="662" y="0"/>
                </a:moveTo>
                <a:cubicBezTo>
                  <a:pt x="0" y="0"/>
                  <a:pt x="0" y="1027"/>
                  <a:pt x="662" y="1027"/>
                </a:cubicBezTo>
                <a:cubicBezTo>
                  <a:pt x="1347" y="1027"/>
                  <a:pt x="1347" y="0"/>
                  <a:pt x="662" y="0"/>
                </a:cubicBezTo>
                <a:close/>
              </a:path>
            </a:pathLst>
          </a:custGeom>
          <a:solidFill>
            <a:srgbClr val="46AA9E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1" name="Google Shape;991;p28">
            <a:extLst>
              <a:ext uri="{FF2B5EF4-FFF2-40B4-BE49-F238E27FC236}">
                <a16:creationId xmlns:a16="http://schemas.microsoft.com/office/drawing/2014/main" id="{FD99E261-83BD-4FC7-B489-99E9C12DA715}"/>
              </a:ext>
            </a:extLst>
          </p:cNvPr>
          <p:cNvSpPr>
            <a:spLocks noGrp="1"/>
          </p:cNvSpPr>
          <p:nvPr/>
        </p:nvSpPr>
        <p:spPr>
          <a:xfrm flipH="1">
            <a:off x="8451749" y="2728929"/>
            <a:ext cx="62909" cy="49049"/>
          </a:xfrm>
          <a:custGeom>
            <a:avLst/>
            <a:gdLst/>
            <a:ahLst/>
            <a:cxnLst/>
            <a:rect l="l" t="t" r="r" b="b"/>
            <a:pathLst>
              <a:path w="1348" h="1051">
                <a:moveTo>
                  <a:pt x="685" y="0"/>
                </a:moveTo>
                <a:cubicBezTo>
                  <a:pt x="0" y="0"/>
                  <a:pt x="0" y="1050"/>
                  <a:pt x="685" y="1050"/>
                </a:cubicBezTo>
                <a:cubicBezTo>
                  <a:pt x="1347" y="1050"/>
                  <a:pt x="1347" y="0"/>
                  <a:pt x="685" y="0"/>
                </a:cubicBezTo>
                <a:close/>
              </a:path>
            </a:pathLst>
          </a:custGeom>
          <a:solidFill>
            <a:srgbClr val="46AA9E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2" name="Google Shape;992;p28">
            <a:extLst>
              <a:ext uri="{FF2B5EF4-FFF2-40B4-BE49-F238E27FC236}">
                <a16:creationId xmlns:a16="http://schemas.microsoft.com/office/drawing/2014/main" id="{17B54C88-C452-4214-938E-7F609D077A96}"/>
              </a:ext>
            </a:extLst>
          </p:cNvPr>
          <p:cNvSpPr>
            <a:spLocks noGrp="1"/>
          </p:cNvSpPr>
          <p:nvPr/>
        </p:nvSpPr>
        <p:spPr>
          <a:xfrm flipH="1">
            <a:off x="8515687" y="2682074"/>
            <a:ext cx="62909" cy="49001"/>
          </a:xfrm>
          <a:custGeom>
            <a:avLst/>
            <a:gdLst/>
            <a:ahLst/>
            <a:cxnLst/>
            <a:rect l="l" t="t" r="r" b="b"/>
            <a:pathLst>
              <a:path w="1348" h="1050">
                <a:moveTo>
                  <a:pt x="686" y="0"/>
                </a:moveTo>
                <a:cubicBezTo>
                  <a:pt x="1" y="0"/>
                  <a:pt x="1" y="1050"/>
                  <a:pt x="686" y="1050"/>
                </a:cubicBezTo>
                <a:cubicBezTo>
                  <a:pt x="1348" y="1050"/>
                  <a:pt x="1348" y="0"/>
                  <a:pt x="686" y="0"/>
                </a:cubicBezTo>
                <a:close/>
              </a:path>
            </a:pathLst>
          </a:custGeom>
          <a:solidFill>
            <a:srgbClr val="46AA9E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3" name="Google Shape;993;p28">
            <a:extLst>
              <a:ext uri="{FF2B5EF4-FFF2-40B4-BE49-F238E27FC236}">
                <a16:creationId xmlns:a16="http://schemas.microsoft.com/office/drawing/2014/main" id="{9F58F2B8-9B81-46E4-B881-91F66FB8FF5B}"/>
              </a:ext>
            </a:extLst>
          </p:cNvPr>
          <p:cNvSpPr>
            <a:spLocks noGrp="1"/>
          </p:cNvSpPr>
          <p:nvPr/>
        </p:nvSpPr>
        <p:spPr>
          <a:xfrm flipH="1">
            <a:off x="8431540" y="2657572"/>
            <a:ext cx="62863" cy="49049"/>
          </a:xfrm>
          <a:custGeom>
            <a:avLst/>
            <a:gdLst/>
            <a:ahLst/>
            <a:cxnLst/>
            <a:rect l="l" t="t" r="r" b="b"/>
            <a:pathLst>
              <a:path w="1347" h="1051">
                <a:moveTo>
                  <a:pt x="662" y="0"/>
                </a:moveTo>
                <a:cubicBezTo>
                  <a:pt x="0" y="0"/>
                  <a:pt x="0" y="1050"/>
                  <a:pt x="662" y="1050"/>
                </a:cubicBezTo>
                <a:cubicBezTo>
                  <a:pt x="1347" y="1050"/>
                  <a:pt x="1347" y="0"/>
                  <a:pt x="662" y="0"/>
                </a:cubicBezTo>
                <a:close/>
              </a:path>
            </a:pathLst>
          </a:custGeom>
          <a:solidFill>
            <a:srgbClr val="46AA9E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4" name="Google Shape;994;p28">
            <a:extLst>
              <a:ext uri="{FF2B5EF4-FFF2-40B4-BE49-F238E27FC236}">
                <a16:creationId xmlns:a16="http://schemas.microsoft.com/office/drawing/2014/main" id="{5A86C2C3-1414-4474-B641-DA2CE4866C3A}"/>
              </a:ext>
            </a:extLst>
          </p:cNvPr>
          <p:cNvSpPr>
            <a:spLocks noGrp="1"/>
          </p:cNvSpPr>
          <p:nvPr/>
        </p:nvSpPr>
        <p:spPr>
          <a:xfrm flipH="1">
            <a:off x="8781985" y="2118534"/>
            <a:ext cx="62909" cy="49049"/>
          </a:xfrm>
          <a:custGeom>
            <a:avLst/>
            <a:gdLst/>
            <a:ahLst/>
            <a:cxnLst/>
            <a:rect l="l" t="t" r="r" b="b"/>
            <a:pathLst>
              <a:path w="1348" h="1051">
                <a:moveTo>
                  <a:pt x="662" y="0"/>
                </a:moveTo>
                <a:cubicBezTo>
                  <a:pt x="1" y="0"/>
                  <a:pt x="1" y="1050"/>
                  <a:pt x="662" y="1050"/>
                </a:cubicBezTo>
                <a:cubicBezTo>
                  <a:pt x="1347" y="1050"/>
                  <a:pt x="1347" y="0"/>
                  <a:pt x="662" y="0"/>
                </a:cubicBezTo>
                <a:close/>
              </a:path>
            </a:pathLst>
          </a:custGeom>
          <a:solidFill>
            <a:srgbClr val="46AA9E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5" name="Google Shape;995;p28">
            <a:extLst>
              <a:ext uri="{FF2B5EF4-FFF2-40B4-BE49-F238E27FC236}">
                <a16:creationId xmlns:a16="http://schemas.microsoft.com/office/drawing/2014/main" id="{D4C86ECC-11CB-4A6C-97C0-861953A64175}"/>
              </a:ext>
            </a:extLst>
          </p:cNvPr>
          <p:cNvSpPr>
            <a:spLocks noGrp="1"/>
          </p:cNvSpPr>
          <p:nvPr/>
        </p:nvSpPr>
        <p:spPr>
          <a:xfrm flipH="1">
            <a:off x="8038440" y="2362477"/>
            <a:ext cx="61836" cy="49049"/>
          </a:xfrm>
          <a:custGeom>
            <a:avLst/>
            <a:gdLst/>
            <a:ahLst/>
            <a:cxnLst/>
            <a:rect l="l" t="t" r="r" b="b"/>
            <a:pathLst>
              <a:path w="1325" h="1051">
                <a:moveTo>
                  <a:pt x="662" y="0"/>
                </a:moveTo>
                <a:cubicBezTo>
                  <a:pt x="0" y="0"/>
                  <a:pt x="0" y="1050"/>
                  <a:pt x="662" y="1050"/>
                </a:cubicBezTo>
                <a:cubicBezTo>
                  <a:pt x="1324" y="1050"/>
                  <a:pt x="1324" y="0"/>
                  <a:pt x="662" y="0"/>
                </a:cubicBezTo>
                <a:close/>
              </a:path>
            </a:pathLst>
          </a:custGeom>
          <a:solidFill>
            <a:srgbClr val="46AA9E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6" name="Google Shape;996;p28">
            <a:extLst>
              <a:ext uri="{FF2B5EF4-FFF2-40B4-BE49-F238E27FC236}">
                <a16:creationId xmlns:a16="http://schemas.microsoft.com/office/drawing/2014/main" id="{4B2707B6-8E6E-4AFD-A08B-878998C965E3}"/>
              </a:ext>
            </a:extLst>
          </p:cNvPr>
          <p:cNvSpPr>
            <a:spLocks noGrp="1"/>
          </p:cNvSpPr>
          <p:nvPr/>
        </p:nvSpPr>
        <p:spPr>
          <a:xfrm flipH="1">
            <a:off x="8090664" y="2318794"/>
            <a:ext cx="62863" cy="47975"/>
          </a:xfrm>
          <a:custGeom>
            <a:avLst/>
            <a:gdLst/>
            <a:ahLst/>
            <a:cxnLst/>
            <a:rect l="l" t="t" r="r" b="b"/>
            <a:pathLst>
              <a:path w="1347" h="1028">
                <a:moveTo>
                  <a:pt x="662" y="1"/>
                </a:moveTo>
                <a:cubicBezTo>
                  <a:pt x="0" y="1"/>
                  <a:pt x="0" y="1028"/>
                  <a:pt x="662" y="1028"/>
                </a:cubicBezTo>
                <a:cubicBezTo>
                  <a:pt x="1347" y="1028"/>
                  <a:pt x="1347" y="1"/>
                  <a:pt x="662" y="1"/>
                </a:cubicBezTo>
                <a:close/>
              </a:path>
            </a:pathLst>
          </a:custGeom>
          <a:solidFill>
            <a:srgbClr val="46AA9E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7" name="Google Shape;997;p28">
            <a:extLst>
              <a:ext uri="{FF2B5EF4-FFF2-40B4-BE49-F238E27FC236}">
                <a16:creationId xmlns:a16="http://schemas.microsoft.com/office/drawing/2014/main" id="{0A4C1BC3-115C-4879-B4A9-4C90CB49550B}"/>
              </a:ext>
            </a:extLst>
          </p:cNvPr>
          <p:cNvSpPr>
            <a:spLocks noGrp="1"/>
          </p:cNvSpPr>
          <p:nvPr/>
        </p:nvSpPr>
        <p:spPr>
          <a:xfrm flipH="1">
            <a:off x="8212099" y="2960087"/>
            <a:ext cx="62863" cy="49049"/>
          </a:xfrm>
          <a:custGeom>
            <a:avLst/>
            <a:gdLst/>
            <a:ahLst/>
            <a:cxnLst/>
            <a:rect l="l" t="t" r="r" b="b"/>
            <a:pathLst>
              <a:path w="1347" h="1051">
                <a:moveTo>
                  <a:pt x="662" y="0"/>
                </a:moveTo>
                <a:cubicBezTo>
                  <a:pt x="0" y="0"/>
                  <a:pt x="0" y="1050"/>
                  <a:pt x="662" y="1050"/>
                </a:cubicBezTo>
                <a:cubicBezTo>
                  <a:pt x="1347" y="1050"/>
                  <a:pt x="1347" y="0"/>
                  <a:pt x="662" y="0"/>
                </a:cubicBezTo>
                <a:close/>
              </a:path>
            </a:pathLst>
          </a:custGeom>
          <a:solidFill>
            <a:srgbClr val="46AA9E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8" name="Google Shape;998;p28">
            <a:extLst>
              <a:ext uri="{FF2B5EF4-FFF2-40B4-BE49-F238E27FC236}">
                <a16:creationId xmlns:a16="http://schemas.microsoft.com/office/drawing/2014/main" id="{BA6542C1-214E-49DD-8369-B1E488673597}"/>
              </a:ext>
            </a:extLst>
          </p:cNvPr>
          <p:cNvSpPr>
            <a:spLocks noGrp="1"/>
          </p:cNvSpPr>
          <p:nvPr/>
        </p:nvSpPr>
        <p:spPr>
          <a:xfrm flipH="1">
            <a:off x="8277064" y="2936658"/>
            <a:ext cx="62909" cy="49049"/>
          </a:xfrm>
          <a:custGeom>
            <a:avLst/>
            <a:gdLst/>
            <a:ahLst/>
            <a:cxnLst/>
            <a:rect l="l" t="t" r="r" b="b"/>
            <a:pathLst>
              <a:path w="1348" h="1051">
                <a:moveTo>
                  <a:pt x="686" y="0"/>
                </a:moveTo>
                <a:cubicBezTo>
                  <a:pt x="1" y="0"/>
                  <a:pt x="1" y="1050"/>
                  <a:pt x="686" y="1050"/>
                </a:cubicBezTo>
                <a:cubicBezTo>
                  <a:pt x="1347" y="1050"/>
                  <a:pt x="1347" y="0"/>
                  <a:pt x="686" y="0"/>
                </a:cubicBezTo>
                <a:close/>
              </a:path>
            </a:pathLst>
          </a:custGeom>
          <a:solidFill>
            <a:srgbClr val="46AA9E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0" name="Google Shape;1000;p28">
            <a:extLst>
              <a:ext uri="{FF2B5EF4-FFF2-40B4-BE49-F238E27FC236}">
                <a16:creationId xmlns:a16="http://schemas.microsoft.com/office/drawing/2014/main" id="{0C57ADF4-E6F7-4525-91DC-1310261E789B}"/>
              </a:ext>
            </a:extLst>
          </p:cNvPr>
          <p:cNvSpPr>
            <a:spLocks noGrp="1"/>
          </p:cNvSpPr>
          <p:nvPr/>
        </p:nvSpPr>
        <p:spPr>
          <a:xfrm>
            <a:off x="8728697" y="2977065"/>
            <a:ext cx="1150080" cy="874528"/>
          </a:xfrm>
          <a:custGeom>
            <a:avLst/>
            <a:gdLst/>
            <a:ahLst/>
            <a:cxnLst/>
            <a:rect l="l" t="t" r="r" b="b"/>
            <a:pathLst>
              <a:path w="25975" h="19689">
                <a:moveTo>
                  <a:pt x="7300" y="1"/>
                </a:moveTo>
                <a:cubicBezTo>
                  <a:pt x="5044" y="1"/>
                  <a:pt x="8279" y="4954"/>
                  <a:pt x="8559" y="6222"/>
                </a:cubicBezTo>
                <a:cubicBezTo>
                  <a:pt x="6796" y="4606"/>
                  <a:pt x="2825" y="2102"/>
                  <a:pt x="1058" y="2102"/>
                </a:cubicBezTo>
                <a:cubicBezTo>
                  <a:pt x="355" y="2102"/>
                  <a:pt x="0" y="2499"/>
                  <a:pt x="273" y="3506"/>
                </a:cubicBezTo>
                <a:cubicBezTo>
                  <a:pt x="1072" y="6291"/>
                  <a:pt x="5363" y="8664"/>
                  <a:pt x="7783" y="10696"/>
                </a:cubicBezTo>
                <a:cubicBezTo>
                  <a:pt x="6094" y="11221"/>
                  <a:pt x="319" y="10878"/>
                  <a:pt x="3378" y="13412"/>
                </a:cubicBezTo>
                <a:cubicBezTo>
                  <a:pt x="5295" y="15033"/>
                  <a:pt x="9837" y="14485"/>
                  <a:pt x="11640" y="16014"/>
                </a:cubicBezTo>
                <a:cubicBezTo>
                  <a:pt x="10887" y="16197"/>
                  <a:pt x="7600" y="16562"/>
                  <a:pt x="7440" y="17521"/>
                </a:cubicBezTo>
                <a:cubicBezTo>
                  <a:pt x="7052" y="19164"/>
                  <a:pt x="11549" y="19552"/>
                  <a:pt x="12576" y="19552"/>
                </a:cubicBezTo>
                <a:cubicBezTo>
                  <a:pt x="13609" y="19627"/>
                  <a:pt x="14860" y="19649"/>
                  <a:pt x="16216" y="19649"/>
                </a:cubicBezTo>
                <a:cubicBezTo>
                  <a:pt x="18120" y="19649"/>
                  <a:pt x="20229" y="19606"/>
                  <a:pt x="22227" y="19606"/>
                </a:cubicBezTo>
                <a:cubicBezTo>
                  <a:pt x="23557" y="19606"/>
                  <a:pt x="24837" y="19625"/>
                  <a:pt x="25975" y="19689"/>
                </a:cubicBezTo>
                <a:cubicBezTo>
                  <a:pt x="25084" y="17543"/>
                  <a:pt x="24514" y="14576"/>
                  <a:pt x="24103" y="12202"/>
                </a:cubicBezTo>
                <a:cubicBezTo>
                  <a:pt x="23943" y="10947"/>
                  <a:pt x="23464" y="7295"/>
                  <a:pt x="22596" y="6336"/>
                </a:cubicBezTo>
                <a:cubicBezTo>
                  <a:pt x="22205" y="5940"/>
                  <a:pt x="21880" y="5777"/>
                  <a:pt x="21600" y="5777"/>
                </a:cubicBezTo>
                <a:cubicBezTo>
                  <a:pt x="20542" y="5777"/>
                  <a:pt x="20140" y="8103"/>
                  <a:pt x="19310" y="8915"/>
                </a:cubicBezTo>
                <a:cubicBezTo>
                  <a:pt x="18283" y="6176"/>
                  <a:pt x="17780" y="4601"/>
                  <a:pt x="16434" y="2707"/>
                </a:cubicBezTo>
                <a:cubicBezTo>
                  <a:pt x="15815" y="1739"/>
                  <a:pt x="15368" y="1351"/>
                  <a:pt x="15042" y="1351"/>
                </a:cubicBezTo>
                <a:cubicBezTo>
                  <a:pt x="13961" y="1351"/>
                  <a:pt x="14214" y="5620"/>
                  <a:pt x="13969" y="7181"/>
                </a:cubicBezTo>
                <a:cubicBezTo>
                  <a:pt x="12188" y="4487"/>
                  <a:pt x="10339" y="493"/>
                  <a:pt x="7783" y="59"/>
                </a:cubicBezTo>
                <a:cubicBezTo>
                  <a:pt x="7600" y="19"/>
                  <a:pt x="7439" y="1"/>
                  <a:pt x="7300" y="1"/>
                </a:cubicBezTo>
                <a:close/>
              </a:path>
            </a:pathLst>
          </a:custGeom>
          <a:solidFill>
            <a:srgbClr val="CFD690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1" name="Google Shape;1001;p28">
            <a:extLst>
              <a:ext uri="{FF2B5EF4-FFF2-40B4-BE49-F238E27FC236}">
                <a16:creationId xmlns:a16="http://schemas.microsoft.com/office/drawing/2014/main" id="{B54C1B11-4669-48F4-99AF-C9E3D9158054}"/>
              </a:ext>
            </a:extLst>
          </p:cNvPr>
          <p:cNvSpPr>
            <a:spLocks noGrp="1"/>
          </p:cNvSpPr>
          <p:nvPr/>
        </p:nvSpPr>
        <p:spPr>
          <a:xfrm>
            <a:off x="8869810" y="3174103"/>
            <a:ext cx="1038504" cy="702456"/>
          </a:xfrm>
          <a:custGeom>
            <a:avLst/>
            <a:gdLst/>
            <a:ahLst/>
            <a:cxnLst/>
            <a:rect l="l" t="t" r="r" b="b"/>
            <a:pathLst>
              <a:path w="23455" h="15815">
                <a:moveTo>
                  <a:pt x="494" y="0"/>
                </a:moveTo>
                <a:cubicBezTo>
                  <a:pt x="193" y="0"/>
                  <a:pt x="0" y="452"/>
                  <a:pt x="328" y="645"/>
                </a:cubicBezTo>
                <a:cubicBezTo>
                  <a:pt x="8179" y="5141"/>
                  <a:pt x="15141" y="10962"/>
                  <a:pt x="22788" y="15755"/>
                </a:cubicBezTo>
                <a:cubicBezTo>
                  <a:pt x="22851" y="15796"/>
                  <a:pt x="22914" y="15814"/>
                  <a:pt x="22972" y="15814"/>
                </a:cubicBezTo>
                <a:cubicBezTo>
                  <a:pt x="23268" y="15814"/>
                  <a:pt x="23454" y="15352"/>
                  <a:pt x="23130" y="15162"/>
                </a:cubicBezTo>
                <a:cubicBezTo>
                  <a:pt x="15484" y="10368"/>
                  <a:pt x="8522" y="4525"/>
                  <a:pt x="670" y="51"/>
                </a:cubicBezTo>
                <a:cubicBezTo>
                  <a:pt x="609" y="16"/>
                  <a:pt x="550" y="0"/>
                  <a:pt x="494" y="0"/>
                </a:cubicBezTo>
                <a:close/>
              </a:path>
            </a:pathLst>
          </a:custGeom>
          <a:solidFill>
            <a:srgbClr val="0E514A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2" name="Google Shape;1002;p28">
            <a:extLst>
              <a:ext uri="{FF2B5EF4-FFF2-40B4-BE49-F238E27FC236}">
                <a16:creationId xmlns:a16="http://schemas.microsoft.com/office/drawing/2014/main" id="{9E98EDC8-053E-4CA9-A053-F284282A12D1}"/>
              </a:ext>
            </a:extLst>
          </p:cNvPr>
          <p:cNvSpPr>
            <a:spLocks noGrp="1"/>
          </p:cNvSpPr>
          <p:nvPr/>
        </p:nvSpPr>
        <p:spPr>
          <a:xfrm>
            <a:off x="9338087" y="3484586"/>
            <a:ext cx="22271" cy="19277"/>
          </a:xfrm>
          <a:custGeom>
            <a:avLst/>
            <a:gdLst/>
            <a:ahLst/>
            <a:cxnLst/>
            <a:rect l="l" t="t" r="r" b="b"/>
            <a:pathLst>
              <a:path w="503" h="434">
                <a:moveTo>
                  <a:pt x="502" y="0"/>
                </a:moveTo>
                <a:cubicBezTo>
                  <a:pt x="342" y="0"/>
                  <a:pt x="160" y="23"/>
                  <a:pt x="0" y="23"/>
                </a:cubicBezTo>
                <a:cubicBezTo>
                  <a:pt x="46" y="160"/>
                  <a:pt x="114" y="297"/>
                  <a:pt x="183" y="434"/>
                </a:cubicBezTo>
                <a:cubicBezTo>
                  <a:pt x="274" y="297"/>
                  <a:pt x="388" y="160"/>
                  <a:pt x="502" y="0"/>
                </a:cubicBezTo>
                <a:close/>
              </a:path>
            </a:pathLst>
          </a:custGeom>
          <a:solidFill>
            <a:srgbClr val="0E514A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3" name="Google Shape;1003;p28">
            <a:extLst>
              <a:ext uri="{FF2B5EF4-FFF2-40B4-BE49-F238E27FC236}">
                <a16:creationId xmlns:a16="http://schemas.microsoft.com/office/drawing/2014/main" id="{E6DFC301-FD85-496B-8B2B-67CBDABBA882}"/>
              </a:ext>
            </a:extLst>
          </p:cNvPr>
          <p:cNvSpPr>
            <a:spLocks noGrp="1"/>
          </p:cNvSpPr>
          <p:nvPr/>
        </p:nvSpPr>
        <p:spPr>
          <a:xfrm>
            <a:off x="8991926" y="3116715"/>
            <a:ext cx="387595" cy="439462"/>
          </a:xfrm>
          <a:custGeom>
            <a:avLst/>
            <a:gdLst/>
            <a:ahLst/>
            <a:cxnLst/>
            <a:rect l="l" t="t" r="r" b="b"/>
            <a:pathLst>
              <a:path w="8754" h="9894">
                <a:moveTo>
                  <a:pt x="3300" y="1"/>
                </a:moveTo>
                <a:cubicBezTo>
                  <a:pt x="3062" y="1"/>
                  <a:pt x="2819" y="250"/>
                  <a:pt x="2979" y="522"/>
                </a:cubicBezTo>
                <a:cubicBezTo>
                  <a:pt x="4554" y="3055"/>
                  <a:pt x="6586" y="5543"/>
                  <a:pt x="7818" y="8305"/>
                </a:cubicBezTo>
                <a:cubicBezTo>
                  <a:pt x="7978" y="8305"/>
                  <a:pt x="8160" y="8282"/>
                  <a:pt x="8320" y="8282"/>
                </a:cubicBezTo>
                <a:cubicBezTo>
                  <a:pt x="8206" y="8442"/>
                  <a:pt x="8092" y="8579"/>
                  <a:pt x="8001" y="8716"/>
                </a:cubicBezTo>
                <a:cubicBezTo>
                  <a:pt x="7932" y="8579"/>
                  <a:pt x="7864" y="8442"/>
                  <a:pt x="7818" y="8305"/>
                </a:cubicBezTo>
                <a:cubicBezTo>
                  <a:pt x="5307" y="8374"/>
                  <a:pt x="2819" y="8556"/>
                  <a:pt x="400" y="9218"/>
                </a:cubicBezTo>
                <a:cubicBezTo>
                  <a:pt x="0" y="9323"/>
                  <a:pt x="124" y="9893"/>
                  <a:pt x="485" y="9893"/>
                </a:cubicBezTo>
                <a:cubicBezTo>
                  <a:pt x="516" y="9893"/>
                  <a:pt x="548" y="9889"/>
                  <a:pt x="582" y="9880"/>
                </a:cubicBezTo>
                <a:cubicBezTo>
                  <a:pt x="3116" y="9195"/>
                  <a:pt x="5718" y="9035"/>
                  <a:pt x="8320" y="8990"/>
                </a:cubicBezTo>
                <a:cubicBezTo>
                  <a:pt x="8526" y="8967"/>
                  <a:pt x="8754" y="8762"/>
                  <a:pt x="8663" y="8533"/>
                </a:cubicBezTo>
                <a:cubicBezTo>
                  <a:pt x="7453" y="5543"/>
                  <a:pt x="5284" y="2895"/>
                  <a:pt x="3573" y="156"/>
                </a:cubicBezTo>
                <a:cubicBezTo>
                  <a:pt x="3504" y="47"/>
                  <a:pt x="3403" y="1"/>
                  <a:pt x="3300" y="1"/>
                </a:cubicBezTo>
                <a:close/>
              </a:path>
            </a:pathLst>
          </a:custGeom>
          <a:solidFill>
            <a:srgbClr val="0E514A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4" name="Google Shape;1004;p28">
            <a:extLst>
              <a:ext uri="{FF2B5EF4-FFF2-40B4-BE49-F238E27FC236}">
                <a16:creationId xmlns:a16="http://schemas.microsoft.com/office/drawing/2014/main" id="{77DE6D83-6956-4948-899B-C8DEA4EEF066}"/>
              </a:ext>
            </a:extLst>
          </p:cNvPr>
          <p:cNvSpPr>
            <a:spLocks noGrp="1"/>
          </p:cNvSpPr>
          <p:nvPr/>
        </p:nvSpPr>
        <p:spPr>
          <a:xfrm>
            <a:off x="9249356" y="3236333"/>
            <a:ext cx="290896" cy="414944"/>
          </a:xfrm>
          <a:custGeom>
            <a:avLst/>
            <a:gdLst/>
            <a:ahLst/>
            <a:cxnLst/>
            <a:rect l="l" t="t" r="r" b="b"/>
            <a:pathLst>
              <a:path w="6570" h="9342">
                <a:moveTo>
                  <a:pt x="4338" y="0"/>
                </a:moveTo>
                <a:cubicBezTo>
                  <a:pt x="4133" y="0"/>
                  <a:pt x="3921" y="170"/>
                  <a:pt x="3990" y="431"/>
                </a:cubicBezTo>
                <a:cubicBezTo>
                  <a:pt x="4469" y="2462"/>
                  <a:pt x="5177" y="4471"/>
                  <a:pt x="5633" y="6525"/>
                </a:cubicBezTo>
                <a:cubicBezTo>
                  <a:pt x="5747" y="7027"/>
                  <a:pt x="5816" y="7552"/>
                  <a:pt x="5862" y="8077"/>
                </a:cubicBezTo>
                <a:cubicBezTo>
                  <a:pt x="5862" y="8260"/>
                  <a:pt x="3807" y="8305"/>
                  <a:pt x="3602" y="8328"/>
                </a:cubicBezTo>
                <a:cubicBezTo>
                  <a:pt x="2529" y="8374"/>
                  <a:pt x="1479" y="8442"/>
                  <a:pt x="406" y="8671"/>
                </a:cubicBezTo>
                <a:cubicBezTo>
                  <a:pt x="1" y="8756"/>
                  <a:pt x="134" y="9341"/>
                  <a:pt x="509" y="9341"/>
                </a:cubicBezTo>
                <a:cubicBezTo>
                  <a:pt x="534" y="9341"/>
                  <a:pt x="561" y="9338"/>
                  <a:pt x="589" y="9333"/>
                </a:cubicBezTo>
                <a:cubicBezTo>
                  <a:pt x="2483" y="8945"/>
                  <a:pt x="4401" y="9059"/>
                  <a:pt x="6295" y="8785"/>
                </a:cubicBezTo>
                <a:cubicBezTo>
                  <a:pt x="6455" y="8762"/>
                  <a:pt x="6569" y="8579"/>
                  <a:pt x="6546" y="8442"/>
                </a:cubicBezTo>
                <a:cubicBezTo>
                  <a:pt x="6478" y="5635"/>
                  <a:pt x="5314" y="2941"/>
                  <a:pt x="4652" y="248"/>
                </a:cubicBezTo>
                <a:cubicBezTo>
                  <a:pt x="4606" y="75"/>
                  <a:pt x="4474" y="0"/>
                  <a:pt x="4338" y="0"/>
                </a:cubicBezTo>
                <a:close/>
              </a:path>
            </a:pathLst>
          </a:custGeom>
          <a:solidFill>
            <a:srgbClr val="0E514A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5" name="Google Shape;1005;p28">
            <a:extLst>
              <a:ext uri="{FF2B5EF4-FFF2-40B4-BE49-F238E27FC236}">
                <a16:creationId xmlns:a16="http://schemas.microsoft.com/office/drawing/2014/main" id="{8BF87ED9-FAFC-46F0-ABD1-7E44CE1FA5AF}"/>
              </a:ext>
            </a:extLst>
          </p:cNvPr>
          <p:cNvSpPr>
            <a:spLocks noGrp="1"/>
          </p:cNvSpPr>
          <p:nvPr/>
        </p:nvSpPr>
        <p:spPr>
          <a:xfrm>
            <a:off x="9697841" y="3753227"/>
            <a:ext cx="18242" cy="19321"/>
          </a:xfrm>
          <a:custGeom>
            <a:avLst/>
            <a:gdLst/>
            <a:ahLst/>
            <a:cxnLst/>
            <a:rect l="l" t="t" r="r" b="b"/>
            <a:pathLst>
              <a:path w="412" h="435">
                <a:moveTo>
                  <a:pt x="1" y="1"/>
                </a:moveTo>
                <a:cubicBezTo>
                  <a:pt x="24" y="161"/>
                  <a:pt x="47" y="298"/>
                  <a:pt x="69" y="435"/>
                </a:cubicBezTo>
                <a:cubicBezTo>
                  <a:pt x="184" y="275"/>
                  <a:pt x="298" y="138"/>
                  <a:pt x="412" y="1"/>
                </a:cubicBezTo>
                <a:close/>
              </a:path>
            </a:pathLst>
          </a:custGeom>
          <a:solidFill>
            <a:srgbClr val="0E514A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6" name="Google Shape;1006;p28">
            <a:extLst>
              <a:ext uri="{FF2B5EF4-FFF2-40B4-BE49-F238E27FC236}">
                <a16:creationId xmlns:a16="http://schemas.microsoft.com/office/drawing/2014/main" id="{2AF83DBD-224B-4362-9E4E-EDA052087C9B}"/>
              </a:ext>
            </a:extLst>
          </p:cNvPr>
          <p:cNvSpPr>
            <a:spLocks noGrp="1"/>
          </p:cNvSpPr>
          <p:nvPr/>
        </p:nvSpPr>
        <p:spPr>
          <a:xfrm>
            <a:off x="9398703" y="3395484"/>
            <a:ext cx="333534" cy="394290"/>
          </a:xfrm>
          <a:custGeom>
            <a:avLst/>
            <a:gdLst/>
            <a:ahLst/>
            <a:cxnLst/>
            <a:rect l="l" t="t" r="r" b="b"/>
            <a:pathLst>
              <a:path w="7533" h="8877">
                <a:moveTo>
                  <a:pt x="6120" y="1"/>
                </a:moveTo>
                <a:cubicBezTo>
                  <a:pt x="5920" y="1"/>
                  <a:pt x="5689" y="171"/>
                  <a:pt x="5730" y="431"/>
                </a:cubicBezTo>
                <a:cubicBezTo>
                  <a:pt x="6072" y="2988"/>
                  <a:pt x="6323" y="5544"/>
                  <a:pt x="6757" y="8055"/>
                </a:cubicBezTo>
                <a:lnTo>
                  <a:pt x="7168" y="8055"/>
                </a:lnTo>
                <a:cubicBezTo>
                  <a:pt x="7054" y="8192"/>
                  <a:pt x="6940" y="8329"/>
                  <a:pt x="6825" y="8489"/>
                </a:cubicBezTo>
                <a:cubicBezTo>
                  <a:pt x="6803" y="8352"/>
                  <a:pt x="6780" y="8215"/>
                  <a:pt x="6757" y="8055"/>
                </a:cubicBezTo>
                <a:cubicBezTo>
                  <a:pt x="4657" y="8169"/>
                  <a:pt x="2557" y="8192"/>
                  <a:pt x="457" y="8192"/>
                </a:cubicBezTo>
                <a:cubicBezTo>
                  <a:pt x="1" y="8192"/>
                  <a:pt x="1" y="8877"/>
                  <a:pt x="457" y="8877"/>
                </a:cubicBezTo>
                <a:cubicBezTo>
                  <a:pt x="2694" y="8877"/>
                  <a:pt x="4931" y="8854"/>
                  <a:pt x="7168" y="8740"/>
                </a:cubicBezTo>
                <a:cubicBezTo>
                  <a:pt x="7396" y="8740"/>
                  <a:pt x="7533" y="8534"/>
                  <a:pt x="7487" y="8306"/>
                </a:cubicBezTo>
                <a:cubicBezTo>
                  <a:pt x="7008" y="5635"/>
                  <a:pt x="6757" y="2942"/>
                  <a:pt x="6392" y="249"/>
                </a:cubicBezTo>
                <a:cubicBezTo>
                  <a:pt x="6373" y="76"/>
                  <a:pt x="6254" y="1"/>
                  <a:pt x="6120" y="1"/>
                </a:cubicBezTo>
                <a:close/>
              </a:path>
            </a:pathLst>
          </a:custGeom>
          <a:solidFill>
            <a:srgbClr val="0E514A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8" name="Google Shape;1008;p28">
            <a:extLst>
              <a:ext uri="{FF2B5EF4-FFF2-40B4-BE49-F238E27FC236}">
                <a16:creationId xmlns:a16="http://schemas.microsoft.com/office/drawing/2014/main" id="{7FD80106-7197-4547-9E1E-486827D0512F}"/>
              </a:ext>
            </a:extLst>
          </p:cNvPr>
          <p:cNvSpPr>
            <a:spLocks noGrp="1"/>
          </p:cNvSpPr>
          <p:nvPr/>
        </p:nvSpPr>
        <p:spPr>
          <a:xfrm>
            <a:off x="8722245" y="1731625"/>
            <a:ext cx="271854" cy="306960"/>
          </a:xfrm>
          <a:custGeom>
            <a:avLst/>
            <a:gdLst/>
            <a:ahLst/>
            <a:cxnLst/>
            <a:rect l="l" t="t" r="r" b="b"/>
            <a:pathLst>
              <a:path w="7922" h="8945">
                <a:moveTo>
                  <a:pt x="4485" y="1"/>
                </a:moveTo>
                <a:cubicBezTo>
                  <a:pt x="4111" y="1"/>
                  <a:pt x="3697" y="127"/>
                  <a:pt x="3242" y="408"/>
                </a:cubicBezTo>
                <a:cubicBezTo>
                  <a:pt x="1" y="2439"/>
                  <a:pt x="5547" y="7644"/>
                  <a:pt x="7396" y="8945"/>
                </a:cubicBezTo>
                <a:lnTo>
                  <a:pt x="7579" y="8945"/>
                </a:lnTo>
                <a:cubicBezTo>
                  <a:pt x="7921" y="7131"/>
                  <a:pt x="7303" y="1"/>
                  <a:pt x="4485" y="1"/>
                </a:cubicBezTo>
                <a:close/>
              </a:path>
            </a:pathLst>
          </a:custGeom>
          <a:solidFill>
            <a:srgbClr val="EDF4C3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9" name="Google Shape;1009;p28">
            <a:extLst>
              <a:ext uri="{FF2B5EF4-FFF2-40B4-BE49-F238E27FC236}">
                <a16:creationId xmlns:a16="http://schemas.microsoft.com/office/drawing/2014/main" id="{3191AA31-EF98-4402-BA46-17714C1EE18D}"/>
              </a:ext>
            </a:extLst>
          </p:cNvPr>
          <p:cNvSpPr>
            <a:spLocks noGrp="1"/>
          </p:cNvSpPr>
          <p:nvPr/>
        </p:nvSpPr>
        <p:spPr>
          <a:xfrm>
            <a:off x="9046543" y="2051085"/>
            <a:ext cx="3156" cy="6313"/>
          </a:xfrm>
          <a:custGeom>
            <a:avLst/>
            <a:gdLst/>
            <a:ahLst/>
            <a:cxnLst/>
            <a:rect l="l" t="t" r="r" b="b"/>
            <a:pathLst>
              <a:path w="92" h="184">
                <a:moveTo>
                  <a:pt x="92" y="1"/>
                </a:moveTo>
                <a:cubicBezTo>
                  <a:pt x="69" y="69"/>
                  <a:pt x="23" y="115"/>
                  <a:pt x="0" y="183"/>
                </a:cubicBezTo>
                <a:lnTo>
                  <a:pt x="92" y="92"/>
                </a:lnTo>
                <a:lnTo>
                  <a:pt x="92" y="1"/>
                </a:lnTo>
                <a:close/>
              </a:path>
            </a:pathLst>
          </a:custGeom>
          <a:solidFill>
            <a:srgbClr val="EDF4C3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0" name="Google Shape;1010;p28">
            <a:extLst>
              <a:ext uri="{FF2B5EF4-FFF2-40B4-BE49-F238E27FC236}">
                <a16:creationId xmlns:a16="http://schemas.microsoft.com/office/drawing/2014/main" id="{E28EF3EC-2995-4DD2-B1B3-780183CBEA00}"/>
              </a:ext>
            </a:extLst>
          </p:cNvPr>
          <p:cNvSpPr>
            <a:spLocks noGrp="1"/>
          </p:cNvSpPr>
          <p:nvPr/>
        </p:nvSpPr>
        <p:spPr>
          <a:xfrm>
            <a:off x="8985836" y="1751770"/>
            <a:ext cx="200167" cy="299342"/>
          </a:xfrm>
          <a:custGeom>
            <a:avLst/>
            <a:gdLst/>
            <a:ahLst/>
            <a:cxnLst/>
            <a:rect l="l" t="t" r="r" b="b"/>
            <a:pathLst>
              <a:path w="5833" h="8723">
                <a:moveTo>
                  <a:pt x="3017" y="0"/>
                </a:moveTo>
                <a:cubicBezTo>
                  <a:pt x="0" y="0"/>
                  <a:pt x="2154" y="6785"/>
                  <a:pt x="1861" y="8723"/>
                </a:cubicBezTo>
                <a:cubicBezTo>
                  <a:pt x="2523" y="7582"/>
                  <a:pt x="3550" y="6532"/>
                  <a:pt x="4257" y="5299"/>
                </a:cubicBezTo>
                <a:cubicBezTo>
                  <a:pt x="4919" y="3998"/>
                  <a:pt x="5832" y="186"/>
                  <a:pt x="3139" y="4"/>
                </a:cubicBezTo>
                <a:cubicBezTo>
                  <a:pt x="3098" y="1"/>
                  <a:pt x="3057" y="0"/>
                  <a:pt x="3017" y="0"/>
                </a:cubicBezTo>
                <a:close/>
              </a:path>
            </a:pathLst>
          </a:custGeom>
          <a:solidFill>
            <a:srgbClr val="EDF4C3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1" name="Google Shape;1011;p28">
            <a:extLst>
              <a:ext uri="{FF2B5EF4-FFF2-40B4-BE49-F238E27FC236}">
                <a16:creationId xmlns:a16="http://schemas.microsoft.com/office/drawing/2014/main" id="{0D7DAB38-5ECF-44C1-9368-0FB9F68CD8EF}"/>
              </a:ext>
            </a:extLst>
          </p:cNvPr>
          <p:cNvSpPr>
            <a:spLocks noGrp="1"/>
          </p:cNvSpPr>
          <p:nvPr/>
        </p:nvSpPr>
        <p:spPr>
          <a:xfrm>
            <a:off x="8698773" y="2184545"/>
            <a:ext cx="221684" cy="183044"/>
          </a:xfrm>
          <a:custGeom>
            <a:avLst/>
            <a:gdLst/>
            <a:ahLst/>
            <a:cxnLst/>
            <a:rect l="l" t="t" r="r" b="b"/>
            <a:pathLst>
              <a:path w="6460" h="5334">
                <a:moveTo>
                  <a:pt x="1499" y="1"/>
                </a:moveTo>
                <a:cubicBezTo>
                  <a:pt x="785" y="1"/>
                  <a:pt x="229" y="406"/>
                  <a:pt x="137" y="1521"/>
                </a:cubicBezTo>
                <a:cubicBezTo>
                  <a:pt x="0" y="3918"/>
                  <a:pt x="4702" y="4945"/>
                  <a:pt x="6460" y="5333"/>
                </a:cubicBezTo>
                <a:lnTo>
                  <a:pt x="6460" y="5242"/>
                </a:lnTo>
                <a:cubicBezTo>
                  <a:pt x="6300" y="4329"/>
                  <a:pt x="5684" y="2914"/>
                  <a:pt x="5044" y="2069"/>
                </a:cubicBezTo>
                <a:cubicBezTo>
                  <a:pt x="4464" y="1228"/>
                  <a:pt x="2743" y="1"/>
                  <a:pt x="1499" y="1"/>
                </a:cubicBezTo>
                <a:close/>
              </a:path>
            </a:pathLst>
          </a:custGeom>
          <a:solidFill>
            <a:srgbClr val="EDF4C3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2" name="Google Shape;1012;p28">
            <a:extLst>
              <a:ext uri="{FF2B5EF4-FFF2-40B4-BE49-F238E27FC236}">
                <a16:creationId xmlns:a16="http://schemas.microsoft.com/office/drawing/2014/main" id="{246C684B-C722-4A21-8D27-EB369932E1B3}"/>
              </a:ext>
            </a:extLst>
          </p:cNvPr>
          <p:cNvSpPr>
            <a:spLocks noGrp="1"/>
          </p:cNvSpPr>
          <p:nvPr/>
        </p:nvSpPr>
        <p:spPr>
          <a:xfrm>
            <a:off x="9055946" y="2356610"/>
            <a:ext cx="222473" cy="193476"/>
          </a:xfrm>
          <a:custGeom>
            <a:avLst/>
            <a:gdLst/>
            <a:ahLst/>
            <a:cxnLst/>
            <a:rect l="l" t="t" r="r" b="b"/>
            <a:pathLst>
              <a:path w="6483" h="5638">
                <a:moveTo>
                  <a:pt x="3902" y="1"/>
                </a:moveTo>
                <a:cubicBezTo>
                  <a:pt x="2291" y="1"/>
                  <a:pt x="483" y="4536"/>
                  <a:pt x="183" y="5455"/>
                </a:cubicBezTo>
                <a:lnTo>
                  <a:pt x="0" y="5637"/>
                </a:lnTo>
                <a:cubicBezTo>
                  <a:pt x="1667" y="5637"/>
                  <a:pt x="6483" y="3241"/>
                  <a:pt x="4908" y="730"/>
                </a:cubicBezTo>
                <a:cubicBezTo>
                  <a:pt x="4594" y="216"/>
                  <a:pt x="4252" y="1"/>
                  <a:pt x="3902" y="1"/>
                </a:cubicBezTo>
                <a:close/>
              </a:path>
            </a:pathLst>
          </a:custGeom>
          <a:solidFill>
            <a:srgbClr val="EDF4C3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3" name="Google Shape;1013;p28">
            <a:extLst>
              <a:ext uri="{FF2B5EF4-FFF2-40B4-BE49-F238E27FC236}">
                <a16:creationId xmlns:a16="http://schemas.microsoft.com/office/drawing/2014/main" id="{E82AD802-66C7-49CA-94F8-15BA7CDB5A31}"/>
              </a:ext>
            </a:extLst>
          </p:cNvPr>
          <p:cNvSpPr>
            <a:spLocks noGrp="1"/>
          </p:cNvSpPr>
          <p:nvPr/>
        </p:nvSpPr>
        <p:spPr>
          <a:xfrm>
            <a:off x="8862294" y="1822807"/>
            <a:ext cx="356272" cy="1085669"/>
          </a:xfrm>
          <a:custGeom>
            <a:avLst/>
            <a:gdLst/>
            <a:ahLst/>
            <a:cxnLst/>
            <a:rect l="l" t="t" r="r" b="b"/>
            <a:pathLst>
              <a:path w="10382" h="31637">
                <a:moveTo>
                  <a:pt x="487" y="0"/>
                </a:moveTo>
                <a:cubicBezTo>
                  <a:pt x="251" y="0"/>
                  <a:pt x="0" y="252"/>
                  <a:pt x="142" y="536"/>
                </a:cubicBezTo>
                <a:cubicBezTo>
                  <a:pt x="827" y="1860"/>
                  <a:pt x="1329" y="3320"/>
                  <a:pt x="1969" y="4690"/>
                </a:cubicBezTo>
                <a:cubicBezTo>
                  <a:pt x="2699" y="6196"/>
                  <a:pt x="3429" y="7703"/>
                  <a:pt x="4046" y="9255"/>
                </a:cubicBezTo>
                <a:cubicBezTo>
                  <a:pt x="5301" y="12542"/>
                  <a:pt x="5210" y="15806"/>
                  <a:pt x="3909" y="19070"/>
                </a:cubicBezTo>
                <a:cubicBezTo>
                  <a:pt x="2973" y="21466"/>
                  <a:pt x="2539" y="23749"/>
                  <a:pt x="3703" y="26146"/>
                </a:cubicBezTo>
                <a:cubicBezTo>
                  <a:pt x="4844" y="28474"/>
                  <a:pt x="7241" y="30962"/>
                  <a:pt x="9798" y="31624"/>
                </a:cubicBezTo>
                <a:cubicBezTo>
                  <a:pt x="9832" y="31633"/>
                  <a:pt x="9864" y="31637"/>
                  <a:pt x="9895" y="31637"/>
                </a:cubicBezTo>
                <a:cubicBezTo>
                  <a:pt x="10256" y="31637"/>
                  <a:pt x="10381" y="31067"/>
                  <a:pt x="10003" y="30962"/>
                </a:cubicBezTo>
                <a:cubicBezTo>
                  <a:pt x="7173" y="30208"/>
                  <a:pt x="4411" y="27013"/>
                  <a:pt x="3726" y="24228"/>
                </a:cubicBezTo>
                <a:cubicBezTo>
                  <a:pt x="3041" y="21329"/>
                  <a:pt x="5187" y="18385"/>
                  <a:pt x="5598" y="15577"/>
                </a:cubicBezTo>
                <a:cubicBezTo>
                  <a:pt x="5940" y="13067"/>
                  <a:pt x="5347" y="10624"/>
                  <a:pt x="4411" y="8319"/>
                </a:cubicBezTo>
                <a:cubicBezTo>
                  <a:pt x="3931" y="7109"/>
                  <a:pt x="3338" y="5922"/>
                  <a:pt x="2767" y="4736"/>
                </a:cubicBezTo>
                <a:cubicBezTo>
                  <a:pt x="2037" y="3252"/>
                  <a:pt x="1489" y="1654"/>
                  <a:pt x="759" y="170"/>
                </a:cubicBezTo>
                <a:cubicBezTo>
                  <a:pt x="695" y="51"/>
                  <a:pt x="593" y="0"/>
                  <a:pt x="487" y="0"/>
                </a:cubicBezTo>
                <a:close/>
              </a:path>
            </a:pathLst>
          </a:custGeom>
          <a:solidFill>
            <a:srgbClr val="0E514A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4" name="Google Shape;1014;p28">
            <a:extLst>
              <a:ext uri="{FF2B5EF4-FFF2-40B4-BE49-F238E27FC236}">
                <a16:creationId xmlns:a16="http://schemas.microsoft.com/office/drawing/2014/main" id="{28EE4FEB-7FF6-4E23-B58A-4500B8F21F38}"/>
              </a:ext>
            </a:extLst>
          </p:cNvPr>
          <p:cNvSpPr>
            <a:spLocks noGrp="1"/>
          </p:cNvSpPr>
          <p:nvPr/>
        </p:nvSpPr>
        <p:spPr>
          <a:xfrm>
            <a:off x="9009377" y="1867556"/>
            <a:ext cx="84830" cy="284723"/>
          </a:xfrm>
          <a:custGeom>
            <a:avLst/>
            <a:gdLst/>
            <a:ahLst/>
            <a:cxnLst/>
            <a:rect l="l" t="t" r="r" b="b"/>
            <a:pathLst>
              <a:path w="2472" h="8297">
                <a:moveTo>
                  <a:pt x="2037" y="1"/>
                </a:moveTo>
                <a:cubicBezTo>
                  <a:pt x="1905" y="1"/>
                  <a:pt x="1786" y="78"/>
                  <a:pt x="1768" y="259"/>
                </a:cubicBezTo>
                <a:cubicBezTo>
                  <a:pt x="1403" y="2815"/>
                  <a:pt x="1243" y="5394"/>
                  <a:pt x="125" y="7768"/>
                </a:cubicBezTo>
                <a:cubicBezTo>
                  <a:pt x="0" y="8048"/>
                  <a:pt x="236" y="8296"/>
                  <a:pt x="457" y="8296"/>
                </a:cubicBezTo>
                <a:cubicBezTo>
                  <a:pt x="560" y="8296"/>
                  <a:pt x="660" y="8242"/>
                  <a:pt x="718" y="8111"/>
                </a:cubicBezTo>
                <a:cubicBezTo>
                  <a:pt x="1860" y="5668"/>
                  <a:pt x="2065" y="3066"/>
                  <a:pt x="2430" y="441"/>
                </a:cubicBezTo>
                <a:cubicBezTo>
                  <a:pt x="2472" y="180"/>
                  <a:pt x="2238" y="1"/>
                  <a:pt x="2037" y="1"/>
                </a:cubicBezTo>
                <a:close/>
              </a:path>
            </a:pathLst>
          </a:custGeom>
          <a:solidFill>
            <a:srgbClr val="0E514A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5" name="Google Shape;1015;p28">
            <a:extLst>
              <a:ext uri="{FF2B5EF4-FFF2-40B4-BE49-F238E27FC236}">
                <a16:creationId xmlns:a16="http://schemas.microsoft.com/office/drawing/2014/main" id="{C303A7DC-87E6-4ECF-8044-BACFA6DC5EFC}"/>
              </a:ext>
            </a:extLst>
          </p:cNvPr>
          <p:cNvSpPr>
            <a:spLocks noGrp="1"/>
          </p:cNvSpPr>
          <p:nvPr/>
        </p:nvSpPr>
        <p:spPr>
          <a:xfrm>
            <a:off x="8762397" y="2239383"/>
            <a:ext cx="282630" cy="173023"/>
          </a:xfrm>
          <a:custGeom>
            <a:avLst/>
            <a:gdLst/>
            <a:ahLst/>
            <a:cxnLst/>
            <a:rect l="l" t="t" r="r" b="b"/>
            <a:pathLst>
              <a:path w="8236" h="5042">
                <a:moveTo>
                  <a:pt x="498" y="1"/>
                </a:moveTo>
                <a:cubicBezTo>
                  <a:pt x="240" y="1"/>
                  <a:pt x="1" y="340"/>
                  <a:pt x="246" y="585"/>
                </a:cubicBezTo>
                <a:cubicBezTo>
                  <a:pt x="2277" y="2731"/>
                  <a:pt x="4651" y="4511"/>
                  <a:pt x="7619" y="5036"/>
                </a:cubicBezTo>
                <a:cubicBezTo>
                  <a:pt x="7640" y="5040"/>
                  <a:pt x="7661" y="5041"/>
                  <a:pt x="7681" y="5041"/>
                </a:cubicBezTo>
                <a:cubicBezTo>
                  <a:pt x="8071" y="5041"/>
                  <a:pt x="8235" y="4439"/>
                  <a:pt x="7801" y="4374"/>
                </a:cubicBezTo>
                <a:cubicBezTo>
                  <a:pt x="4925" y="3872"/>
                  <a:pt x="2711" y="2183"/>
                  <a:pt x="725" y="106"/>
                </a:cubicBezTo>
                <a:cubicBezTo>
                  <a:pt x="656" y="32"/>
                  <a:pt x="576" y="1"/>
                  <a:pt x="498" y="1"/>
                </a:cubicBezTo>
                <a:close/>
              </a:path>
            </a:pathLst>
          </a:custGeom>
          <a:solidFill>
            <a:srgbClr val="0E514A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6" name="Google Shape;1016;p28">
            <a:extLst>
              <a:ext uri="{FF2B5EF4-FFF2-40B4-BE49-F238E27FC236}">
                <a16:creationId xmlns:a16="http://schemas.microsoft.com/office/drawing/2014/main" id="{F45786BE-61B7-4E5B-8DDD-80A4BD0E5B73}"/>
              </a:ext>
            </a:extLst>
          </p:cNvPr>
          <p:cNvSpPr>
            <a:spLocks noGrp="1"/>
          </p:cNvSpPr>
          <p:nvPr/>
        </p:nvSpPr>
        <p:spPr>
          <a:xfrm>
            <a:off x="8965040" y="2398512"/>
            <a:ext cx="233934" cy="180161"/>
          </a:xfrm>
          <a:custGeom>
            <a:avLst/>
            <a:gdLst/>
            <a:ahLst/>
            <a:cxnLst/>
            <a:rect l="l" t="t" r="r" b="b"/>
            <a:pathLst>
              <a:path w="6817" h="5250">
                <a:moveTo>
                  <a:pt x="6338" y="0"/>
                </a:moveTo>
                <a:cubicBezTo>
                  <a:pt x="6230" y="0"/>
                  <a:pt x="6121" y="50"/>
                  <a:pt x="6050" y="171"/>
                </a:cubicBezTo>
                <a:cubicBezTo>
                  <a:pt x="5031" y="1797"/>
                  <a:pt x="3167" y="4577"/>
                  <a:pt x="948" y="4577"/>
                </a:cubicBezTo>
                <a:cubicBezTo>
                  <a:pt x="832" y="4577"/>
                  <a:pt x="714" y="4569"/>
                  <a:pt x="595" y="4553"/>
                </a:cubicBezTo>
                <a:cubicBezTo>
                  <a:pt x="574" y="4550"/>
                  <a:pt x="553" y="4548"/>
                  <a:pt x="533" y="4548"/>
                </a:cubicBezTo>
                <a:cubicBezTo>
                  <a:pt x="145" y="4548"/>
                  <a:pt x="0" y="5150"/>
                  <a:pt x="412" y="5215"/>
                </a:cubicBezTo>
                <a:cubicBezTo>
                  <a:pt x="578" y="5238"/>
                  <a:pt x="741" y="5249"/>
                  <a:pt x="901" y="5249"/>
                </a:cubicBezTo>
                <a:cubicBezTo>
                  <a:pt x="3451" y="5249"/>
                  <a:pt x="5441" y="2467"/>
                  <a:pt x="6644" y="513"/>
                </a:cubicBezTo>
                <a:cubicBezTo>
                  <a:pt x="6817" y="246"/>
                  <a:pt x="6578" y="0"/>
                  <a:pt x="6338" y="0"/>
                </a:cubicBezTo>
                <a:close/>
              </a:path>
            </a:pathLst>
          </a:custGeom>
          <a:solidFill>
            <a:srgbClr val="0E514A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8" name="Google Shape;1018;p28">
            <a:extLst>
              <a:ext uri="{FF2B5EF4-FFF2-40B4-BE49-F238E27FC236}">
                <a16:creationId xmlns:a16="http://schemas.microsoft.com/office/drawing/2014/main" id="{CE040754-1DDA-4B49-A72B-3E8B3B594279}"/>
              </a:ext>
            </a:extLst>
          </p:cNvPr>
          <p:cNvSpPr>
            <a:spLocks noGrp="1"/>
          </p:cNvSpPr>
          <p:nvPr/>
        </p:nvSpPr>
        <p:spPr>
          <a:xfrm>
            <a:off x="7845802" y="4402785"/>
            <a:ext cx="1463624" cy="578769"/>
          </a:xfrm>
          <a:custGeom>
            <a:avLst/>
            <a:gdLst/>
            <a:ahLst/>
            <a:cxnLst/>
            <a:rect l="l" t="t" r="r" b="b"/>
            <a:pathLst>
              <a:path w="135458" h="53565">
                <a:moveTo>
                  <a:pt x="30567" y="1"/>
                </a:moveTo>
                <a:cubicBezTo>
                  <a:pt x="30370" y="1"/>
                  <a:pt x="30171" y="14"/>
                  <a:pt x="29972" y="42"/>
                </a:cubicBezTo>
                <a:cubicBezTo>
                  <a:pt x="29972" y="42"/>
                  <a:pt x="29218" y="209"/>
                  <a:pt x="27962" y="377"/>
                </a:cubicBezTo>
                <a:cubicBezTo>
                  <a:pt x="27627" y="377"/>
                  <a:pt x="27209" y="460"/>
                  <a:pt x="26790" y="544"/>
                </a:cubicBezTo>
                <a:cubicBezTo>
                  <a:pt x="26372" y="628"/>
                  <a:pt x="25869" y="712"/>
                  <a:pt x="25367" y="795"/>
                </a:cubicBezTo>
                <a:cubicBezTo>
                  <a:pt x="24781" y="879"/>
                  <a:pt x="24279" y="1047"/>
                  <a:pt x="23609" y="1130"/>
                </a:cubicBezTo>
                <a:cubicBezTo>
                  <a:pt x="23023" y="1298"/>
                  <a:pt x="22437" y="1465"/>
                  <a:pt x="21767" y="1633"/>
                </a:cubicBezTo>
                <a:cubicBezTo>
                  <a:pt x="19172" y="2386"/>
                  <a:pt x="15907" y="3391"/>
                  <a:pt x="12474" y="5400"/>
                </a:cubicBezTo>
                <a:cubicBezTo>
                  <a:pt x="11637" y="5902"/>
                  <a:pt x="10716" y="6405"/>
                  <a:pt x="9879" y="7074"/>
                </a:cubicBezTo>
                <a:cubicBezTo>
                  <a:pt x="9460" y="7409"/>
                  <a:pt x="8958" y="7744"/>
                  <a:pt x="8539" y="8079"/>
                </a:cubicBezTo>
                <a:cubicBezTo>
                  <a:pt x="8121" y="8414"/>
                  <a:pt x="7702" y="8832"/>
                  <a:pt x="7284" y="9167"/>
                </a:cubicBezTo>
                <a:cubicBezTo>
                  <a:pt x="5609" y="10758"/>
                  <a:pt x="3935" y="12684"/>
                  <a:pt x="2763" y="14944"/>
                </a:cubicBezTo>
                <a:cubicBezTo>
                  <a:pt x="1507" y="17204"/>
                  <a:pt x="586" y="19800"/>
                  <a:pt x="251" y="22562"/>
                </a:cubicBezTo>
                <a:cubicBezTo>
                  <a:pt x="167" y="23232"/>
                  <a:pt x="84" y="23902"/>
                  <a:pt x="84" y="24572"/>
                </a:cubicBezTo>
                <a:lnTo>
                  <a:pt x="0" y="25074"/>
                </a:lnTo>
                <a:lnTo>
                  <a:pt x="0" y="25158"/>
                </a:lnTo>
                <a:cubicBezTo>
                  <a:pt x="0" y="25215"/>
                  <a:pt x="0" y="25628"/>
                  <a:pt x="0" y="25628"/>
                </a:cubicBezTo>
                <a:lnTo>
                  <a:pt x="0" y="25660"/>
                </a:lnTo>
                <a:lnTo>
                  <a:pt x="0" y="25911"/>
                </a:lnTo>
                <a:lnTo>
                  <a:pt x="84" y="26748"/>
                </a:lnTo>
                <a:lnTo>
                  <a:pt x="167" y="27669"/>
                </a:lnTo>
                <a:lnTo>
                  <a:pt x="419" y="28925"/>
                </a:lnTo>
                <a:lnTo>
                  <a:pt x="670" y="30181"/>
                </a:lnTo>
                <a:cubicBezTo>
                  <a:pt x="753" y="30432"/>
                  <a:pt x="753" y="30600"/>
                  <a:pt x="837" y="30851"/>
                </a:cubicBezTo>
                <a:lnTo>
                  <a:pt x="1088" y="31353"/>
                </a:lnTo>
                <a:cubicBezTo>
                  <a:pt x="1340" y="32023"/>
                  <a:pt x="1674" y="32776"/>
                  <a:pt x="2009" y="33446"/>
                </a:cubicBezTo>
                <a:cubicBezTo>
                  <a:pt x="2428" y="34116"/>
                  <a:pt x="2846" y="34702"/>
                  <a:pt x="3181" y="35372"/>
                </a:cubicBezTo>
                <a:cubicBezTo>
                  <a:pt x="3600" y="36041"/>
                  <a:pt x="4102" y="36544"/>
                  <a:pt x="4605" y="37130"/>
                </a:cubicBezTo>
                <a:cubicBezTo>
                  <a:pt x="5107" y="37716"/>
                  <a:pt x="5525" y="38302"/>
                  <a:pt x="6112" y="38804"/>
                </a:cubicBezTo>
                <a:cubicBezTo>
                  <a:pt x="6614" y="39223"/>
                  <a:pt x="7200" y="39725"/>
                  <a:pt x="7702" y="40227"/>
                </a:cubicBezTo>
                <a:cubicBezTo>
                  <a:pt x="8288" y="40730"/>
                  <a:pt x="8874" y="41148"/>
                  <a:pt x="9460" y="41567"/>
                </a:cubicBezTo>
                <a:cubicBezTo>
                  <a:pt x="10632" y="42488"/>
                  <a:pt x="11888" y="43157"/>
                  <a:pt x="13144" y="43911"/>
                </a:cubicBezTo>
                <a:cubicBezTo>
                  <a:pt x="18167" y="46757"/>
                  <a:pt x="23776" y="48515"/>
                  <a:pt x="29469" y="49520"/>
                </a:cubicBezTo>
                <a:cubicBezTo>
                  <a:pt x="34614" y="50504"/>
                  <a:pt x="39895" y="50872"/>
                  <a:pt x="45190" y="50872"/>
                </a:cubicBezTo>
                <a:cubicBezTo>
                  <a:pt x="45754" y="50872"/>
                  <a:pt x="46319" y="50868"/>
                  <a:pt x="46883" y="50860"/>
                </a:cubicBezTo>
                <a:lnTo>
                  <a:pt x="51236" y="50776"/>
                </a:lnTo>
                <a:cubicBezTo>
                  <a:pt x="52659" y="50692"/>
                  <a:pt x="53999" y="50608"/>
                  <a:pt x="55506" y="50441"/>
                </a:cubicBezTo>
                <a:cubicBezTo>
                  <a:pt x="58436" y="50190"/>
                  <a:pt x="61199" y="49855"/>
                  <a:pt x="63962" y="49436"/>
                </a:cubicBezTo>
                <a:cubicBezTo>
                  <a:pt x="69571" y="48683"/>
                  <a:pt x="75012" y="47595"/>
                  <a:pt x="80203" y="46674"/>
                </a:cubicBezTo>
                <a:cubicBezTo>
                  <a:pt x="85394" y="45753"/>
                  <a:pt x="90417" y="44916"/>
                  <a:pt x="95189" y="44413"/>
                </a:cubicBezTo>
                <a:cubicBezTo>
                  <a:pt x="98521" y="44069"/>
                  <a:pt x="101695" y="43842"/>
                  <a:pt x="104684" y="43842"/>
                </a:cubicBezTo>
                <a:cubicBezTo>
                  <a:pt x="106051" y="43842"/>
                  <a:pt x="107380" y="43890"/>
                  <a:pt x="108668" y="43995"/>
                </a:cubicBezTo>
                <a:cubicBezTo>
                  <a:pt x="112854" y="44246"/>
                  <a:pt x="116621" y="44916"/>
                  <a:pt x="119802" y="45920"/>
                </a:cubicBezTo>
                <a:cubicBezTo>
                  <a:pt x="123067" y="46925"/>
                  <a:pt x="125746" y="48181"/>
                  <a:pt x="127923" y="49269"/>
                </a:cubicBezTo>
                <a:cubicBezTo>
                  <a:pt x="129011" y="49855"/>
                  <a:pt x="129932" y="50357"/>
                  <a:pt x="130686" y="50943"/>
                </a:cubicBezTo>
                <a:cubicBezTo>
                  <a:pt x="131523" y="51446"/>
                  <a:pt x="132193" y="51864"/>
                  <a:pt x="132695" y="52283"/>
                </a:cubicBezTo>
                <a:cubicBezTo>
                  <a:pt x="133783" y="53036"/>
                  <a:pt x="134369" y="53455"/>
                  <a:pt x="134369" y="53455"/>
                </a:cubicBezTo>
                <a:cubicBezTo>
                  <a:pt x="134474" y="53524"/>
                  <a:pt x="134606" y="53565"/>
                  <a:pt x="134738" y="53565"/>
                </a:cubicBezTo>
                <a:cubicBezTo>
                  <a:pt x="134924" y="53565"/>
                  <a:pt x="135109" y="53484"/>
                  <a:pt x="135207" y="53287"/>
                </a:cubicBezTo>
                <a:cubicBezTo>
                  <a:pt x="135458" y="53036"/>
                  <a:pt x="135374" y="52618"/>
                  <a:pt x="135123" y="52450"/>
                </a:cubicBezTo>
                <a:cubicBezTo>
                  <a:pt x="135123" y="52450"/>
                  <a:pt x="134537" y="52032"/>
                  <a:pt x="133532" y="51195"/>
                </a:cubicBezTo>
                <a:cubicBezTo>
                  <a:pt x="133030" y="50776"/>
                  <a:pt x="132360" y="50274"/>
                  <a:pt x="131523" y="49688"/>
                </a:cubicBezTo>
                <a:cubicBezTo>
                  <a:pt x="130770" y="49102"/>
                  <a:pt x="129765" y="48515"/>
                  <a:pt x="128677" y="47929"/>
                </a:cubicBezTo>
                <a:cubicBezTo>
                  <a:pt x="126500" y="46590"/>
                  <a:pt x="123821" y="45167"/>
                  <a:pt x="120472" y="44078"/>
                </a:cubicBezTo>
                <a:cubicBezTo>
                  <a:pt x="117123" y="42906"/>
                  <a:pt x="113188" y="41985"/>
                  <a:pt x="108919" y="41483"/>
                </a:cubicBezTo>
                <a:cubicBezTo>
                  <a:pt x="106619" y="41218"/>
                  <a:pt x="104226" y="41116"/>
                  <a:pt x="101752" y="41116"/>
                </a:cubicBezTo>
                <a:cubicBezTo>
                  <a:pt x="99542" y="41116"/>
                  <a:pt x="97268" y="41197"/>
                  <a:pt x="94938" y="41316"/>
                </a:cubicBezTo>
                <a:cubicBezTo>
                  <a:pt x="90082" y="41650"/>
                  <a:pt x="84891" y="42237"/>
                  <a:pt x="79617" y="42990"/>
                </a:cubicBezTo>
                <a:cubicBezTo>
                  <a:pt x="74343" y="43660"/>
                  <a:pt x="68985" y="44497"/>
                  <a:pt x="63459" y="44999"/>
                </a:cubicBezTo>
                <a:cubicBezTo>
                  <a:pt x="60696" y="45334"/>
                  <a:pt x="57934" y="45502"/>
                  <a:pt x="55171" y="45669"/>
                </a:cubicBezTo>
                <a:cubicBezTo>
                  <a:pt x="53832" y="45753"/>
                  <a:pt x="52408" y="45753"/>
                  <a:pt x="50985" y="45753"/>
                </a:cubicBezTo>
                <a:lnTo>
                  <a:pt x="46883" y="45669"/>
                </a:lnTo>
                <a:cubicBezTo>
                  <a:pt x="41357" y="45502"/>
                  <a:pt x="35916" y="44916"/>
                  <a:pt x="30725" y="43743"/>
                </a:cubicBezTo>
                <a:cubicBezTo>
                  <a:pt x="25534" y="42571"/>
                  <a:pt x="20595" y="40730"/>
                  <a:pt x="16409" y="38218"/>
                </a:cubicBezTo>
                <a:cubicBezTo>
                  <a:pt x="15404" y="37548"/>
                  <a:pt x="14400" y="36878"/>
                  <a:pt x="13563" y="36125"/>
                </a:cubicBezTo>
                <a:cubicBezTo>
                  <a:pt x="13144" y="35790"/>
                  <a:pt x="12642" y="35455"/>
                  <a:pt x="12223" y="35037"/>
                </a:cubicBezTo>
                <a:lnTo>
                  <a:pt x="11051" y="33865"/>
                </a:lnTo>
                <a:cubicBezTo>
                  <a:pt x="9628" y="32274"/>
                  <a:pt x="8456" y="30600"/>
                  <a:pt x="7953" y="28925"/>
                </a:cubicBezTo>
                <a:lnTo>
                  <a:pt x="7786" y="28590"/>
                </a:lnTo>
                <a:cubicBezTo>
                  <a:pt x="7786" y="28507"/>
                  <a:pt x="7786" y="28423"/>
                  <a:pt x="7786" y="28339"/>
                </a:cubicBezTo>
                <a:cubicBezTo>
                  <a:pt x="7786" y="28172"/>
                  <a:pt x="7702" y="28004"/>
                  <a:pt x="7702" y="27837"/>
                </a:cubicBezTo>
                <a:cubicBezTo>
                  <a:pt x="7618" y="27669"/>
                  <a:pt x="7618" y="27502"/>
                  <a:pt x="7535" y="27334"/>
                </a:cubicBezTo>
                <a:lnTo>
                  <a:pt x="7535" y="26497"/>
                </a:lnTo>
                <a:lnTo>
                  <a:pt x="7535" y="25583"/>
                </a:lnTo>
                <a:cubicBezTo>
                  <a:pt x="7535" y="25583"/>
                  <a:pt x="7535" y="25193"/>
                  <a:pt x="7535" y="25158"/>
                </a:cubicBezTo>
                <a:cubicBezTo>
                  <a:pt x="7618" y="24655"/>
                  <a:pt x="7702" y="24237"/>
                  <a:pt x="7786" y="23734"/>
                </a:cubicBezTo>
                <a:cubicBezTo>
                  <a:pt x="8121" y="21893"/>
                  <a:pt x="8791" y="20302"/>
                  <a:pt x="9628" y="18879"/>
                </a:cubicBezTo>
                <a:cubicBezTo>
                  <a:pt x="11302" y="16032"/>
                  <a:pt x="13981" y="14107"/>
                  <a:pt x="16493" y="12767"/>
                </a:cubicBezTo>
                <a:cubicBezTo>
                  <a:pt x="19088" y="11344"/>
                  <a:pt x="21683" y="10674"/>
                  <a:pt x="23860" y="10172"/>
                </a:cubicBezTo>
                <a:cubicBezTo>
                  <a:pt x="24446" y="10004"/>
                  <a:pt x="24948" y="9921"/>
                  <a:pt x="25451" y="9837"/>
                </a:cubicBezTo>
                <a:cubicBezTo>
                  <a:pt x="25869" y="9753"/>
                  <a:pt x="26372" y="9670"/>
                  <a:pt x="26790" y="9586"/>
                </a:cubicBezTo>
                <a:cubicBezTo>
                  <a:pt x="27209" y="9586"/>
                  <a:pt x="27544" y="9502"/>
                  <a:pt x="27879" y="9418"/>
                </a:cubicBezTo>
                <a:cubicBezTo>
                  <a:pt x="28297" y="9418"/>
                  <a:pt x="28716" y="9335"/>
                  <a:pt x="29051" y="9335"/>
                </a:cubicBezTo>
                <a:cubicBezTo>
                  <a:pt x="30306" y="9167"/>
                  <a:pt x="31060" y="9167"/>
                  <a:pt x="31060" y="9167"/>
                </a:cubicBezTo>
                <a:cubicBezTo>
                  <a:pt x="31060" y="9167"/>
                  <a:pt x="31144" y="9084"/>
                  <a:pt x="31227" y="9084"/>
                </a:cubicBezTo>
                <a:cubicBezTo>
                  <a:pt x="33739" y="8749"/>
                  <a:pt x="35497" y="6405"/>
                  <a:pt x="35078" y="3977"/>
                </a:cubicBezTo>
                <a:cubicBezTo>
                  <a:pt x="34771" y="1671"/>
                  <a:pt x="32771" y="1"/>
                  <a:pt x="30567" y="1"/>
                </a:cubicBezTo>
                <a:close/>
              </a:path>
            </a:pathLst>
          </a:custGeom>
          <a:solidFill>
            <a:srgbClr val="7D7D7D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9" name="Google Shape;1019;p28">
            <a:extLst>
              <a:ext uri="{FF2B5EF4-FFF2-40B4-BE49-F238E27FC236}">
                <a16:creationId xmlns:a16="http://schemas.microsoft.com/office/drawing/2014/main" id="{7C364176-5C80-42BE-9769-A5E703175476}"/>
              </a:ext>
            </a:extLst>
          </p:cNvPr>
          <p:cNvSpPr>
            <a:spLocks noGrp="1"/>
          </p:cNvSpPr>
          <p:nvPr/>
        </p:nvSpPr>
        <p:spPr>
          <a:xfrm>
            <a:off x="7974813" y="4502364"/>
            <a:ext cx="436554" cy="230794"/>
          </a:xfrm>
          <a:custGeom>
            <a:avLst/>
            <a:gdLst/>
            <a:ahLst/>
            <a:cxnLst/>
            <a:rect l="l" t="t" r="r" b="b"/>
            <a:pathLst>
              <a:path w="40403" h="21360">
                <a:moveTo>
                  <a:pt x="29625" y="1"/>
                </a:moveTo>
                <a:cubicBezTo>
                  <a:pt x="27729" y="1"/>
                  <a:pt x="25632" y="467"/>
                  <a:pt x="23390" y="1626"/>
                </a:cubicBezTo>
                <a:cubicBezTo>
                  <a:pt x="23390" y="1626"/>
                  <a:pt x="534" y="15691"/>
                  <a:pt x="199" y="18956"/>
                </a:cubicBezTo>
                <a:cubicBezTo>
                  <a:pt x="0" y="20507"/>
                  <a:pt x="2391" y="21359"/>
                  <a:pt x="6168" y="21359"/>
                </a:cubicBezTo>
                <a:cubicBezTo>
                  <a:pt x="10339" y="21359"/>
                  <a:pt x="16202" y="20320"/>
                  <a:pt x="22134" y="18035"/>
                </a:cubicBezTo>
                <a:cubicBezTo>
                  <a:pt x="33436" y="13681"/>
                  <a:pt x="39296" y="9579"/>
                  <a:pt x="39882" y="7402"/>
                </a:cubicBezTo>
                <a:cubicBezTo>
                  <a:pt x="40403" y="5646"/>
                  <a:pt x="36225" y="1"/>
                  <a:pt x="29625" y="1"/>
                </a:cubicBezTo>
                <a:close/>
              </a:path>
            </a:pathLst>
          </a:custGeom>
          <a:solidFill>
            <a:srgbClr val="7D7D7D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0" name="Google Shape;1020;p28">
            <a:extLst>
              <a:ext uri="{FF2B5EF4-FFF2-40B4-BE49-F238E27FC236}">
                <a16:creationId xmlns:a16="http://schemas.microsoft.com/office/drawing/2014/main" id="{8F51C57B-450A-4C95-8B61-7BFF9320E2BD}"/>
              </a:ext>
            </a:extLst>
          </p:cNvPr>
          <p:cNvSpPr>
            <a:spLocks noGrp="1"/>
          </p:cNvSpPr>
          <p:nvPr/>
        </p:nvSpPr>
        <p:spPr>
          <a:xfrm>
            <a:off x="8754708" y="4502364"/>
            <a:ext cx="436565" cy="230794"/>
          </a:xfrm>
          <a:custGeom>
            <a:avLst/>
            <a:gdLst/>
            <a:ahLst/>
            <a:cxnLst/>
            <a:rect l="l" t="t" r="r" b="b"/>
            <a:pathLst>
              <a:path w="40404" h="21360">
                <a:moveTo>
                  <a:pt x="10778" y="1"/>
                </a:moveTo>
                <a:cubicBezTo>
                  <a:pt x="4179" y="1"/>
                  <a:pt x="1" y="5646"/>
                  <a:pt x="521" y="7402"/>
                </a:cubicBezTo>
                <a:cubicBezTo>
                  <a:pt x="1107" y="9579"/>
                  <a:pt x="6968" y="13681"/>
                  <a:pt x="18270" y="18035"/>
                </a:cubicBezTo>
                <a:cubicBezTo>
                  <a:pt x="24202" y="20320"/>
                  <a:pt x="30064" y="21359"/>
                  <a:pt x="34236" y="21359"/>
                </a:cubicBezTo>
                <a:cubicBezTo>
                  <a:pt x="38012" y="21359"/>
                  <a:pt x="40403" y="20507"/>
                  <a:pt x="40204" y="18956"/>
                </a:cubicBezTo>
                <a:cubicBezTo>
                  <a:pt x="39869" y="15691"/>
                  <a:pt x="17014" y="1626"/>
                  <a:pt x="17014" y="1626"/>
                </a:cubicBezTo>
                <a:cubicBezTo>
                  <a:pt x="14771" y="467"/>
                  <a:pt x="12675" y="1"/>
                  <a:pt x="10778" y="1"/>
                </a:cubicBezTo>
                <a:close/>
              </a:path>
            </a:pathLst>
          </a:custGeom>
          <a:solidFill>
            <a:srgbClr val="7D7D7D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1" name="Google Shape;1021;p28">
            <a:extLst>
              <a:ext uri="{FF2B5EF4-FFF2-40B4-BE49-F238E27FC236}">
                <a16:creationId xmlns:a16="http://schemas.microsoft.com/office/drawing/2014/main" id="{3846238C-198C-4AAD-9B4B-28FF435F90CD}"/>
              </a:ext>
            </a:extLst>
          </p:cNvPr>
          <p:cNvSpPr>
            <a:spLocks noGrp="1"/>
          </p:cNvSpPr>
          <p:nvPr/>
        </p:nvSpPr>
        <p:spPr>
          <a:xfrm>
            <a:off x="7966104" y="3490497"/>
            <a:ext cx="1233866" cy="1125319"/>
          </a:xfrm>
          <a:custGeom>
            <a:avLst/>
            <a:gdLst/>
            <a:ahLst/>
            <a:cxnLst/>
            <a:rect l="l" t="t" r="r" b="b"/>
            <a:pathLst>
              <a:path w="114194" h="104148">
                <a:moveTo>
                  <a:pt x="57097" y="1"/>
                </a:moveTo>
                <a:cubicBezTo>
                  <a:pt x="25619" y="1"/>
                  <a:pt x="1" y="33824"/>
                  <a:pt x="1" y="61116"/>
                </a:cubicBezTo>
                <a:cubicBezTo>
                  <a:pt x="1" y="88492"/>
                  <a:pt x="25619" y="104148"/>
                  <a:pt x="57097" y="104148"/>
                </a:cubicBezTo>
                <a:cubicBezTo>
                  <a:pt x="88576" y="104148"/>
                  <a:pt x="114194" y="88492"/>
                  <a:pt x="114194" y="61116"/>
                </a:cubicBezTo>
                <a:cubicBezTo>
                  <a:pt x="114194" y="33824"/>
                  <a:pt x="88576" y="1"/>
                  <a:pt x="57097" y="1"/>
                </a:cubicBezTo>
                <a:close/>
              </a:path>
            </a:pathLst>
          </a:custGeom>
          <a:solidFill>
            <a:srgbClr val="91919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2" name="Google Shape;1022;p28">
            <a:extLst>
              <a:ext uri="{FF2B5EF4-FFF2-40B4-BE49-F238E27FC236}">
                <a16:creationId xmlns:a16="http://schemas.microsoft.com/office/drawing/2014/main" id="{83E760BB-9960-456D-822B-8FDF02928CCC}"/>
              </a:ext>
            </a:extLst>
          </p:cNvPr>
          <p:cNvSpPr>
            <a:spLocks noGrp="1"/>
          </p:cNvSpPr>
          <p:nvPr/>
        </p:nvSpPr>
        <p:spPr>
          <a:xfrm>
            <a:off x="8223912" y="3490497"/>
            <a:ext cx="739969" cy="252394"/>
          </a:xfrm>
          <a:custGeom>
            <a:avLst/>
            <a:gdLst/>
            <a:ahLst/>
            <a:cxnLst/>
            <a:rect l="l" t="t" r="r" b="b"/>
            <a:pathLst>
              <a:path w="68484" h="23359">
                <a:moveTo>
                  <a:pt x="33237" y="1"/>
                </a:moveTo>
                <a:cubicBezTo>
                  <a:pt x="20847" y="1"/>
                  <a:pt x="9377" y="5275"/>
                  <a:pt x="1" y="13312"/>
                </a:cubicBezTo>
                <a:cubicBezTo>
                  <a:pt x="1508" y="14401"/>
                  <a:pt x="3182" y="15405"/>
                  <a:pt x="5024" y="16410"/>
                </a:cubicBezTo>
                <a:cubicBezTo>
                  <a:pt x="13247" y="20766"/>
                  <a:pt x="22284" y="22714"/>
                  <a:pt x="30961" y="22714"/>
                </a:cubicBezTo>
                <a:cubicBezTo>
                  <a:pt x="35624" y="22714"/>
                  <a:pt x="40183" y="22152"/>
                  <a:pt x="44456" y="21098"/>
                </a:cubicBezTo>
                <a:cubicBezTo>
                  <a:pt x="47051" y="22521"/>
                  <a:pt x="50065" y="23359"/>
                  <a:pt x="53246" y="23359"/>
                </a:cubicBezTo>
                <a:cubicBezTo>
                  <a:pt x="59609" y="23359"/>
                  <a:pt x="65218" y="20094"/>
                  <a:pt x="68483" y="15070"/>
                </a:cubicBezTo>
                <a:cubicBezTo>
                  <a:pt x="58772" y="6029"/>
                  <a:pt x="46549" y="1"/>
                  <a:pt x="33237" y="1"/>
                </a:cubicBezTo>
                <a:close/>
              </a:path>
            </a:pathLst>
          </a:custGeom>
          <a:solidFill>
            <a:srgbClr val="7D7D7D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3" name="Google Shape;1023;p28">
            <a:extLst>
              <a:ext uri="{FF2B5EF4-FFF2-40B4-BE49-F238E27FC236}">
                <a16:creationId xmlns:a16="http://schemas.microsoft.com/office/drawing/2014/main" id="{C0AEEDE9-60F7-4AA3-B449-E3AA11D0CC2B}"/>
              </a:ext>
            </a:extLst>
          </p:cNvPr>
          <p:cNvSpPr>
            <a:spLocks noGrp="1"/>
          </p:cNvSpPr>
          <p:nvPr/>
        </p:nvSpPr>
        <p:spPr>
          <a:xfrm>
            <a:off x="8261902" y="3765495"/>
            <a:ext cx="642270" cy="647694"/>
          </a:xfrm>
          <a:custGeom>
            <a:avLst/>
            <a:gdLst/>
            <a:ahLst/>
            <a:cxnLst/>
            <a:rect l="l" t="t" r="r" b="b"/>
            <a:pathLst>
              <a:path w="59442" h="59944">
                <a:moveTo>
                  <a:pt x="29721" y="1"/>
                </a:moveTo>
                <a:cubicBezTo>
                  <a:pt x="13312" y="1"/>
                  <a:pt x="1" y="19424"/>
                  <a:pt x="1" y="35163"/>
                </a:cubicBezTo>
                <a:cubicBezTo>
                  <a:pt x="1" y="50902"/>
                  <a:pt x="13312" y="59944"/>
                  <a:pt x="29721" y="59944"/>
                </a:cubicBezTo>
                <a:cubicBezTo>
                  <a:pt x="46130" y="59944"/>
                  <a:pt x="59442" y="50902"/>
                  <a:pt x="59442" y="35163"/>
                </a:cubicBezTo>
                <a:cubicBezTo>
                  <a:pt x="59442" y="19424"/>
                  <a:pt x="46130" y="1"/>
                  <a:pt x="29721" y="1"/>
                </a:cubicBezTo>
                <a:close/>
              </a:path>
            </a:pathLst>
          </a:custGeom>
          <a:solidFill>
            <a:srgbClr val="ABABAB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4" name="Google Shape;1024;p28">
            <a:extLst>
              <a:ext uri="{FF2B5EF4-FFF2-40B4-BE49-F238E27FC236}">
                <a16:creationId xmlns:a16="http://schemas.microsoft.com/office/drawing/2014/main" id="{9DCB33B2-08EE-4224-B699-3D42AFCAC30D}"/>
              </a:ext>
            </a:extLst>
          </p:cNvPr>
          <p:cNvSpPr>
            <a:spLocks noGrp="1"/>
          </p:cNvSpPr>
          <p:nvPr/>
        </p:nvSpPr>
        <p:spPr>
          <a:xfrm>
            <a:off x="8347845" y="3865842"/>
            <a:ext cx="505674" cy="393269"/>
          </a:xfrm>
          <a:custGeom>
            <a:avLst/>
            <a:gdLst/>
            <a:ahLst/>
            <a:cxnLst/>
            <a:rect l="l" t="t" r="r" b="b"/>
            <a:pathLst>
              <a:path w="46800" h="36397">
                <a:moveTo>
                  <a:pt x="10750" y="1"/>
                </a:moveTo>
                <a:cubicBezTo>
                  <a:pt x="9497" y="1"/>
                  <a:pt x="8549" y="28"/>
                  <a:pt x="8037" y="90"/>
                </a:cubicBezTo>
                <a:cubicBezTo>
                  <a:pt x="4605" y="509"/>
                  <a:pt x="1842" y="3188"/>
                  <a:pt x="1089" y="7960"/>
                </a:cubicBezTo>
                <a:cubicBezTo>
                  <a:pt x="419" y="12732"/>
                  <a:pt x="0" y="23280"/>
                  <a:pt x="754" y="27718"/>
                </a:cubicBezTo>
                <a:cubicBezTo>
                  <a:pt x="1423" y="32071"/>
                  <a:pt x="3349" y="32490"/>
                  <a:pt x="6028" y="33494"/>
                </a:cubicBezTo>
                <a:cubicBezTo>
                  <a:pt x="8707" y="34499"/>
                  <a:pt x="14065" y="36090"/>
                  <a:pt x="18921" y="36341"/>
                </a:cubicBezTo>
                <a:cubicBezTo>
                  <a:pt x="19408" y="36376"/>
                  <a:pt x="19879" y="36397"/>
                  <a:pt x="20339" y="36397"/>
                </a:cubicBezTo>
                <a:cubicBezTo>
                  <a:pt x="23123" y="36397"/>
                  <a:pt x="25543" y="35650"/>
                  <a:pt x="29135" y="32992"/>
                </a:cubicBezTo>
                <a:cubicBezTo>
                  <a:pt x="33320" y="29894"/>
                  <a:pt x="44790" y="23280"/>
                  <a:pt x="45795" y="21188"/>
                </a:cubicBezTo>
                <a:cubicBezTo>
                  <a:pt x="46799" y="19178"/>
                  <a:pt x="44874" y="8546"/>
                  <a:pt x="42781" y="3690"/>
                </a:cubicBezTo>
                <a:cubicBezTo>
                  <a:pt x="42278" y="2518"/>
                  <a:pt x="41023" y="1262"/>
                  <a:pt x="37758" y="1095"/>
                </a:cubicBezTo>
                <a:cubicBezTo>
                  <a:pt x="34980" y="881"/>
                  <a:pt x="17897" y="1"/>
                  <a:pt x="10750" y="1"/>
                </a:cubicBezTo>
                <a:close/>
              </a:path>
            </a:pathLst>
          </a:custGeom>
          <a:solidFill>
            <a:srgbClr val="FFD452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5" name="Google Shape;1025;p28">
            <a:extLst>
              <a:ext uri="{FF2B5EF4-FFF2-40B4-BE49-F238E27FC236}">
                <a16:creationId xmlns:a16="http://schemas.microsoft.com/office/drawing/2014/main" id="{3B157B28-2511-43BE-82EC-77410354EB24}"/>
              </a:ext>
            </a:extLst>
          </p:cNvPr>
          <p:cNvSpPr>
            <a:spLocks noGrp="1"/>
          </p:cNvSpPr>
          <p:nvPr/>
        </p:nvSpPr>
        <p:spPr>
          <a:xfrm>
            <a:off x="8522432" y="3889634"/>
            <a:ext cx="331086" cy="363166"/>
          </a:xfrm>
          <a:custGeom>
            <a:avLst/>
            <a:gdLst/>
            <a:ahLst/>
            <a:cxnLst/>
            <a:rect l="l" t="t" r="r" b="b"/>
            <a:pathLst>
              <a:path w="30642" h="33611">
                <a:moveTo>
                  <a:pt x="23834" y="0"/>
                </a:moveTo>
                <a:cubicBezTo>
                  <a:pt x="22706" y="0"/>
                  <a:pt x="21112" y="277"/>
                  <a:pt x="18837" y="986"/>
                </a:cubicBezTo>
                <a:cubicBezTo>
                  <a:pt x="13814" y="2493"/>
                  <a:pt x="4437" y="5842"/>
                  <a:pt x="2763" y="6762"/>
                </a:cubicBezTo>
                <a:cubicBezTo>
                  <a:pt x="1005" y="7683"/>
                  <a:pt x="0" y="9944"/>
                  <a:pt x="335" y="14381"/>
                </a:cubicBezTo>
                <a:cubicBezTo>
                  <a:pt x="670" y="18818"/>
                  <a:pt x="1256" y="26018"/>
                  <a:pt x="1507" y="28446"/>
                </a:cubicBezTo>
                <a:cubicBezTo>
                  <a:pt x="1711" y="30420"/>
                  <a:pt x="3409" y="33611"/>
                  <a:pt x="6736" y="33611"/>
                </a:cubicBezTo>
                <a:cubicBezTo>
                  <a:pt x="7502" y="33611"/>
                  <a:pt x="8353" y="33442"/>
                  <a:pt x="9293" y="33050"/>
                </a:cubicBezTo>
                <a:cubicBezTo>
                  <a:pt x="14316" y="30957"/>
                  <a:pt x="28548" y="20995"/>
                  <a:pt x="29302" y="20158"/>
                </a:cubicBezTo>
                <a:cubicBezTo>
                  <a:pt x="30055" y="19404"/>
                  <a:pt x="30641" y="18483"/>
                  <a:pt x="30223" y="14967"/>
                </a:cubicBezTo>
                <a:cubicBezTo>
                  <a:pt x="29720" y="11534"/>
                  <a:pt x="28213" y="3497"/>
                  <a:pt x="26288" y="986"/>
                </a:cubicBezTo>
                <a:cubicBezTo>
                  <a:pt x="25917" y="429"/>
                  <a:pt x="25236" y="0"/>
                  <a:pt x="23834" y="0"/>
                </a:cubicBezTo>
                <a:close/>
              </a:path>
            </a:pathLst>
          </a:custGeom>
          <a:solidFill>
            <a:srgbClr val="FFB83D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6" name="Google Shape;1026;p28">
            <a:extLst>
              <a:ext uri="{FF2B5EF4-FFF2-40B4-BE49-F238E27FC236}">
                <a16:creationId xmlns:a16="http://schemas.microsoft.com/office/drawing/2014/main" id="{A32B3464-7857-4279-9095-8AB0320EF8AF}"/>
              </a:ext>
            </a:extLst>
          </p:cNvPr>
          <p:cNvSpPr>
            <a:spLocks noGrp="1"/>
          </p:cNvSpPr>
          <p:nvPr/>
        </p:nvSpPr>
        <p:spPr>
          <a:xfrm>
            <a:off x="8592989" y="3990963"/>
            <a:ext cx="51572" cy="58919"/>
          </a:xfrm>
          <a:custGeom>
            <a:avLst/>
            <a:gdLst/>
            <a:ahLst/>
            <a:cxnLst/>
            <a:rect l="l" t="t" r="r" b="b"/>
            <a:pathLst>
              <a:path w="4773" h="5453">
                <a:moveTo>
                  <a:pt x="3093" y="1"/>
                </a:moveTo>
                <a:cubicBezTo>
                  <a:pt x="2254" y="1"/>
                  <a:pt x="1274" y="765"/>
                  <a:pt x="670" y="1905"/>
                </a:cubicBezTo>
                <a:cubicBezTo>
                  <a:pt x="0" y="3329"/>
                  <a:pt x="168" y="4835"/>
                  <a:pt x="1088" y="5338"/>
                </a:cubicBezTo>
                <a:cubicBezTo>
                  <a:pt x="1260" y="5416"/>
                  <a:pt x="1446" y="5453"/>
                  <a:pt x="1639" y="5453"/>
                </a:cubicBezTo>
                <a:cubicBezTo>
                  <a:pt x="2484" y="5453"/>
                  <a:pt x="3473" y="4738"/>
                  <a:pt x="4019" y="3580"/>
                </a:cubicBezTo>
                <a:cubicBezTo>
                  <a:pt x="4772" y="2073"/>
                  <a:pt x="4605" y="566"/>
                  <a:pt x="3684" y="147"/>
                </a:cubicBezTo>
                <a:cubicBezTo>
                  <a:pt x="3501" y="47"/>
                  <a:pt x="3302" y="1"/>
                  <a:pt x="3093" y="1"/>
                </a:cubicBezTo>
                <a:close/>
              </a:path>
            </a:pathLst>
          </a:custGeom>
          <a:solidFill>
            <a:srgbClr val="FFD452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7" name="Google Shape;1027;p28">
            <a:extLst>
              <a:ext uri="{FF2B5EF4-FFF2-40B4-BE49-F238E27FC236}">
                <a16:creationId xmlns:a16="http://schemas.microsoft.com/office/drawing/2014/main" id="{326CBC5E-1684-4DEB-A8BA-016CE4BD7C43}"/>
              </a:ext>
            </a:extLst>
          </p:cNvPr>
          <p:cNvSpPr>
            <a:spLocks noGrp="1"/>
          </p:cNvSpPr>
          <p:nvPr/>
        </p:nvSpPr>
        <p:spPr>
          <a:xfrm>
            <a:off x="8706960" y="3939294"/>
            <a:ext cx="90470" cy="103803"/>
          </a:xfrm>
          <a:custGeom>
            <a:avLst/>
            <a:gdLst/>
            <a:ahLst/>
            <a:cxnLst/>
            <a:rect l="l" t="t" r="r" b="b"/>
            <a:pathLst>
              <a:path w="8373" h="9607">
                <a:moveTo>
                  <a:pt x="5488" y="0"/>
                </a:moveTo>
                <a:cubicBezTo>
                  <a:pt x="3983" y="0"/>
                  <a:pt x="2267" y="1317"/>
                  <a:pt x="1257" y="3339"/>
                </a:cubicBezTo>
                <a:cubicBezTo>
                  <a:pt x="1" y="5850"/>
                  <a:pt x="336" y="8529"/>
                  <a:pt x="1926" y="9366"/>
                </a:cubicBezTo>
                <a:cubicBezTo>
                  <a:pt x="2253" y="9530"/>
                  <a:pt x="2602" y="9607"/>
                  <a:pt x="2961" y="9607"/>
                </a:cubicBezTo>
                <a:cubicBezTo>
                  <a:pt x="4444" y="9607"/>
                  <a:pt x="6106" y="8290"/>
                  <a:pt x="7117" y="6269"/>
                </a:cubicBezTo>
                <a:cubicBezTo>
                  <a:pt x="8373" y="3673"/>
                  <a:pt x="8122" y="994"/>
                  <a:pt x="6531" y="241"/>
                </a:cubicBezTo>
                <a:cubicBezTo>
                  <a:pt x="6204" y="78"/>
                  <a:pt x="5852" y="0"/>
                  <a:pt x="5488" y="0"/>
                </a:cubicBezTo>
                <a:close/>
              </a:path>
            </a:pathLst>
          </a:custGeom>
          <a:solidFill>
            <a:srgbClr val="FFD452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8" name="Google Shape;1028;p28">
            <a:extLst>
              <a:ext uri="{FF2B5EF4-FFF2-40B4-BE49-F238E27FC236}">
                <a16:creationId xmlns:a16="http://schemas.microsoft.com/office/drawing/2014/main" id="{0FD00C50-6077-4E58-B0F7-A6D0948B0E0D}"/>
              </a:ext>
            </a:extLst>
          </p:cNvPr>
          <p:cNvSpPr>
            <a:spLocks noGrp="1"/>
          </p:cNvSpPr>
          <p:nvPr/>
        </p:nvSpPr>
        <p:spPr>
          <a:xfrm>
            <a:off x="8381308" y="4079845"/>
            <a:ext cx="90470" cy="104030"/>
          </a:xfrm>
          <a:custGeom>
            <a:avLst/>
            <a:gdLst/>
            <a:ahLst/>
            <a:cxnLst/>
            <a:rect l="l" t="t" r="r" b="b"/>
            <a:pathLst>
              <a:path w="8373" h="9628">
                <a:moveTo>
                  <a:pt x="2886" y="1"/>
                </a:moveTo>
                <a:cubicBezTo>
                  <a:pt x="2548" y="1"/>
                  <a:pt x="2224" y="69"/>
                  <a:pt x="1926" y="209"/>
                </a:cubicBezTo>
                <a:cubicBezTo>
                  <a:pt x="252" y="1047"/>
                  <a:pt x="1" y="3726"/>
                  <a:pt x="1257" y="6237"/>
                </a:cubicBezTo>
                <a:cubicBezTo>
                  <a:pt x="2278" y="8347"/>
                  <a:pt x="4018" y="9627"/>
                  <a:pt x="5488" y="9627"/>
                </a:cubicBezTo>
                <a:cubicBezTo>
                  <a:pt x="5826" y="9627"/>
                  <a:pt x="6150" y="9559"/>
                  <a:pt x="6447" y="9419"/>
                </a:cubicBezTo>
                <a:cubicBezTo>
                  <a:pt x="8038" y="8581"/>
                  <a:pt x="8373" y="5902"/>
                  <a:pt x="7117" y="3391"/>
                </a:cubicBezTo>
                <a:cubicBezTo>
                  <a:pt x="6096" y="1281"/>
                  <a:pt x="4356" y="1"/>
                  <a:pt x="2886" y="1"/>
                </a:cubicBezTo>
                <a:close/>
              </a:path>
            </a:pathLst>
          </a:custGeom>
          <a:solidFill>
            <a:srgbClr val="FFB83D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9" name="Google Shape;1029;p28">
            <a:extLst>
              <a:ext uri="{FF2B5EF4-FFF2-40B4-BE49-F238E27FC236}">
                <a16:creationId xmlns:a16="http://schemas.microsoft.com/office/drawing/2014/main" id="{22A8EDBF-E581-4D60-8A3B-A04BDFA7A0FD}"/>
              </a:ext>
            </a:extLst>
          </p:cNvPr>
          <p:cNvSpPr>
            <a:spLocks noGrp="1"/>
          </p:cNvSpPr>
          <p:nvPr/>
        </p:nvSpPr>
        <p:spPr>
          <a:xfrm>
            <a:off x="8450060" y="4041282"/>
            <a:ext cx="38001" cy="42755"/>
          </a:xfrm>
          <a:custGeom>
            <a:avLst/>
            <a:gdLst/>
            <a:ahLst/>
            <a:cxnLst/>
            <a:rect l="l" t="t" r="r" b="b"/>
            <a:pathLst>
              <a:path w="3517" h="3957">
                <a:moveTo>
                  <a:pt x="1203" y="0"/>
                </a:moveTo>
                <a:cubicBezTo>
                  <a:pt x="1049" y="0"/>
                  <a:pt x="899" y="31"/>
                  <a:pt x="754" y="95"/>
                </a:cubicBezTo>
                <a:cubicBezTo>
                  <a:pt x="84" y="430"/>
                  <a:pt x="0" y="1518"/>
                  <a:pt x="503" y="2606"/>
                </a:cubicBezTo>
                <a:cubicBezTo>
                  <a:pt x="909" y="3418"/>
                  <a:pt x="1643" y="3957"/>
                  <a:pt x="2263" y="3957"/>
                </a:cubicBezTo>
                <a:cubicBezTo>
                  <a:pt x="2410" y="3957"/>
                  <a:pt x="2551" y="3926"/>
                  <a:pt x="2680" y="3862"/>
                </a:cubicBezTo>
                <a:cubicBezTo>
                  <a:pt x="3349" y="3527"/>
                  <a:pt x="3517" y="2439"/>
                  <a:pt x="3014" y="1351"/>
                </a:cubicBezTo>
                <a:cubicBezTo>
                  <a:pt x="2541" y="539"/>
                  <a:pt x="1848" y="0"/>
                  <a:pt x="1203" y="0"/>
                </a:cubicBezTo>
                <a:close/>
              </a:path>
            </a:pathLst>
          </a:custGeom>
          <a:solidFill>
            <a:srgbClr val="FFB83D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0" name="Google Shape;1030;p28">
            <a:extLst>
              <a:ext uri="{FF2B5EF4-FFF2-40B4-BE49-F238E27FC236}">
                <a16:creationId xmlns:a16="http://schemas.microsoft.com/office/drawing/2014/main" id="{83FB3064-9674-4DFB-B347-ACEC686A8974}"/>
              </a:ext>
            </a:extLst>
          </p:cNvPr>
          <p:cNvSpPr>
            <a:spLocks noGrp="1"/>
          </p:cNvSpPr>
          <p:nvPr/>
        </p:nvSpPr>
        <p:spPr>
          <a:xfrm>
            <a:off x="8383123" y="4032228"/>
            <a:ext cx="47952" cy="35083"/>
          </a:xfrm>
          <a:custGeom>
            <a:avLst/>
            <a:gdLst/>
            <a:ahLst/>
            <a:cxnLst/>
            <a:rect l="l" t="t" r="r" b="b"/>
            <a:pathLst>
              <a:path w="4438" h="3247">
                <a:moveTo>
                  <a:pt x="2977" y="1"/>
                </a:moveTo>
                <a:cubicBezTo>
                  <a:pt x="2517" y="1"/>
                  <a:pt x="1993" y="147"/>
                  <a:pt x="1507" y="430"/>
                </a:cubicBezTo>
                <a:cubicBezTo>
                  <a:pt x="503" y="1100"/>
                  <a:pt x="0" y="2105"/>
                  <a:pt x="419" y="2775"/>
                </a:cubicBezTo>
                <a:cubicBezTo>
                  <a:pt x="635" y="3077"/>
                  <a:pt x="1030" y="3246"/>
                  <a:pt x="1500" y="3246"/>
                </a:cubicBezTo>
                <a:cubicBezTo>
                  <a:pt x="1940" y="3246"/>
                  <a:pt x="2445" y="3098"/>
                  <a:pt x="2930" y="2775"/>
                </a:cubicBezTo>
                <a:cubicBezTo>
                  <a:pt x="3935" y="2189"/>
                  <a:pt x="4437" y="1100"/>
                  <a:pt x="4103" y="514"/>
                </a:cubicBezTo>
                <a:cubicBezTo>
                  <a:pt x="3886" y="168"/>
                  <a:pt x="3469" y="1"/>
                  <a:pt x="2977" y="1"/>
                </a:cubicBezTo>
                <a:close/>
              </a:path>
            </a:pathLst>
          </a:custGeom>
          <a:solidFill>
            <a:srgbClr val="FFB83D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1" name="Google Shape;1031;p28">
            <a:extLst>
              <a:ext uri="{FF2B5EF4-FFF2-40B4-BE49-F238E27FC236}">
                <a16:creationId xmlns:a16="http://schemas.microsoft.com/office/drawing/2014/main" id="{09F366C1-579A-4C5A-87EF-26EFCF08C0C7}"/>
              </a:ext>
            </a:extLst>
          </p:cNvPr>
          <p:cNvSpPr>
            <a:spLocks noGrp="1"/>
          </p:cNvSpPr>
          <p:nvPr/>
        </p:nvSpPr>
        <p:spPr>
          <a:xfrm>
            <a:off x="8791088" y="4057339"/>
            <a:ext cx="50664" cy="57677"/>
          </a:xfrm>
          <a:custGeom>
            <a:avLst/>
            <a:gdLst/>
            <a:ahLst/>
            <a:cxnLst/>
            <a:rect l="l" t="t" r="r" b="b"/>
            <a:pathLst>
              <a:path w="4689" h="5338">
                <a:moveTo>
                  <a:pt x="3058" y="1"/>
                </a:moveTo>
                <a:cubicBezTo>
                  <a:pt x="2233" y="1"/>
                  <a:pt x="1299" y="715"/>
                  <a:pt x="754" y="1874"/>
                </a:cubicBezTo>
                <a:cubicBezTo>
                  <a:pt x="1" y="3213"/>
                  <a:pt x="168" y="4720"/>
                  <a:pt x="1089" y="5223"/>
                </a:cubicBezTo>
                <a:cubicBezTo>
                  <a:pt x="1260" y="5300"/>
                  <a:pt x="1443" y="5338"/>
                  <a:pt x="1632" y="5338"/>
                </a:cubicBezTo>
                <a:cubicBezTo>
                  <a:pt x="2457" y="5338"/>
                  <a:pt x="3390" y="4623"/>
                  <a:pt x="3935" y="3465"/>
                </a:cubicBezTo>
                <a:cubicBezTo>
                  <a:pt x="4689" y="2041"/>
                  <a:pt x="4522" y="534"/>
                  <a:pt x="3601" y="116"/>
                </a:cubicBezTo>
                <a:cubicBezTo>
                  <a:pt x="3429" y="38"/>
                  <a:pt x="3246" y="1"/>
                  <a:pt x="3058" y="1"/>
                </a:cubicBezTo>
                <a:close/>
              </a:path>
            </a:pathLst>
          </a:custGeom>
          <a:solidFill>
            <a:srgbClr val="FFD452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2" name="Google Shape;1032;p28">
            <a:extLst>
              <a:ext uri="{FF2B5EF4-FFF2-40B4-BE49-F238E27FC236}">
                <a16:creationId xmlns:a16="http://schemas.microsoft.com/office/drawing/2014/main" id="{01DC3A70-B2DC-4A2C-8551-2D55AA782AF9}"/>
              </a:ext>
            </a:extLst>
          </p:cNvPr>
          <p:cNvSpPr>
            <a:spLocks noGrp="1"/>
          </p:cNvSpPr>
          <p:nvPr/>
        </p:nvSpPr>
        <p:spPr>
          <a:xfrm>
            <a:off x="8573994" y="4177080"/>
            <a:ext cx="47044" cy="30524"/>
          </a:xfrm>
          <a:custGeom>
            <a:avLst/>
            <a:gdLst/>
            <a:ahLst/>
            <a:cxnLst/>
            <a:rect l="l" t="t" r="r" b="b"/>
            <a:pathLst>
              <a:path w="4354" h="2825">
                <a:moveTo>
                  <a:pt x="1643" y="1"/>
                </a:moveTo>
                <a:cubicBezTo>
                  <a:pt x="1005" y="1"/>
                  <a:pt x="502" y="224"/>
                  <a:pt x="335" y="671"/>
                </a:cubicBezTo>
                <a:cubicBezTo>
                  <a:pt x="0" y="1340"/>
                  <a:pt x="670" y="2178"/>
                  <a:pt x="1674" y="2596"/>
                </a:cubicBezTo>
                <a:cubicBezTo>
                  <a:pt x="2074" y="2750"/>
                  <a:pt x="2461" y="2825"/>
                  <a:pt x="2805" y="2825"/>
                </a:cubicBezTo>
                <a:cubicBezTo>
                  <a:pt x="3398" y="2825"/>
                  <a:pt x="3860" y="2602"/>
                  <a:pt x="4019" y="2178"/>
                </a:cubicBezTo>
                <a:cubicBezTo>
                  <a:pt x="4353" y="1508"/>
                  <a:pt x="3684" y="587"/>
                  <a:pt x="2679" y="168"/>
                </a:cubicBezTo>
                <a:cubicBezTo>
                  <a:pt x="2316" y="57"/>
                  <a:pt x="1963" y="1"/>
                  <a:pt x="1643" y="1"/>
                </a:cubicBezTo>
                <a:close/>
              </a:path>
            </a:pathLst>
          </a:custGeom>
          <a:solidFill>
            <a:srgbClr val="FFD452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3" name="Google Shape;1033;p28">
            <a:extLst>
              <a:ext uri="{FF2B5EF4-FFF2-40B4-BE49-F238E27FC236}">
                <a16:creationId xmlns:a16="http://schemas.microsoft.com/office/drawing/2014/main" id="{E8BBEA0E-E769-461E-9A2E-9AEB57DE3531}"/>
              </a:ext>
            </a:extLst>
          </p:cNvPr>
          <p:cNvSpPr>
            <a:spLocks noGrp="1"/>
          </p:cNvSpPr>
          <p:nvPr/>
        </p:nvSpPr>
        <p:spPr>
          <a:xfrm>
            <a:off x="8643643" y="4095556"/>
            <a:ext cx="38001" cy="43663"/>
          </a:xfrm>
          <a:custGeom>
            <a:avLst/>
            <a:gdLst/>
            <a:ahLst/>
            <a:cxnLst/>
            <a:rect l="l" t="t" r="r" b="b"/>
            <a:pathLst>
              <a:path w="3517" h="4041">
                <a:moveTo>
                  <a:pt x="2267" y="1"/>
                </a:moveTo>
                <a:cubicBezTo>
                  <a:pt x="1646" y="1"/>
                  <a:pt x="910" y="553"/>
                  <a:pt x="503" y="1434"/>
                </a:cubicBezTo>
                <a:cubicBezTo>
                  <a:pt x="0" y="2439"/>
                  <a:pt x="84" y="3611"/>
                  <a:pt x="754" y="3946"/>
                </a:cubicBezTo>
                <a:cubicBezTo>
                  <a:pt x="881" y="4010"/>
                  <a:pt x="1021" y="4040"/>
                  <a:pt x="1166" y="4040"/>
                </a:cubicBezTo>
                <a:cubicBezTo>
                  <a:pt x="1787" y="4040"/>
                  <a:pt x="2524" y="3488"/>
                  <a:pt x="2931" y="2607"/>
                </a:cubicBezTo>
                <a:cubicBezTo>
                  <a:pt x="3517" y="1602"/>
                  <a:pt x="3349" y="430"/>
                  <a:pt x="2679" y="95"/>
                </a:cubicBezTo>
                <a:cubicBezTo>
                  <a:pt x="2552" y="31"/>
                  <a:pt x="2413" y="1"/>
                  <a:pt x="2267" y="1"/>
                </a:cubicBezTo>
                <a:close/>
              </a:path>
            </a:pathLst>
          </a:custGeom>
          <a:solidFill>
            <a:srgbClr val="FFD452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4" name="Google Shape;1034;p28">
            <a:extLst>
              <a:ext uri="{FF2B5EF4-FFF2-40B4-BE49-F238E27FC236}">
                <a16:creationId xmlns:a16="http://schemas.microsoft.com/office/drawing/2014/main" id="{2BC70FE2-B0A4-498A-97D5-62810EA9AB34}"/>
              </a:ext>
            </a:extLst>
          </p:cNvPr>
          <p:cNvSpPr>
            <a:spLocks noGrp="1"/>
          </p:cNvSpPr>
          <p:nvPr/>
        </p:nvSpPr>
        <p:spPr>
          <a:xfrm>
            <a:off x="8019762" y="2729069"/>
            <a:ext cx="405889" cy="411940"/>
          </a:xfrm>
          <a:custGeom>
            <a:avLst/>
            <a:gdLst/>
            <a:ahLst/>
            <a:cxnLst/>
            <a:rect l="l" t="t" r="r" b="b"/>
            <a:pathLst>
              <a:path w="37565" h="38125">
                <a:moveTo>
                  <a:pt x="18778" y="0"/>
                </a:moveTo>
                <a:cubicBezTo>
                  <a:pt x="10561" y="0"/>
                  <a:pt x="3575" y="4796"/>
                  <a:pt x="1900" y="14044"/>
                </a:cubicBezTo>
                <a:cubicBezTo>
                  <a:pt x="1" y="24962"/>
                  <a:pt x="7598" y="38124"/>
                  <a:pt x="21653" y="38124"/>
                </a:cubicBezTo>
                <a:cubicBezTo>
                  <a:pt x="22470" y="38124"/>
                  <a:pt x="23309" y="38080"/>
                  <a:pt x="24169" y="37988"/>
                </a:cubicBezTo>
                <a:cubicBezTo>
                  <a:pt x="24169" y="37988"/>
                  <a:pt x="33294" y="31123"/>
                  <a:pt x="35555" y="24090"/>
                </a:cubicBezTo>
                <a:cubicBezTo>
                  <a:pt x="37564" y="19318"/>
                  <a:pt x="35806" y="3914"/>
                  <a:pt x="25090" y="900"/>
                </a:cubicBezTo>
                <a:cubicBezTo>
                  <a:pt x="22951" y="298"/>
                  <a:pt x="20826" y="0"/>
                  <a:pt x="18778" y="0"/>
                </a:cubicBezTo>
                <a:close/>
              </a:path>
            </a:pathLst>
          </a:custGeom>
          <a:solidFill>
            <a:srgbClr val="7D7D7D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5" name="Google Shape;1035;p28">
            <a:extLst>
              <a:ext uri="{FF2B5EF4-FFF2-40B4-BE49-F238E27FC236}">
                <a16:creationId xmlns:a16="http://schemas.microsoft.com/office/drawing/2014/main" id="{36D39798-96A5-436F-8934-302EBC912412}"/>
              </a:ext>
            </a:extLst>
          </p:cNvPr>
          <p:cNvSpPr>
            <a:spLocks noGrp="1"/>
          </p:cNvSpPr>
          <p:nvPr/>
        </p:nvSpPr>
        <p:spPr>
          <a:xfrm>
            <a:off x="8023090" y="2902511"/>
            <a:ext cx="987825" cy="796198"/>
          </a:xfrm>
          <a:custGeom>
            <a:avLst/>
            <a:gdLst/>
            <a:ahLst/>
            <a:cxnLst/>
            <a:rect l="l" t="t" r="r" b="b"/>
            <a:pathLst>
              <a:path w="91423" h="73688">
                <a:moveTo>
                  <a:pt x="50849" y="1"/>
                </a:moveTo>
                <a:cubicBezTo>
                  <a:pt x="50783" y="1"/>
                  <a:pt x="50717" y="1"/>
                  <a:pt x="50651" y="1"/>
                </a:cubicBezTo>
                <a:cubicBezTo>
                  <a:pt x="40019" y="85"/>
                  <a:pt x="30893" y="3266"/>
                  <a:pt x="23275" y="11973"/>
                </a:cubicBezTo>
                <a:cubicBezTo>
                  <a:pt x="15573" y="20596"/>
                  <a:pt x="17080" y="31480"/>
                  <a:pt x="10633" y="36335"/>
                </a:cubicBezTo>
                <a:cubicBezTo>
                  <a:pt x="4187" y="41275"/>
                  <a:pt x="1173" y="39433"/>
                  <a:pt x="587" y="42531"/>
                </a:cubicBezTo>
                <a:cubicBezTo>
                  <a:pt x="1" y="45712"/>
                  <a:pt x="3182" y="59023"/>
                  <a:pt x="18922" y="67395"/>
                </a:cubicBezTo>
                <a:cubicBezTo>
                  <a:pt x="27209" y="71747"/>
                  <a:pt x="36265" y="73687"/>
                  <a:pt x="44948" y="73687"/>
                </a:cubicBezTo>
                <a:cubicBezTo>
                  <a:pt x="55474" y="73687"/>
                  <a:pt x="65450" y="70835"/>
                  <a:pt x="72837" y="65972"/>
                </a:cubicBezTo>
                <a:cubicBezTo>
                  <a:pt x="86316" y="57098"/>
                  <a:pt x="91422" y="40438"/>
                  <a:pt x="87823" y="26708"/>
                </a:cubicBezTo>
                <a:cubicBezTo>
                  <a:pt x="84400" y="13770"/>
                  <a:pt x="72574" y="1"/>
                  <a:pt x="50849" y="1"/>
                </a:cubicBezTo>
                <a:close/>
              </a:path>
            </a:pathLst>
          </a:custGeom>
          <a:solidFill>
            <a:srgbClr val="91919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6" name="Google Shape;1036;p28">
            <a:extLst>
              <a:ext uri="{FF2B5EF4-FFF2-40B4-BE49-F238E27FC236}">
                <a16:creationId xmlns:a16="http://schemas.microsoft.com/office/drawing/2014/main" id="{9F4C1903-9EE1-49B5-8735-70FD2E9A71F0}"/>
              </a:ext>
            </a:extLst>
          </p:cNvPr>
          <p:cNvSpPr>
            <a:spLocks noGrp="1"/>
          </p:cNvSpPr>
          <p:nvPr/>
        </p:nvSpPr>
        <p:spPr>
          <a:xfrm>
            <a:off x="8551379" y="3309578"/>
            <a:ext cx="395311" cy="396230"/>
          </a:xfrm>
          <a:custGeom>
            <a:avLst/>
            <a:gdLst/>
            <a:ahLst/>
            <a:cxnLst/>
            <a:rect l="l" t="t" r="r" b="b"/>
            <a:pathLst>
              <a:path w="36586" h="36671">
                <a:moveTo>
                  <a:pt x="18335" y="1"/>
                </a:moveTo>
                <a:cubicBezTo>
                  <a:pt x="8205" y="1"/>
                  <a:pt x="0" y="8205"/>
                  <a:pt x="0" y="18336"/>
                </a:cubicBezTo>
                <a:cubicBezTo>
                  <a:pt x="0" y="28466"/>
                  <a:pt x="8205" y="36670"/>
                  <a:pt x="18335" y="36670"/>
                </a:cubicBezTo>
                <a:cubicBezTo>
                  <a:pt x="28381" y="36670"/>
                  <a:pt x="36585" y="28466"/>
                  <a:pt x="36585" y="18336"/>
                </a:cubicBezTo>
                <a:cubicBezTo>
                  <a:pt x="36585" y="8205"/>
                  <a:pt x="28381" y="1"/>
                  <a:pt x="18335" y="1"/>
                </a:cubicBezTo>
                <a:close/>
              </a:path>
            </a:pathLst>
          </a:custGeom>
          <a:solidFill>
            <a:srgbClr val="91919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7" name="Google Shape;1037;p28">
            <a:extLst>
              <a:ext uri="{FF2B5EF4-FFF2-40B4-BE49-F238E27FC236}">
                <a16:creationId xmlns:a16="http://schemas.microsoft.com/office/drawing/2014/main" id="{31CB57DD-3CED-4375-9308-9E3D650550D3}"/>
              </a:ext>
            </a:extLst>
          </p:cNvPr>
          <p:cNvSpPr>
            <a:spLocks noGrp="1"/>
          </p:cNvSpPr>
          <p:nvPr/>
        </p:nvSpPr>
        <p:spPr>
          <a:xfrm>
            <a:off x="8741342" y="2932365"/>
            <a:ext cx="242431" cy="337429"/>
          </a:xfrm>
          <a:custGeom>
            <a:avLst/>
            <a:gdLst/>
            <a:ahLst/>
            <a:cxnLst/>
            <a:rect l="l" t="t" r="r" b="b"/>
            <a:pathLst>
              <a:path w="22437" h="31229">
                <a:moveTo>
                  <a:pt x="0" y="1"/>
                </a:moveTo>
                <a:cubicBezTo>
                  <a:pt x="168" y="1926"/>
                  <a:pt x="586" y="7033"/>
                  <a:pt x="3433" y="11387"/>
                </a:cubicBezTo>
                <a:lnTo>
                  <a:pt x="18418" y="28382"/>
                </a:lnTo>
                <a:cubicBezTo>
                  <a:pt x="18418" y="28382"/>
                  <a:pt x="20093" y="30391"/>
                  <a:pt x="22437" y="31228"/>
                </a:cubicBezTo>
                <a:cubicBezTo>
                  <a:pt x="22269" y="29052"/>
                  <a:pt x="21935" y="25954"/>
                  <a:pt x="21349" y="23945"/>
                </a:cubicBezTo>
                <a:cubicBezTo>
                  <a:pt x="19004" y="14819"/>
                  <a:pt x="11888" y="4857"/>
                  <a:pt x="0" y="1"/>
                </a:cubicBezTo>
                <a:close/>
              </a:path>
            </a:pathLst>
          </a:custGeom>
          <a:solidFill>
            <a:srgbClr val="7D7D7D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8" name="Google Shape;1038;p28">
            <a:extLst>
              <a:ext uri="{FF2B5EF4-FFF2-40B4-BE49-F238E27FC236}">
                <a16:creationId xmlns:a16="http://schemas.microsoft.com/office/drawing/2014/main" id="{661BC1DD-1B51-4F03-9016-867AAEEB206E}"/>
              </a:ext>
            </a:extLst>
          </p:cNvPr>
          <p:cNvSpPr>
            <a:spLocks noGrp="1"/>
          </p:cNvSpPr>
          <p:nvPr/>
        </p:nvSpPr>
        <p:spPr>
          <a:xfrm>
            <a:off x="8025813" y="3341421"/>
            <a:ext cx="132977" cy="107498"/>
          </a:xfrm>
          <a:custGeom>
            <a:avLst/>
            <a:gdLst/>
            <a:ahLst/>
            <a:cxnLst/>
            <a:rect l="l" t="t" r="r" b="b"/>
            <a:pathLst>
              <a:path w="12307" h="9949">
                <a:moveTo>
                  <a:pt x="4831" y="0"/>
                </a:moveTo>
                <a:cubicBezTo>
                  <a:pt x="3056" y="0"/>
                  <a:pt x="1456" y="235"/>
                  <a:pt x="837" y="738"/>
                </a:cubicBezTo>
                <a:cubicBezTo>
                  <a:pt x="251" y="1156"/>
                  <a:pt x="0" y="2998"/>
                  <a:pt x="251" y="4505"/>
                </a:cubicBezTo>
                <a:cubicBezTo>
                  <a:pt x="417" y="5996"/>
                  <a:pt x="2223" y="9948"/>
                  <a:pt x="3802" y="9948"/>
                </a:cubicBezTo>
                <a:cubicBezTo>
                  <a:pt x="3818" y="9948"/>
                  <a:pt x="3835" y="9948"/>
                  <a:pt x="3851" y="9947"/>
                </a:cubicBezTo>
                <a:cubicBezTo>
                  <a:pt x="6195" y="9947"/>
                  <a:pt x="9879" y="7184"/>
                  <a:pt x="10967" y="5677"/>
                </a:cubicBezTo>
                <a:cubicBezTo>
                  <a:pt x="12139" y="4086"/>
                  <a:pt x="12307" y="1910"/>
                  <a:pt x="10465" y="905"/>
                </a:cubicBezTo>
                <a:cubicBezTo>
                  <a:pt x="9203" y="319"/>
                  <a:pt x="6899" y="0"/>
                  <a:pt x="4831" y="0"/>
                </a:cubicBezTo>
                <a:close/>
              </a:path>
            </a:pathLst>
          </a:custGeom>
          <a:solidFill>
            <a:srgbClr val="525252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9" name="Google Shape;1039;p28">
            <a:extLst>
              <a:ext uri="{FF2B5EF4-FFF2-40B4-BE49-F238E27FC236}">
                <a16:creationId xmlns:a16="http://schemas.microsoft.com/office/drawing/2014/main" id="{F78F5E5B-C88D-41D4-80F4-821ADD0AA4BC}"/>
              </a:ext>
            </a:extLst>
          </p:cNvPr>
          <p:cNvSpPr>
            <a:spLocks noGrp="1"/>
          </p:cNvSpPr>
          <p:nvPr/>
        </p:nvSpPr>
        <p:spPr>
          <a:xfrm>
            <a:off x="8752190" y="2733261"/>
            <a:ext cx="506927" cy="514577"/>
          </a:xfrm>
          <a:custGeom>
            <a:avLst/>
            <a:gdLst/>
            <a:ahLst/>
            <a:cxnLst/>
            <a:rect l="l" t="t" r="r" b="b"/>
            <a:pathLst>
              <a:path w="46916" h="47624">
                <a:moveTo>
                  <a:pt x="23423" y="0"/>
                </a:moveTo>
                <a:cubicBezTo>
                  <a:pt x="20797" y="0"/>
                  <a:pt x="18068" y="392"/>
                  <a:pt x="15321" y="1182"/>
                </a:cubicBezTo>
                <a:cubicBezTo>
                  <a:pt x="2010" y="5116"/>
                  <a:pt x="1" y="24288"/>
                  <a:pt x="2596" y="30316"/>
                </a:cubicBezTo>
                <a:cubicBezTo>
                  <a:pt x="5442" y="39023"/>
                  <a:pt x="16912" y="47479"/>
                  <a:pt x="16912" y="47479"/>
                </a:cubicBezTo>
                <a:cubicBezTo>
                  <a:pt x="17904" y="47576"/>
                  <a:pt x="18873" y="47623"/>
                  <a:pt x="19818" y="47623"/>
                </a:cubicBezTo>
                <a:cubicBezTo>
                  <a:pt x="37537" y="47623"/>
                  <a:pt x="46915" y="31010"/>
                  <a:pt x="44372" y="17340"/>
                </a:cubicBezTo>
                <a:cubicBezTo>
                  <a:pt x="42242" y="5892"/>
                  <a:pt x="33605" y="0"/>
                  <a:pt x="23423" y="0"/>
                </a:cubicBezTo>
                <a:close/>
              </a:path>
            </a:pathLst>
          </a:custGeom>
          <a:solidFill>
            <a:srgbClr val="91919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0" name="Google Shape;1040;p28">
            <a:extLst>
              <a:ext uri="{FF2B5EF4-FFF2-40B4-BE49-F238E27FC236}">
                <a16:creationId xmlns:a16="http://schemas.microsoft.com/office/drawing/2014/main" id="{BEE645CA-65D4-4057-8B67-D652C7AB7168}"/>
              </a:ext>
            </a:extLst>
          </p:cNvPr>
          <p:cNvSpPr>
            <a:spLocks noGrp="1"/>
          </p:cNvSpPr>
          <p:nvPr/>
        </p:nvSpPr>
        <p:spPr>
          <a:xfrm>
            <a:off x="8892406" y="2905601"/>
            <a:ext cx="252977" cy="245597"/>
          </a:xfrm>
          <a:custGeom>
            <a:avLst/>
            <a:gdLst/>
            <a:ahLst/>
            <a:cxnLst/>
            <a:rect l="l" t="t" r="r" b="b"/>
            <a:pathLst>
              <a:path w="23413" h="22730">
                <a:moveTo>
                  <a:pt x="9290" y="0"/>
                </a:moveTo>
                <a:cubicBezTo>
                  <a:pt x="5995" y="0"/>
                  <a:pt x="3042" y="1467"/>
                  <a:pt x="2009" y="4487"/>
                </a:cubicBezTo>
                <a:cubicBezTo>
                  <a:pt x="0" y="10431"/>
                  <a:pt x="335" y="20226"/>
                  <a:pt x="2763" y="21733"/>
                </a:cubicBezTo>
                <a:cubicBezTo>
                  <a:pt x="3845" y="22422"/>
                  <a:pt x="5069" y="22730"/>
                  <a:pt x="6355" y="22730"/>
                </a:cubicBezTo>
                <a:cubicBezTo>
                  <a:pt x="13824" y="22730"/>
                  <a:pt x="23413" y="12363"/>
                  <a:pt x="19842" y="6078"/>
                </a:cubicBezTo>
                <a:cubicBezTo>
                  <a:pt x="17613" y="2075"/>
                  <a:pt x="13210" y="0"/>
                  <a:pt x="9290" y="0"/>
                </a:cubicBezTo>
                <a:close/>
              </a:path>
            </a:pathLst>
          </a:custGeom>
          <a:solidFill>
            <a:srgbClr val="E3C4BB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1" name="Google Shape;1041;p28">
            <a:extLst>
              <a:ext uri="{FF2B5EF4-FFF2-40B4-BE49-F238E27FC236}">
                <a16:creationId xmlns:a16="http://schemas.microsoft.com/office/drawing/2014/main" id="{2EAF786B-7465-4BAE-B806-4A77A660E798}"/>
              </a:ext>
            </a:extLst>
          </p:cNvPr>
          <p:cNvSpPr>
            <a:spLocks noGrp="1"/>
          </p:cNvSpPr>
          <p:nvPr/>
        </p:nvSpPr>
        <p:spPr>
          <a:xfrm>
            <a:off x="8784756" y="3349136"/>
            <a:ext cx="263242" cy="46623"/>
          </a:xfrm>
          <a:custGeom>
            <a:avLst/>
            <a:gdLst/>
            <a:ahLst/>
            <a:cxnLst/>
            <a:rect l="l" t="t" r="r" b="b"/>
            <a:pathLst>
              <a:path w="24363" h="4315">
                <a:moveTo>
                  <a:pt x="19747" y="1"/>
                </a:moveTo>
                <a:cubicBezTo>
                  <a:pt x="18770" y="1"/>
                  <a:pt x="17728" y="123"/>
                  <a:pt x="16577" y="191"/>
                </a:cubicBezTo>
                <a:cubicBezTo>
                  <a:pt x="15907" y="275"/>
                  <a:pt x="15154" y="275"/>
                  <a:pt x="14484" y="358"/>
                </a:cubicBezTo>
                <a:cubicBezTo>
                  <a:pt x="13731" y="442"/>
                  <a:pt x="12977" y="526"/>
                  <a:pt x="12224" y="610"/>
                </a:cubicBezTo>
                <a:cubicBezTo>
                  <a:pt x="10717" y="777"/>
                  <a:pt x="9293" y="1112"/>
                  <a:pt x="7870" y="1279"/>
                </a:cubicBezTo>
                <a:cubicBezTo>
                  <a:pt x="7200" y="1447"/>
                  <a:pt x="6531" y="1614"/>
                  <a:pt x="5945" y="1698"/>
                </a:cubicBezTo>
                <a:cubicBezTo>
                  <a:pt x="5275" y="1865"/>
                  <a:pt x="4689" y="1949"/>
                  <a:pt x="4187" y="2117"/>
                </a:cubicBezTo>
                <a:cubicBezTo>
                  <a:pt x="3098" y="2368"/>
                  <a:pt x="2177" y="2619"/>
                  <a:pt x="1508" y="2786"/>
                </a:cubicBezTo>
                <a:cubicBezTo>
                  <a:pt x="922" y="2954"/>
                  <a:pt x="503" y="3121"/>
                  <a:pt x="503" y="3121"/>
                </a:cubicBezTo>
                <a:cubicBezTo>
                  <a:pt x="168" y="3205"/>
                  <a:pt x="1" y="3540"/>
                  <a:pt x="84" y="3875"/>
                </a:cubicBezTo>
                <a:cubicBezTo>
                  <a:pt x="223" y="4152"/>
                  <a:pt x="477" y="4315"/>
                  <a:pt x="750" y="4315"/>
                </a:cubicBezTo>
                <a:cubicBezTo>
                  <a:pt x="807" y="4315"/>
                  <a:pt x="864" y="4308"/>
                  <a:pt x="922" y="4293"/>
                </a:cubicBezTo>
                <a:cubicBezTo>
                  <a:pt x="922" y="4293"/>
                  <a:pt x="1256" y="4126"/>
                  <a:pt x="1926" y="3958"/>
                </a:cubicBezTo>
                <a:cubicBezTo>
                  <a:pt x="2512" y="3791"/>
                  <a:pt x="3349" y="3540"/>
                  <a:pt x="4438" y="3205"/>
                </a:cubicBezTo>
                <a:cubicBezTo>
                  <a:pt x="4940" y="3038"/>
                  <a:pt x="5526" y="2870"/>
                  <a:pt x="6196" y="2786"/>
                </a:cubicBezTo>
                <a:cubicBezTo>
                  <a:pt x="6782" y="2619"/>
                  <a:pt x="7452" y="2451"/>
                  <a:pt x="8121" y="2284"/>
                </a:cubicBezTo>
                <a:cubicBezTo>
                  <a:pt x="9461" y="2033"/>
                  <a:pt x="10884" y="1614"/>
                  <a:pt x="12391" y="1447"/>
                </a:cubicBezTo>
                <a:cubicBezTo>
                  <a:pt x="13061" y="1363"/>
                  <a:pt x="13814" y="1196"/>
                  <a:pt x="14568" y="1112"/>
                </a:cubicBezTo>
                <a:cubicBezTo>
                  <a:pt x="15238" y="945"/>
                  <a:pt x="15991" y="945"/>
                  <a:pt x="16661" y="861"/>
                </a:cubicBezTo>
                <a:cubicBezTo>
                  <a:pt x="18000" y="777"/>
                  <a:pt x="19340" y="526"/>
                  <a:pt x="20428" y="526"/>
                </a:cubicBezTo>
                <a:cubicBezTo>
                  <a:pt x="22605" y="442"/>
                  <a:pt x="24112" y="442"/>
                  <a:pt x="24112" y="442"/>
                </a:cubicBezTo>
                <a:cubicBezTo>
                  <a:pt x="24279" y="358"/>
                  <a:pt x="24363" y="275"/>
                  <a:pt x="24363" y="191"/>
                </a:cubicBezTo>
                <a:cubicBezTo>
                  <a:pt x="24363" y="107"/>
                  <a:pt x="24279" y="24"/>
                  <a:pt x="24112" y="24"/>
                </a:cubicBezTo>
                <a:lnTo>
                  <a:pt x="20428" y="24"/>
                </a:lnTo>
                <a:cubicBezTo>
                  <a:pt x="20204" y="8"/>
                  <a:pt x="19977" y="1"/>
                  <a:pt x="19747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2" name="Google Shape;1042;p28">
            <a:extLst>
              <a:ext uri="{FF2B5EF4-FFF2-40B4-BE49-F238E27FC236}">
                <a16:creationId xmlns:a16="http://schemas.microsoft.com/office/drawing/2014/main" id="{78F19F8F-0532-4169-8807-B8FD56AB645E}"/>
              </a:ext>
            </a:extLst>
          </p:cNvPr>
          <p:cNvSpPr>
            <a:spLocks noGrp="1"/>
          </p:cNvSpPr>
          <p:nvPr/>
        </p:nvSpPr>
        <p:spPr>
          <a:xfrm>
            <a:off x="8786571" y="3419941"/>
            <a:ext cx="249671" cy="26623"/>
          </a:xfrm>
          <a:custGeom>
            <a:avLst/>
            <a:gdLst/>
            <a:ahLst/>
            <a:cxnLst/>
            <a:rect l="l" t="t" r="r" b="b"/>
            <a:pathLst>
              <a:path w="23107" h="2464">
                <a:moveTo>
                  <a:pt x="4186" y="1"/>
                </a:moveTo>
                <a:cubicBezTo>
                  <a:pt x="2009" y="1"/>
                  <a:pt x="670" y="84"/>
                  <a:pt x="670" y="84"/>
                </a:cubicBezTo>
                <a:lnTo>
                  <a:pt x="586" y="84"/>
                </a:lnTo>
                <a:cubicBezTo>
                  <a:pt x="251" y="84"/>
                  <a:pt x="0" y="419"/>
                  <a:pt x="0" y="754"/>
                </a:cubicBezTo>
                <a:cubicBezTo>
                  <a:pt x="84" y="1089"/>
                  <a:pt x="335" y="1340"/>
                  <a:pt x="754" y="1340"/>
                </a:cubicBezTo>
                <a:cubicBezTo>
                  <a:pt x="754" y="1340"/>
                  <a:pt x="2093" y="1257"/>
                  <a:pt x="4186" y="1173"/>
                </a:cubicBezTo>
                <a:cubicBezTo>
                  <a:pt x="5191" y="1089"/>
                  <a:pt x="6446" y="1089"/>
                  <a:pt x="7702" y="1005"/>
                </a:cubicBezTo>
                <a:cubicBezTo>
                  <a:pt x="9042" y="1005"/>
                  <a:pt x="10465" y="1089"/>
                  <a:pt x="11804" y="1089"/>
                </a:cubicBezTo>
                <a:cubicBezTo>
                  <a:pt x="12474" y="1089"/>
                  <a:pt x="13228" y="1173"/>
                  <a:pt x="13897" y="1173"/>
                </a:cubicBezTo>
                <a:cubicBezTo>
                  <a:pt x="14567" y="1173"/>
                  <a:pt x="15237" y="1257"/>
                  <a:pt x="15907" y="1257"/>
                </a:cubicBezTo>
                <a:cubicBezTo>
                  <a:pt x="17163" y="1424"/>
                  <a:pt x="18335" y="1591"/>
                  <a:pt x="19423" y="1675"/>
                </a:cubicBezTo>
                <a:cubicBezTo>
                  <a:pt x="19925" y="1759"/>
                  <a:pt x="20344" y="1926"/>
                  <a:pt x="20762" y="2010"/>
                </a:cubicBezTo>
                <a:cubicBezTo>
                  <a:pt x="21181" y="2094"/>
                  <a:pt x="21600" y="2177"/>
                  <a:pt x="21851" y="2261"/>
                </a:cubicBezTo>
                <a:cubicBezTo>
                  <a:pt x="22437" y="2345"/>
                  <a:pt x="22772" y="2429"/>
                  <a:pt x="22772" y="2429"/>
                </a:cubicBezTo>
                <a:lnTo>
                  <a:pt x="22855" y="2429"/>
                </a:lnTo>
                <a:cubicBezTo>
                  <a:pt x="22880" y="2453"/>
                  <a:pt x="22904" y="2463"/>
                  <a:pt x="22927" y="2463"/>
                </a:cubicBezTo>
                <a:cubicBezTo>
                  <a:pt x="22981" y="2463"/>
                  <a:pt x="23023" y="2404"/>
                  <a:pt x="23023" y="2345"/>
                </a:cubicBezTo>
                <a:cubicBezTo>
                  <a:pt x="23107" y="2177"/>
                  <a:pt x="23023" y="2094"/>
                  <a:pt x="22939" y="2094"/>
                </a:cubicBezTo>
                <a:cubicBezTo>
                  <a:pt x="22939" y="2094"/>
                  <a:pt x="22604" y="2010"/>
                  <a:pt x="22018" y="1843"/>
                </a:cubicBezTo>
                <a:cubicBezTo>
                  <a:pt x="21683" y="1759"/>
                  <a:pt x="21348" y="1675"/>
                  <a:pt x="20930" y="1508"/>
                </a:cubicBezTo>
                <a:cubicBezTo>
                  <a:pt x="20511" y="1424"/>
                  <a:pt x="20009" y="1257"/>
                  <a:pt x="19507" y="1173"/>
                </a:cubicBezTo>
                <a:cubicBezTo>
                  <a:pt x="18502" y="1005"/>
                  <a:pt x="17246" y="838"/>
                  <a:pt x="15990" y="587"/>
                </a:cubicBezTo>
                <a:cubicBezTo>
                  <a:pt x="15321" y="587"/>
                  <a:pt x="14651" y="503"/>
                  <a:pt x="13897" y="419"/>
                </a:cubicBezTo>
                <a:cubicBezTo>
                  <a:pt x="13228" y="336"/>
                  <a:pt x="12558" y="252"/>
                  <a:pt x="11888" y="252"/>
                </a:cubicBezTo>
                <a:cubicBezTo>
                  <a:pt x="10465" y="168"/>
                  <a:pt x="9042" y="84"/>
                  <a:pt x="7702" y="84"/>
                </a:cubicBezTo>
                <a:cubicBezTo>
                  <a:pt x="6446" y="1"/>
                  <a:pt x="5191" y="1"/>
                  <a:pt x="4186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3" name="Google Shape;1043;p28">
            <a:extLst>
              <a:ext uri="{FF2B5EF4-FFF2-40B4-BE49-F238E27FC236}">
                <a16:creationId xmlns:a16="http://schemas.microsoft.com/office/drawing/2014/main" id="{119AC1EA-65DF-49F9-BC19-E7D89247AAC2}"/>
              </a:ext>
            </a:extLst>
          </p:cNvPr>
          <p:cNvSpPr>
            <a:spLocks noGrp="1"/>
          </p:cNvSpPr>
          <p:nvPr/>
        </p:nvSpPr>
        <p:spPr>
          <a:xfrm>
            <a:off x="8785664" y="3458666"/>
            <a:ext cx="152879" cy="76845"/>
          </a:xfrm>
          <a:custGeom>
            <a:avLst/>
            <a:gdLst/>
            <a:ahLst/>
            <a:cxnLst/>
            <a:rect l="l" t="t" r="r" b="b"/>
            <a:pathLst>
              <a:path w="14149" h="7112">
                <a:moveTo>
                  <a:pt x="706" y="0"/>
                </a:moveTo>
                <a:cubicBezTo>
                  <a:pt x="419" y="0"/>
                  <a:pt x="157" y="228"/>
                  <a:pt x="84" y="519"/>
                </a:cubicBezTo>
                <a:cubicBezTo>
                  <a:pt x="0" y="854"/>
                  <a:pt x="252" y="1189"/>
                  <a:pt x="586" y="1272"/>
                </a:cubicBezTo>
                <a:cubicBezTo>
                  <a:pt x="586" y="1272"/>
                  <a:pt x="754" y="1356"/>
                  <a:pt x="1172" y="1440"/>
                </a:cubicBezTo>
                <a:cubicBezTo>
                  <a:pt x="1507" y="1524"/>
                  <a:pt x="2093" y="1691"/>
                  <a:pt x="2763" y="1858"/>
                </a:cubicBezTo>
                <a:cubicBezTo>
                  <a:pt x="4019" y="2277"/>
                  <a:pt x="5777" y="2947"/>
                  <a:pt x="7368" y="3617"/>
                </a:cubicBezTo>
                <a:cubicBezTo>
                  <a:pt x="7786" y="3868"/>
                  <a:pt x="8205" y="4035"/>
                  <a:pt x="8623" y="4203"/>
                </a:cubicBezTo>
                <a:cubicBezTo>
                  <a:pt x="9042" y="4370"/>
                  <a:pt x="9461" y="4621"/>
                  <a:pt x="9796" y="4789"/>
                </a:cubicBezTo>
                <a:cubicBezTo>
                  <a:pt x="10549" y="5207"/>
                  <a:pt x="11302" y="5542"/>
                  <a:pt x="11888" y="5877"/>
                </a:cubicBezTo>
                <a:cubicBezTo>
                  <a:pt x="13061" y="6631"/>
                  <a:pt x="13814" y="7049"/>
                  <a:pt x="13814" y="7049"/>
                </a:cubicBezTo>
                <a:cubicBezTo>
                  <a:pt x="13898" y="7091"/>
                  <a:pt x="13961" y="7112"/>
                  <a:pt x="14013" y="7112"/>
                </a:cubicBezTo>
                <a:cubicBezTo>
                  <a:pt x="14065" y="7112"/>
                  <a:pt x="14107" y="7091"/>
                  <a:pt x="14149" y="7049"/>
                </a:cubicBezTo>
                <a:cubicBezTo>
                  <a:pt x="14149" y="6882"/>
                  <a:pt x="14149" y="6798"/>
                  <a:pt x="14065" y="6714"/>
                </a:cubicBezTo>
                <a:cubicBezTo>
                  <a:pt x="14065" y="6714"/>
                  <a:pt x="13312" y="6212"/>
                  <a:pt x="12140" y="5458"/>
                </a:cubicBezTo>
                <a:cubicBezTo>
                  <a:pt x="11637" y="5040"/>
                  <a:pt x="10884" y="4621"/>
                  <a:pt x="10130" y="4203"/>
                </a:cubicBezTo>
                <a:cubicBezTo>
                  <a:pt x="9796" y="3951"/>
                  <a:pt x="9377" y="3700"/>
                  <a:pt x="8958" y="3533"/>
                </a:cubicBezTo>
                <a:cubicBezTo>
                  <a:pt x="8540" y="3365"/>
                  <a:pt x="8205" y="3114"/>
                  <a:pt x="7786" y="2863"/>
                </a:cubicBezTo>
                <a:cubicBezTo>
                  <a:pt x="6112" y="2026"/>
                  <a:pt x="4437" y="1356"/>
                  <a:pt x="3098" y="854"/>
                </a:cubicBezTo>
                <a:cubicBezTo>
                  <a:pt x="2428" y="603"/>
                  <a:pt x="1926" y="352"/>
                  <a:pt x="1507" y="268"/>
                </a:cubicBezTo>
                <a:cubicBezTo>
                  <a:pt x="1089" y="100"/>
                  <a:pt x="921" y="17"/>
                  <a:pt x="921" y="17"/>
                </a:cubicBezTo>
                <a:lnTo>
                  <a:pt x="838" y="17"/>
                </a:lnTo>
                <a:cubicBezTo>
                  <a:pt x="794" y="6"/>
                  <a:pt x="749" y="0"/>
                  <a:pt x="706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4" name="Google Shape;1044;p28">
            <a:extLst>
              <a:ext uri="{FF2B5EF4-FFF2-40B4-BE49-F238E27FC236}">
                <a16:creationId xmlns:a16="http://schemas.microsoft.com/office/drawing/2014/main" id="{712BE3B1-590E-4541-A455-655C93127B5C}"/>
              </a:ext>
            </a:extLst>
          </p:cNvPr>
          <p:cNvSpPr>
            <a:spLocks noGrp="1"/>
          </p:cNvSpPr>
          <p:nvPr/>
        </p:nvSpPr>
        <p:spPr>
          <a:xfrm>
            <a:off x="8393075" y="2902522"/>
            <a:ext cx="213485" cy="85921"/>
          </a:xfrm>
          <a:custGeom>
            <a:avLst/>
            <a:gdLst/>
            <a:ahLst/>
            <a:cxnLst/>
            <a:rect l="l" t="t" r="r" b="b"/>
            <a:pathLst>
              <a:path w="19758" h="7952">
                <a:moveTo>
                  <a:pt x="16409" y="0"/>
                </a:moveTo>
                <a:cubicBezTo>
                  <a:pt x="11553" y="0"/>
                  <a:pt x="7033" y="754"/>
                  <a:pt x="2763" y="2261"/>
                </a:cubicBezTo>
                <a:cubicBezTo>
                  <a:pt x="3265" y="2595"/>
                  <a:pt x="3935" y="2679"/>
                  <a:pt x="4521" y="2679"/>
                </a:cubicBezTo>
                <a:cubicBezTo>
                  <a:pt x="1256" y="3600"/>
                  <a:pt x="0" y="5777"/>
                  <a:pt x="1758" y="7284"/>
                </a:cubicBezTo>
                <a:cubicBezTo>
                  <a:pt x="2254" y="7712"/>
                  <a:pt x="3247" y="7952"/>
                  <a:pt x="4554" y="7952"/>
                </a:cubicBezTo>
                <a:cubicBezTo>
                  <a:pt x="8104" y="7952"/>
                  <a:pt x="13974" y="6180"/>
                  <a:pt x="18502" y="1591"/>
                </a:cubicBezTo>
                <a:cubicBezTo>
                  <a:pt x="18502" y="1591"/>
                  <a:pt x="19172" y="670"/>
                  <a:pt x="19758" y="84"/>
                </a:cubicBezTo>
                <a:cubicBezTo>
                  <a:pt x="18670" y="84"/>
                  <a:pt x="17498" y="0"/>
                  <a:pt x="16409" y="0"/>
                </a:cubicBezTo>
                <a:close/>
              </a:path>
            </a:pathLst>
          </a:custGeom>
          <a:solidFill>
            <a:srgbClr val="7D7D7D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5" name="Google Shape;1045;p28">
            <a:extLst>
              <a:ext uri="{FF2B5EF4-FFF2-40B4-BE49-F238E27FC236}">
                <a16:creationId xmlns:a16="http://schemas.microsoft.com/office/drawing/2014/main" id="{D9D68DC0-7964-4268-AAF5-A29C0A55A16E}"/>
              </a:ext>
            </a:extLst>
          </p:cNvPr>
          <p:cNvSpPr>
            <a:spLocks noGrp="1"/>
          </p:cNvSpPr>
          <p:nvPr/>
        </p:nvSpPr>
        <p:spPr>
          <a:xfrm>
            <a:off x="8386743" y="2823602"/>
            <a:ext cx="224344" cy="139870"/>
          </a:xfrm>
          <a:custGeom>
            <a:avLst/>
            <a:gdLst/>
            <a:ahLst/>
            <a:cxnLst/>
            <a:rect l="l" t="t" r="r" b="b"/>
            <a:pathLst>
              <a:path w="20763" h="12945">
                <a:moveTo>
                  <a:pt x="7808" y="0"/>
                </a:moveTo>
                <a:cubicBezTo>
                  <a:pt x="6036" y="0"/>
                  <a:pt x="5885" y="1017"/>
                  <a:pt x="5944" y="1611"/>
                </a:cubicBezTo>
                <a:cubicBezTo>
                  <a:pt x="6112" y="2532"/>
                  <a:pt x="8288" y="3872"/>
                  <a:pt x="8288" y="3872"/>
                </a:cubicBezTo>
                <a:cubicBezTo>
                  <a:pt x="8288" y="3872"/>
                  <a:pt x="7053" y="3683"/>
                  <a:pt x="5714" y="3683"/>
                </a:cubicBezTo>
                <a:cubicBezTo>
                  <a:pt x="4374" y="3683"/>
                  <a:pt x="2930" y="3872"/>
                  <a:pt x="2512" y="4625"/>
                </a:cubicBezTo>
                <a:cubicBezTo>
                  <a:pt x="1675" y="6216"/>
                  <a:pt x="3349" y="7723"/>
                  <a:pt x="4940" y="7806"/>
                </a:cubicBezTo>
                <a:cubicBezTo>
                  <a:pt x="1507" y="8309"/>
                  <a:pt x="0" y="10318"/>
                  <a:pt x="1591" y="12076"/>
                </a:cubicBezTo>
                <a:cubicBezTo>
                  <a:pt x="2093" y="12631"/>
                  <a:pt x="3496" y="12944"/>
                  <a:pt x="5400" y="12944"/>
                </a:cubicBezTo>
                <a:cubicBezTo>
                  <a:pt x="9527" y="12944"/>
                  <a:pt x="16007" y="11473"/>
                  <a:pt x="20763" y="7806"/>
                </a:cubicBezTo>
                <a:cubicBezTo>
                  <a:pt x="20763" y="7806"/>
                  <a:pt x="15572" y="2114"/>
                  <a:pt x="10884" y="607"/>
                </a:cubicBezTo>
                <a:cubicBezTo>
                  <a:pt x="9524" y="170"/>
                  <a:pt x="8531" y="0"/>
                  <a:pt x="7808" y="0"/>
                </a:cubicBezTo>
                <a:close/>
              </a:path>
            </a:pathLst>
          </a:custGeom>
          <a:solidFill>
            <a:srgbClr val="91919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6" name="Google Shape;1046;p28">
            <a:extLst>
              <a:ext uri="{FF2B5EF4-FFF2-40B4-BE49-F238E27FC236}">
                <a16:creationId xmlns:a16="http://schemas.microsoft.com/office/drawing/2014/main" id="{6B59D79F-240D-4007-A234-2462C61F2122}"/>
              </a:ext>
            </a:extLst>
          </p:cNvPr>
          <p:cNvSpPr>
            <a:spLocks noGrp="1"/>
          </p:cNvSpPr>
          <p:nvPr/>
        </p:nvSpPr>
        <p:spPr>
          <a:xfrm>
            <a:off x="8293572" y="3230886"/>
            <a:ext cx="109465" cy="49400"/>
          </a:xfrm>
          <a:custGeom>
            <a:avLst/>
            <a:gdLst/>
            <a:ahLst/>
            <a:cxnLst/>
            <a:rect l="l" t="t" r="r" b="b"/>
            <a:pathLst>
              <a:path w="10131" h="4572">
                <a:moveTo>
                  <a:pt x="5107" y="0"/>
                </a:moveTo>
                <a:cubicBezTo>
                  <a:pt x="4186" y="84"/>
                  <a:pt x="3349" y="252"/>
                  <a:pt x="2595" y="670"/>
                </a:cubicBezTo>
                <a:cubicBezTo>
                  <a:pt x="2260" y="838"/>
                  <a:pt x="1926" y="1005"/>
                  <a:pt x="1591" y="1256"/>
                </a:cubicBezTo>
                <a:cubicBezTo>
                  <a:pt x="1256" y="1507"/>
                  <a:pt x="1005" y="1758"/>
                  <a:pt x="837" y="2010"/>
                </a:cubicBezTo>
                <a:cubicBezTo>
                  <a:pt x="586" y="2261"/>
                  <a:pt x="419" y="2512"/>
                  <a:pt x="335" y="2763"/>
                </a:cubicBezTo>
                <a:cubicBezTo>
                  <a:pt x="167" y="3014"/>
                  <a:pt x="84" y="3265"/>
                  <a:pt x="84" y="3433"/>
                </a:cubicBezTo>
                <a:cubicBezTo>
                  <a:pt x="0" y="3684"/>
                  <a:pt x="0" y="3851"/>
                  <a:pt x="0" y="3935"/>
                </a:cubicBezTo>
                <a:cubicBezTo>
                  <a:pt x="0" y="4019"/>
                  <a:pt x="0" y="4019"/>
                  <a:pt x="0" y="4019"/>
                </a:cubicBezTo>
                <a:cubicBezTo>
                  <a:pt x="0" y="4186"/>
                  <a:pt x="84" y="4354"/>
                  <a:pt x="167" y="4521"/>
                </a:cubicBezTo>
                <a:cubicBezTo>
                  <a:pt x="259" y="4552"/>
                  <a:pt x="363" y="4571"/>
                  <a:pt x="465" y="4571"/>
                </a:cubicBezTo>
                <a:cubicBezTo>
                  <a:pt x="641" y="4571"/>
                  <a:pt x="815" y="4513"/>
                  <a:pt x="921" y="4354"/>
                </a:cubicBezTo>
                <a:cubicBezTo>
                  <a:pt x="921" y="4354"/>
                  <a:pt x="921" y="4270"/>
                  <a:pt x="1005" y="4270"/>
                </a:cubicBezTo>
                <a:cubicBezTo>
                  <a:pt x="1005" y="4186"/>
                  <a:pt x="1005" y="4186"/>
                  <a:pt x="1088" y="4103"/>
                </a:cubicBezTo>
                <a:cubicBezTo>
                  <a:pt x="1088" y="4019"/>
                  <a:pt x="1172" y="4019"/>
                  <a:pt x="1172" y="4019"/>
                </a:cubicBezTo>
                <a:cubicBezTo>
                  <a:pt x="1256" y="3935"/>
                  <a:pt x="1423" y="3768"/>
                  <a:pt x="1507" y="3684"/>
                </a:cubicBezTo>
                <a:cubicBezTo>
                  <a:pt x="1674" y="3517"/>
                  <a:pt x="1842" y="3433"/>
                  <a:pt x="2009" y="3265"/>
                </a:cubicBezTo>
                <a:cubicBezTo>
                  <a:pt x="2428" y="3098"/>
                  <a:pt x="2930" y="2847"/>
                  <a:pt x="3433" y="2679"/>
                </a:cubicBezTo>
                <a:cubicBezTo>
                  <a:pt x="3684" y="2596"/>
                  <a:pt x="4019" y="2512"/>
                  <a:pt x="4270" y="2512"/>
                </a:cubicBezTo>
                <a:cubicBezTo>
                  <a:pt x="4605" y="2428"/>
                  <a:pt x="4856" y="2428"/>
                  <a:pt x="5191" y="2428"/>
                </a:cubicBezTo>
                <a:lnTo>
                  <a:pt x="6028" y="2428"/>
                </a:lnTo>
                <a:cubicBezTo>
                  <a:pt x="6363" y="2512"/>
                  <a:pt x="6614" y="2512"/>
                  <a:pt x="6865" y="2596"/>
                </a:cubicBezTo>
                <a:cubicBezTo>
                  <a:pt x="7367" y="2763"/>
                  <a:pt x="7786" y="2931"/>
                  <a:pt x="8121" y="3182"/>
                </a:cubicBezTo>
                <a:cubicBezTo>
                  <a:pt x="8456" y="3517"/>
                  <a:pt x="8707" y="3768"/>
                  <a:pt x="8958" y="4019"/>
                </a:cubicBezTo>
                <a:cubicBezTo>
                  <a:pt x="9125" y="4270"/>
                  <a:pt x="9209" y="4354"/>
                  <a:pt x="9209" y="4354"/>
                </a:cubicBezTo>
                <a:lnTo>
                  <a:pt x="9293" y="4354"/>
                </a:lnTo>
                <a:cubicBezTo>
                  <a:pt x="9377" y="4521"/>
                  <a:pt x="9460" y="4521"/>
                  <a:pt x="9628" y="4521"/>
                </a:cubicBezTo>
                <a:cubicBezTo>
                  <a:pt x="9963" y="4521"/>
                  <a:pt x="10130" y="4270"/>
                  <a:pt x="10130" y="4019"/>
                </a:cubicBezTo>
                <a:cubicBezTo>
                  <a:pt x="10130" y="4019"/>
                  <a:pt x="10130" y="3851"/>
                  <a:pt x="10046" y="3433"/>
                </a:cubicBezTo>
                <a:cubicBezTo>
                  <a:pt x="10046" y="3098"/>
                  <a:pt x="9879" y="2596"/>
                  <a:pt x="9460" y="2010"/>
                </a:cubicBezTo>
                <a:cubicBezTo>
                  <a:pt x="9125" y="1424"/>
                  <a:pt x="8456" y="838"/>
                  <a:pt x="7619" y="503"/>
                </a:cubicBezTo>
                <a:cubicBezTo>
                  <a:pt x="7284" y="335"/>
                  <a:pt x="6865" y="168"/>
                  <a:pt x="6363" y="84"/>
                </a:cubicBezTo>
                <a:cubicBezTo>
                  <a:pt x="6195" y="84"/>
                  <a:pt x="5860" y="0"/>
                  <a:pt x="5693" y="0"/>
                </a:cubicBezTo>
                <a:close/>
              </a:path>
            </a:pathLst>
          </a:custGeom>
          <a:solidFill>
            <a:srgbClr val="525252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7" name="Google Shape;1047;p28">
            <a:extLst>
              <a:ext uri="{FF2B5EF4-FFF2-40B4-BE49-F238E27FC236}">
                <a16:creationId xmlns:a16="http://schemas.microsoft.com/office/drawing/2014/main" id="{DC22F036-F00E-4E9A-9F48-8727BB0BC134}"/>
              </a:ext>
            </a:extLst>
          </p:cNvPr>
          <p:cNvSpPr>
            <a:spLocks noGrp="1"/>
          </p:cNvSpPr>
          <p:nvPr/>
        </p:nvSpPr>
        <p:spPr>
          <a:xfrm>
            <a:off x="8639116" y="3230886"/>
            <a:ext cx="110373" cy="49400"/>
          </a:xfrm>
          <a:custGeom>
            <a:avLst/>
            <a:gdLst/>
            <a:ahLst/>
            <a:cxnLst/>
            <a:rect l="l" t="t" r="r" b="b"/>
            <a:pathLst>
              <a:path w="10215" h="4572">
                <a:moveTo>
                  <a:pt x="4438" y="0"/>
                </a:moveTo>
                <a:cubicBezTo>
                  <a:pt x="4271" y="0"/>
                  <a:pt x="4019" y="84"/>
                  <a:pt x="3768" y="84"/>
                </a:cubicBezTo>
                <a:cubicBezTo>
                  <a:pt x="3350" y="168"/>
                  <a:pt x="2931" y="335"/>
                  <a:pt x="2512" y="503"/>
                </a:cubicBezTo>
                <a:cubicBezTo>
                  <a:pt x="1675" y="838"/>
                  <a:pt x="1089" y="1424"/>
                  <a:pt x="671" y="2010"/>
                </a:cubicBezTo>
                <a:cubicBezTo>
                  <a:pt x="336" y="2596"/>
                  <a:pt x="168" y="3098"/>
                  <a:pt x="85" y="3433"/>
                </a:cubicBezTo>
                <a:cubicBezTo>
                  <a:pt x="1" y="3851"/>
                  <a:pt x="1" y="4019"/>
                  <a:pt x="1" y="4019"/>
                </a:cubicBezTo>
                <a:cubicBezTo>
                  <a:pt x="1" y="4270"/>
                  <a:pt x="252" y="4521"/>
                  <a:pt x="503" y="4521"/>
                </a:cubicBezTo>
                <a:cubicBezTo>
                  <a:pt x="671" y="4521"/>
                  <a:pt x="838" y="4521"/>
                  <a:pt x="922" y="4354"/>
                </a:cubicBezTo>
                <a:cubicBezTo>
                  <a:pt x="922" y="4354"/>
                  <a:pt x="1005" y="4270"/>
                  <a:pt x="1257" y="4019"/>
                </a:cubicBezTo>
                <a:cubicBezTo>
                  <a:pt x="1424" y="3768"/>
                  <a:pt x="1675" y="3517"/>
                  <a:pt x="2010" y="3182"/>
                </a:cubicBezTo>
                <a:cubicBezTo>
                  <a:pt x="2429" y="2931"/>
                  <a:pt x="2847" y="2763"/>
                  <a:pt x="3350" y="2596"/>
                </a:cubicBezTo>
                <a:cubicBezTo>
                  <a:pt x="3517" y="2512"/>
                  <a:pt x="3852" y="2512"/>
                  <a:pt x="4103" y="2428"/>
                </a:cubicBezTo>
                <a:lnTo>
                  <a:pt x="5024" y="2428"/>
                </a:lnTo>
                <a:cubicBezTo>
                  <a:pt x="5275" y="2428"/>
                  <a:pt x="5610" y="2428"/>
                  <a:pt x="5861" y="2512"/>
                </a:cubicBezTo>
                <a:cubicBezTo>
                  <a:pt x="6196" y="2512"/>
                  <a:pt x="6447" y="2596"/>
                  <a:pt x="6698" y="2679"/>
                </a:cubicBezTo>
                <a:cubicBezTo>
                  <a:pt x="7284" y="2847"/>
                  <a:pt x="7703" y="3098"/>
                  <a:pt x="8122" y="3265"/>
                </a:cubicBezTo>
                <a:cubicBezTo>
                  <a:pt x="8289" y="3433"/>
                  <a:pt x="8456" y="3517"/>
                  <a:pt x="8624" y="3684"/>
                </a:cubicBezTo>
                <a:cubicBezTo>
                  <a:pt x="8791" y="3768"/>
                  <a:pt x="8875" y="3935"/>
                  <a:pt x="8959" y="4019"/>
                </a:cubicBezTo>
                <a:cubicBezTo>
                  <a:pt x="8959" y="4019"/>
                  <a:pt x="9043" y="4019"/>
                  <a:pt x="9043" y="4103"/>
                </a:cubicBezTo>
                <a:cubicBezTo>
                  <a:pt x="9126" y="4186"/>
                  <a:pt x="9126" y="4186"/>
                  <a:pt x="9210" y="4270"/>
                </a:cubicBezTo>
                <a:cubicBezTo>
                  <a:pt x="9210" y="4270"/>
                  <a:pt x="9210" y="4354"/>
                  <a:pt x="9210" y="4354"/>
                </a:cubicBezTo>
                <a:cubicBezTo>
                  <a:pt x="9316" y="4513"/>
                  <a:pt x="9490" y="4571"/>
                  <a:pt x="9666" y="4571"/>
                </a:cubicBezTo>
                <a:cubicBezTo>
                  <a:pt x="9768" y="4571"/>
                  <a:pt x="9871" y="4552"/>
                  <a:pt x="9963" y="4521"/>
                </a:cubicBezTo>
                <a:cubicBezTo>
                  <a:pt x="10131" y="4354"/>
                  <a:pt x="10215" y="4186"/>
                  <a:pt x="10215" y="4019"/>
                </a:cubicBezTo>
                <a:cubicBezTo>
                  <a:pt x="10215" y="4019"/>
                  <a:pt x="10131" y="4019"/>
                  <a:pt x="10131" y="3935"/>
                </a:cubicBezTo>
                <a:cubicBezTo>
                  <a:pt x="10131" y="3851"/>
                  <a:pt x="10131" y="3684"/>
                  <a:pt x="10131" y="3433"/>
                </a:cubicBezTo>
                <a:cubicBezTo>
                  <a:pt x="10047" y="3265"/>
                  <a:pt x="9963" y="3014"/>
                  <a:pt x="9796" y="2763"/>
                </a:cubicBezTo>
                <a:cubicBezTo>
                  <a:pt x="9712" y="2512"/>
                  <a:pt x="9545" y="2261"/>
                  <a:pt x="9377" y="2010"/>
                </a:cubicBezTo>
                <a:cubicBezTo>
                  <a:pt x="9126" y="1758"/>
                  <a:pt x="8875" y="1507"/>
                  <a:pt x="8540" y="1256"/>
                </a:cubicBezTo>
                <a:cubicBezTo>
                  <a:pt x="8289" y="1005"/>
                  <a:pt x="7954" y="838"/>
                  <a:pt x="7536" y="670"/>
                </a:cubicBezTo>
                <a:cubicBezTo>
                  <a:pt x="6782" y="252"/>
                  <a:pt x="5945" y="84"/>
                  <a:pt x="5108" y="0"/>
                </a:cubicBezTo>
                <a:close/>
              </a:path>
            </a:pathLst>
          </a:custGeom>
          <a:solidFill>
            <a:srgbClr val="525252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8" name="Google Shape;1048;p28">
            <a:extLst>
              <a:ext uri="{FF2B5EF4-FFF2-40B4-BE49-F238E27FC236}">
                <a16:creationId xmlns:a16="http://schemas.microsoft.com/office/drawing/2014/main" id="{D9A94395-7AA5-4DB6-A5FD-123CB1C80536}"/>
              </a:ext>
            </a:extLst>
          </p:cNvPr>
          <p:cNvSpPr>
            <a:spLocks noGrp="1"/>
          </p:cNvSpPr>
          <p:nvPr/>
        </p:nvSpPr>
        <p:spPr>
          <a:xfrm>
            <a:off x="8461816" y="3505884"/>
            <a:ext cx="168266" cy="94122"/>
          </a:xfrm>
          <a:custGeom>
            <a:avLst/>
            <a:gdLst/>
            <a:ahLst/>
            <a:cxnLst/>
            <a:rect l="l" t="t" r="r" b="b"/>
            <a:pathLst>
              <a:path w="15573" h="8711">
                <a:moveTo>
                  <a:pt x="14735" y="0"/>
                </a:moveTo>
                <a:cubicBezTo>
                  <a:pt x="14735" y="0"/>
                  <a:pt x="14652" y="84"/>
                  <a:pt x="14401" y="84"/>
                </a:cubicBezTo>
                <a:cubicBezTo>
                  <a:pt x="14317" y="168"/>
                  <a:pt x="14066" y="251"/>
                  <a:pt x="13898" y="335"/>
                </a:cubicBezTo>
                <a:cubicBezTo>
                  <a:pt x="13647" y="419"/>
                  <a:pt x="13480" y="586"/>
                  <a:pt x="13312" y="754"/>
                </a:cubicBezTo>
                <a:cubicBezTo>
                  <a:pt x="12894" y="1088"/>
                  <a:pt x="12475" y="1507"/>
                  <a:pt x="12140" y="2093"/>
                </a:cubicBezTo>
                <a:cubicBezTo>
                  <a:pt x="11973" y="2428"/>
                  <a:pt x="11889" y="2679"/>
                  <a:pt x="11805" y="3014"/>
                </a:cubicBezTo>
                <a:cubicBezTo>
                  <a:pt x="11470" y="3014"/>
                  <a:pt x="11052" y="3014"/>
                  <a:pt x="10549" y="3098"/>
                </a:cubicBezTo>
                <a:lnTo>
                  <a:pt x="9461" y="3098"/>
                </a:lnTo>
                <a:cubicBezTo>
                  <a:pt x="9126" y="3098"/>
                  <a:pt x="8708" y="3181"/>
                  <a:pt x="8289" y="3265"/>
                </a:cubicBezTo>
                <a:cubicBezTo>
                  <a:pt x="7954" y="3349"/>
                  <a:pt x="7536" y="3433"/>
                  <a:pt x="7117" y="3433"/>
                </a:cubicBezTo>
                <a:cubicBezTo>
                  <a:pt x="6698" y="3516"/>
                  <a:pt x="6280" y="3684"/>
                  <a:pt x="5861" y="3851"/>
                </a:cubicBezTo>
                <a:cubicBezTo>
                  <a:pt x="5443" y="3935"/>
                  <a:pt x="5024" y="4102"/>
                  <a:pt x="4605" y="4270"/>
                </a:cubicBezTo>
                <a:cubicBezTo>
                  <a:pt x="4271" y="4437"/>
                  <a:pt x="3852" y="4605"/>
                  <a:pt x="3517" y="4856"/>
                </a:cubicBezTo>
                <a:cubicBezTo>
                  <a:pt x="3182" y="5023"/>
                  <a:pt x="2764" y="5191"/>
                  <a:pt x="2512" y="5442"/>
                </a:cubicBezTo>
                <a:cubicBezTo>
                  <a:pt x="2178" y="5693"/>
                  <a:pt x="1926" y="5860"/>
                  <a:pt x="1675" y="6028"/>
                </a:cubicBezTo>
                <a:cubicBezTo>
                  <a:pt x="1173" y="6530"/>
                  <a:pt x="754" y="6865"/>
                  <a:pt x="503" y="7284"/>
                </a:cubicBezTo>
                <a:cubicBezTo>
                  <a:pt x="252" y="7535"/>
                  <a:pt x="168" y="7702"/>
                  <a:pt x="168" y="7702"/>
                </a:cubicBezTo>
                <a:lnTo>
                  <a:pt x="168" y="7786"/>
                </a:lnTo>
                <a:cubicBezTo>
                  <a:pt x="1" y="8121"/>
                  <a:pt x="85" y="8456"/>
                  <a:pt x="336" y="8623"/>
                </a:cubicBezTo>
                <a:cubicBezTo>
                  <a:pt x="454" y="8683"/>
                  <a:pt x="573" y="8710"/>
                  <a:pt x="688" y="8710"/>
                </a:cubicBezTo>
                <a:cubicBezTo>
                  <a:pt x="897" y="8710"/>
                  <a:pt x="1094" y="8618"/>
                  <a:pt x="1257" y="8456"/>
                </a:cubicBezTo>
                <a:cubicBezTo>
                  <a:pt x="1257" y="8456"/>
                  <a:pt x="1340" y="8288"/>
                  <a:pt x="1592" y="8037"/>
                </a:cubicBezTo>
                <a:cubicBezTo>
                  <a:pt x="1759" y="7870"/>
                  <a:pt x="2094" y="7535"/>
                  <a:pt x="2512" y="7200"/>
                </a:cubicBezTo>
                <a:cubicBezTo>
                  <a:pt x="2764" y="7033"/>
                  <a:pt x="3015" y="6865"/>
                  <a:pt x="3350" y="6698"/>
                </a:cubicBezTo>
                <a:cubicBezTo>
                  <a:pt x="3601" y="6530"/>
                  <a:pt x="3936" y="6446"/>
                  <a:pt x="4271" y="6279"/>
                </a:cubicBezTo>
                <a:cubicBezTo>
                  <a:pt x="4605" y="6195"/>
                  <a:pt x="4940" y="6028"/>
                  <a:pt x="5275" y="5860"/>
                </a:cubicBezTo>
                <a:cubicBezTo>
                  <a:pt x="5610" y="5777"/>
                  <a:pt x="5945" y="5693"/>
                  <a:pt x="6364" y="5609"/>
                </a:cubicBezTo>
                <a:cubicBezTo>
                  <a:pt x="6698" y="5526"/>
                  <a:pt x="7033" y="5442"/>
                  <a:pt x="7452" y="5442"/>
                </a:cubicBezTo>
                <a:cubicBezTo>
                  <a:pt x="7870" y="5358"/>
                  <a:pt x="8205" y="5358"/>
                  <a:pt x="8540" y="5358"/>
                </a:cubicBezTo>
                <a:cubicBezTo>
                  <a:pt x="8875" y="5274"/>
                  <a:pt x="9294" y="5274"/>
                  <a:pt x="9545" y="5274"/>
                </a:cubicBezTo>
                <a:cubicBezTo>
                  <a:pt x="9880" y="5274"/>
                  <a:pt x="10215" y="5358"/>
                  <a:pt x="10549" y="5358"/>
                </a:cubicBezTo>
                <a:cubicBezTo>
                  <a:pt x="10968" y="5358"/>
                  <a:pt x="11387" y="5442"/>
                  <a:pt x="11722" y="5442"/>
                </a:cubicBezTo>
                <a:cubicBezTo>
                  <a:pt x="11805" y="5693"/>
                  <a:pt x="11805" y="5860"/>
                  <a:pt x="11889" y="6028"/>
                </a:cubicBezTo>
                <a:cubicBezTo>
                  <a:pt x="12140" y="6698"/>
                  <a:pt x="12475" y="7200"/>
                  <a:pt x="12810" y="7535"/>
                </a:cubicBezTo>
                <a:cubicBezTo>
                  <a:pt x="13145" y="7953"/>
                  <a:pt x="13396" y="8205"/>
                  <a:pt x="13647" y="8288"/>
                </a:cubicBezTo>
                <a:cubicBezTo>
                  <a:pt x="13898" y="8456"/>
                  <a:pt x="14066" y="8539"/>
                  <a:pt x="14066" y="8539"/>
                </a:cubicBezTo>
                <a:cubicBezTo>
                  <a:pt x="14149" y="8581"/>
                  <a:pt x="14233" y="8602"/>
                  <a:pt x="14317" y="8602"/>
                </a:cubicBezTo>
                <a:cubicBezTo>
                  <a:pt x="14401" y="8602"/>
                  <a:pt x="14484" y="8581"/>
                  <a:pt x="14568" y="8539"/>
                </a:cubicBezTo>
                <a:cubicBezTo>
                  <a:pt x="14903" y="8456"/>
                  <a:pt x="15070" y="8037"/>
                  <a:pt x="14987" y="7702"/>
                </a:cubicBezTo>
                <a:lnTo>
                  <a:pt x="14903" y="7619"/>
                </a:lnTo>
                <a:cubicBezTo>
                  <a:pt x="14903" y="7619"/>
                  <a:pt x="14903" y="7535"/>
                  <a:pt x="14735" y="7284"/>
                </a:cubicBezTo>
                <a:cubicBezTo>
                  <a:pt x="14652" y="7116"/>
                  <a:pt x="14568" y="6865"/>
                  <a:pt x="14401" y="6530"/>
                </a:cubicBezTo>
                <a:cubicBezTo>
                  <a:pt x="14149" y="5860"/>
                  <a:pt x="13898" y="5023"/>
                  <a:pt x="13982" y="4186"/>
                </a:cubicBezTo>
                <a:cubicBezTo>
                  <a:pt x="13982" y="3767"/>
                  <a:pt x="14066" y="3349"/>
                  <a:pt x="14149" y="3014"/>
                </a:cubicBezTo>
                <a:cubicBezTo>
                  <a:pt x="14233" y="2763"/>
                  <a:pt x="14317" y="2595"/>
                  <a:pt x="14317" y="2428"/>
                </a:cubicBezTo>
                <a:cubicBezTo>
                  <a:pt x="14401" y="2344"/>
                  <a:pt x="14484" y="2177"/>
                  <a:pt x="14568" y="2009"/>
                </a:cubicBezTo>
                <a:cubicBezTo>
                  <a:pt x="14652" y="1926"/>
                  <a:pt x="14735" y="1758"/>
                  <a:pt x="14819" y="1674"/>
                </a:cubicBezTo>
                <a:cubicBezTo>
                  <a:pt x="14903" y="1591"/>
                  <a:pt x="14903" y="1507"/>
                  <a:pt x="15070" y="1423"/>
                </a:cubicBezTo>
                <a:cubicBezTo>
                  <a:pt x="15238" y="1256"/>
                  <a:pt x="15321" y="1172"/>
                  <a:pt x="15321" y="1172"/>
                </a:cubicBezTo>
                <a:cubicBezTo>
                  <a:pt x="15489" y="1005"/>
                  <a:pt x="15573" y="754"/>
                  <a:pt x="15573" y="586"/>
                </a:cubicBezTo>
                <a:cubicBezTo>
                  <a:pt x="15489" y="168"/>
                  <a:pt x="15154" y="0"/>
                  <a:pt x="14735" y="0"/>
                </a:cubicBezTo>
                <a:close/>
              </a:path>
            </a:pathLst>
          </a:custGeom>
          <a:solidFill>
            <a:srgbClr val="525252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9" name="Google Shape;1049;p28">
            <a:extLst>
              <a:ext uri="{FF2B5EF4-FFF2-40B4-BE49-F238E27FC236}">
                <a16:creationId xmlns:a16="http://schemas.microsoft.com/office/drawing/2014/main" id="{038E9037-F24B-41F3-A0BB-07E79ED254E2}"/>
              </a:ext>
            </a:extLst>
          </p:cNvPr>
          <p:cNvSpPr>
            <a:spLocks noGrp="1"/>
          </p:cNvSpPr>
          <p:nvPr/>
        </p:nvSpPr>
        <p:spPr>
          <a:xfrm>
            <a:off x="8023998" y="3829731"/>
            <a:ext cx="385371" cy="304193"/>
          </a:xfrm>
          <a:custGeom>
            <a:avLst/>
            <a:gdLst/>
            <a:ahLst/>
            <a:cxnLst/>
            <a:rect l="l" t="t" r="r" b="b"/>
            <a:pathLst>
              <a:path w="35666" h="28153">
                <a:moveTo>
                  <a:pt x="10200" y="0"/>
                </a:moveTo>
                <a:cubicBezTo>
                  <a:pt x="6903" y="0"/>
                  <a:pt x="4159" y="1303"/>
                  <a:pt x="2763" y="3934"/>
                </a:cubicBezTo>
                <a:cubicBezTo>
                  <a:pt x="1" y="9293"/>
                  <a:pt x="6363" y="16158"/>
                  <a:pt x="10884" y="20092"/>
                </a:cubicBezTo>
                <a:cubicBezTo>
                  <a:pt x="16802" y="25206"/>
                  <a:pt x="27819" y="28153"/>
                  <a:pt x="32032" y="28153"/>
                </a:cubicBezTo>
                <a:cubicBezTo>
                  <a:pt x="32647" y="28153"/>
                  <a:pt x="33117" y="28090"/>
                  <a:pt x="33405" y="27962"/>
                </a:cubicBezTo>
                <a:cubicBezTo>
                  <a:pt x="35665" y="26957"/>
                  <a:pt x="29470" y="10548"/>
                  <a:pt x="22019" y="4688"/>
                </a:cubicBezTo>
                <a:cubicBezTo>
                  <a:pt x="18117" y="1575"/>
                  <a:pt x="13824" y="0"/>
                  <a:pt x="10200" y="0"/>
                </a:cubicBezTo>
                <a:close/>
              </a:path>
            </a:pathLst>
          </a:custGeom>
          <a:solidFill>
            <a:srgbClr val="7D7D7D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0" name="Google Shape;1050;p28">
            <a:extLst>
              <a:ext uri="{FF2B5EF4-FFF2-40B4-BE49-F238E27FC236}">
                <a16:creationId xmlns:a16="http://schemas.microsoft.com/office/drawing/2014/main" id="{6CCDC0C0-A90D-4159-8C56-D825C8256A80}"/>
              </a:ext>
            </a:extLst>
          </p:cNvPr>
          <p:cNvSpPr>
            <a:spLocks noGrp="1"/>
          </p:cNvSpPr>
          <p:nvPr/>
        </p:nvSpPr>
        <p:spPr>
          <a:xfrm>
            <a:off x="8755810" y="3829731"/>
            <a:ext cx="386268" cy="304193"/>
          </a:xfrm>
          <a:custGeom>
            <a:avLst/>
            <a:gdLst/>
            <a:ahLst/>
            <a:cxnLst/>
            <a:rect l="l" t="t" r="r" b="b"/>
            <a:pathLst>
              <a:path w="35749" h="28153">
                <a:moveTo>
                  <a:pt x="25550" y="0"/>
                </a:moveTo>
                <a:cubicBezTo>
                  <a:pt x="21925" y="0"/>
                  <a:pt x="17633" y="1575"/>
                  <a:pt x="13731" y="4688"/>
                </a:cubicBezTo>
                <a:cubicBezTo>
                  <a:pt x="6280" y="10548"/>
                  <a:pt x="1" y="26957"/>
                  <a:pt x="2345" y="27962"/>
                </a:cubicBezTo>
                <a:cubicBezTo>
                  <a:pt x="2633" y="28090"/>
                  <a:pt x="3103" y="28153"/>
                  <a:pt x="3717" y="28153"/>
                </a:cubicBezTo>
                <a:cubicBezTo>
                  <a:pt x="7930" y="28153"/>
                  <a:pt x="18948" y="25206"/>
                  <a:pt x="24865" y="20092"/>
                </a:cubicBezTo>
                <a:cubicBezTo>
                  <a:pt x="29386" y="16158"/>
                  <a:pt x="35749" y="9293"/>
                  <a:pt x="32986" y="3934"/>
                </a:cubicBezTo>
                <a:cubicBezTo>
                  <a:pt x="31590" y="1303"/>
                  <a:pt x="28846" y="0"/>
                  <a:pt x="25550" y="0"/>
                </a:cubicBezTo>
                <a:close/>
              </a:path>
            </a:pathLst>
          </a:custGeom>
          <a:solidFill>
            <a:srgbClr val="7D7D7D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2" name="Google Shape;1052;p28">
            <a:extLst>
              <a:ext uri="{FF2B5EF4-FFF2-40B4-BE49-F238E27FC236}">
                <a16:creationId xmlns:a16="http://schemas.microsoft.com/office/drawing/2014/main" id="{9D6E411A-F9A1-4C4F-9AE2-58E44F88BC03}"/>
              </a:ext>
            </a:extLst>
          </p:cNvPr>
          <p:cNvSpPr>
            <a:spLocks noGrp="1"/>
          </p:cNvSpPr>
          <p:nvPr/>
        </p:nvSpPr>
        <p:spPr>
          <a:xfrm flipH="1">
            <a:off x="8904987" y="4303560"/>
            <a:ext cx="178893" cy="105450"/>
          </a:xfrm>
          <a:custGeom>
            <a:avLst/>
            <a:gdLst/>
            <a:ahLst/>
            <a:cxnLst/>
            <a:rect l="l" t="t" r="r" b="b"/>
            <a:pathLst>
              <a:path w="7512" h="4428">
                <a:moveTo>
                  <a:pt x="2539" y="0"/>
                </a:moveTo>
                <a:cubicBezTo>
                  <a:pt x="1131" y="0"/>
                  <a:pt x="0" y="955"/>
                  <a:pt x="573" y="2673"/>
                </a:cubicBezTo>
                <a:cubicBezTo>
                  <a:pt x="981" y="3929"/>
                  <a:pt x="2197" y="4428"/>
                  <a:pt x="3532" y="4428"/>
                </a:cubicBezTo>
                <a:cubicBezTo>
                  <a:pt x="5035" y="4428"/>
                  <a:pt x="6689" y="3796"/>
                  <a:pt x="7511" y="2901"/>
                </a:cubicBezTo>
                <a:lnTo>
                  <a:pt x="7466" y="2810"/>
                </a:lnTo>
                <a:cubicBezTo>
                  <a:pt x="6507" y="1600"/>
                  <a:pt x="5001" y="596"/>
                  <a:pt x="3563" y="162"/>
                </a:cubicBezTo>
                <a:cubicBezTo>
                  <a:pt x="3218" y="53"/>
                  <a:pt x="2871" y="0"/>
                  <a:pt x="2539" y="0"/>
                </a:cubicBezTo>
                <a:close/>
              </a:path>
            </a:pathLst>
          </a:custGeom>
          <a:solidFill>
            <a:srgbClr val="459B97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3" name="Google Shape;1053;p28">
            <a:extLst>
              <a:ext uri="{FF2B5EF4-FFF2-40B4-BE49-F238E27FC236}">
                <a16:creationId xmlns:a16="http://schemas.microsoft.com/office/drawing/2014/main" id="{ADB76486-110B-4665-BB72-BFE470E66954}"/>
              </a:ext>
            </a:extLst>
          </p:cNvPr>
          <p:cNvSpPr>
            <a:spLocks noGrp="1"/>
          </p:cNvSpPr>
          <p:nvPr/>
        </p:nvSpPr>
        <p:spPr>
          <a:xfrm flipH="1">
            <a:off x="8894414" y="4149263"/>
            <a:ext cx="171486" cy="164152"/>
          </a:xfrm>
          <a:custGeom>
            <a:avLst/>
            <a:gdLst/>
            <a:ahLst/>
            <a:cxnLst/>
            <a:rect l="l" t="t" r="r" b="b"/>
            <a:pathLst>
              <a:path w="7201" h="6893">
                <a:moveTo>
                  <a:pt x="4723" y="0"/>
                </a:moveTo>
                <a:cubicBezTo>
                  <a:pt x="4407" y="0"/>
                  <a:pt x="4045" y="92"/>
                  <a:pt x="3629" y="296"/>
                </a:cubicBezTo>
                <a:cubicBezTo>
                  <a:pt x="0" y="2099"/>
                  <a:pt x="4451" y="5865"/>
                  <a:pt x="6232" y="6892"/>
                </a:cubicBezTo>
                <a:lnTo>
                  <a:pt x="6346" y="6892"/>
                </a:lnTo>
                <a:cubicBezTo>
                  <a:pt x="6791" y="5637"/>
                  <a:pt x="7201" y="0"/>
                  <a:pt x="4723" y="0"/>
                </a:cubicBezTo>
                <a:close/>
              </a:path>
            </a:pathLst>
          </a:custGeom>
          <a:solidFill>
            <a:srgbClr val="459B97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4" name="Google Shape;1054;p28">
            <a:extLst>
              <a:ext uri="{FF2B5EF4-FFF2-40B4-BE49-F238E27FC236}">
                <a16:creationId xmlns:a16="http://schemas.microsoft.com/office/drawing/2014/main" id="{2BC05A76-6BBA-4097-95AC-E23D2D06FC4D}"/>
              </a:ext>
            </a:extLst>
          </p:cNvPr>
          <p:cNvSpPr>
            <a:spLocks noGrp="1"/>
          </p:cNvSpPr>
          <p:nvPr/>
        </p:nvSpPr>
        <p:spPr>
          <a:xfrm flipH="1">
            <a:off x="8705489" y="4227710"/>
            <a:ext cx="113642" cy="215067"/>
          </a:xfrm>
          <a:custGeom>
            <a:avLst/>
            <a:gdLst/>
            <a:ahLst/>
            <a:cxnLst/>
            <a:rect l="l" t="t" r="r" b="b"/>
            <a:pathLst>
              <a:path w="4772" h="9031">
                <a:moveTo>
                  <a:pt x="2488" y="1"/>
                </a:moveTo>
                <a:cubicBezTo>
                  <a:pt x="2069" y="1"/>
                  <a:pt x="1625" y="199"/>
                  <a:pt x="1188" y="677"/>
                </a:cubicBezTo>
                <a:cubicBezTo>
                  <a:pt x="1" y="1955"/>
                  <a:pt x="663" y="4466"/>
                  <a:pt x="914" y="5972"/>
                </a:cubicBezTo>
                <a:cubicBezTo>
                  <a:pt x="1074" y="6908"/>
                  <a:pt x="1485" y="8026"/>
                  <a:pt x="914" y="8825"/>
                </a:cubicBezTo>
                <a:lnTo>
                  <a:pt x="1005" y="9031"/>
                </a:lnTo>
                <a:cubicBezTo>
                  <a:pt x="1736" y="8711"/>
                  <a:pt x="2352" y="8392"/>
                  <a:pt x="2877" y="7775"/>
                </a:cubicBezTo>
                <a:cubicBezTo>
                  <a:pt x="3972" y="6543"/>
                  <a:pt x="4771" y="4694"/>
                  <a:pt x="4726" y="3050"/>
                </a:cubicBezTo>
                <a:cubicBezTo>
                  <a:pt x="4726" y="1690"/>
                  <a:pt x="3713" y="1"/>
                  <a:pt x="2488" y="1"/>
                </a:cubicBezTo>
                <a:close/>
              </a:path>
            </a:pathLst>
          </a:custGeom>
          <a:solidFill>
            <a:srgbClr val="459B97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5" name="Google Shape;1055;p28">
            <a:extLst>
              <a:ext uri="{FF2B5EF4-FFF2-40B4-BE49-F238E27FC236}">
                <a16:creationId xmlns:a16="http://schemas.microsoft.com/office/drawing/2014/main" id="{08C4947F-5FCE-4FB1-A40E-A1C9A72889F1}"/>
              </a:ext>
            </a:extLst>
          </p:cNvPr>
          <p:cNvSpPr>
            <a:spLocks noGrp="1"/>
          </p:cNvSpPr>
          <p:nvPr/>
        </p:nvSpPr>
        <p:spPr>
          <a:xfrm flipH="1">
            <a:off x="8776150" y="4215111"/>
            <a:ext cx="186489" cy="470643"/>
          </a:xfrm>
          <a:custGeom>
            <a:avLst/>
            <a:gdLst/>
            <a:ahLst/>
            <a:cxnLst/>
            <a:rect l="l" t="t" r="r" b="b"/>
            <a:pathLst>
              <a:path w="7831" h="19763">
                <a:moveTo>
                  <a:pt x="431" y="0"/>
                </a:moveTo>
                <a:cubicBezTo>
                  <a:pt x="224" y="0"/>
                  <a:pt x="0" y="176"/>
                  <a:pt x="69" y="452"/>
                </a:cubicBezTo>
                <a:cubicBezTo>
                  <a:pt x="1005" y="4264"/>
                  <a:pt x="3562" y="7231"/>
                  <a:pt x="5388" y="10632"/>
                </a:cubicBezTo>
                <a:cubicBezTo>
                  <a:pt x="6940" y="13463"/>
                  <a:pt x="7259" y="16772"/>
                  <a:pt x="6346" y="19763"/>
                </a:cubicBezTo>
                <a:lnTo>
                  <a:pt x="7077" y="19763"/>
                </a:lnTo>
                <a:cubicBezTo>
                  <a:pt x="7830" y="17229"/>
                  <a:pt x="7739" y="14444"/>
                  <a:pt x="6780" y="11933"/>
                </a:cubicBezTo>
                <a:cubicBezTo>
                  <a:pt x="5182" y="7779"/>
                  <a:pt x="1827" y="4652"/>
                  <a:pt x="731" y="247"/>
                </a:cubicBezTo>
                <a:cubicBezTo>
                  <a:pt x="695" y="76"/>
                  <a:pt x="567" y="0"/>
                  <a:pt x="431" y="0"/>
                </a:cubicBezTo>
                <a:close/>
              </a:path>
            </a:pathLst>
          </a:custGeom>
          <a:solidFill>
            <a:srgbClr val="0E514A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6" name="Google Shape;1056;p28">
            <a:extLst>
              <a:ext uri="{FF2B5EF4-FFF2-40B4-BE49-F238E27FC236}">
                <a16:creationId xmlns:a16="http://schemas.microsoft.com/office/drawing/2014/main" id="{22C44E74-A2D8-44C6-8302-EE2F1FB2B4B4}"/>
              </a:ext>
            </a:extLst>
          </p:cNvPr>
          <p:cNvSpPr>
            <a:spLocks noGrp="1"/>
          </p:cNvSpPr>
          <p:nvPr/>
        </p:nvSpPr>
        <p:spPr>
          <a:xfrm flipH="1">
            <a:off x="8742997" y="4299869"/>
            <a:ext cx="94495" cy="166486"/>
          </a:xfrm>
          <a:custGeom>
            <a:avLst/>
            <a:gdLst/>
            <a:ahLst/>
            <a:cxnLst/>
            <a:rect l="l" t="t" r="r" b="b"/>
            <a:pathLst>
              <a:path w="3968" h="6991">
                <a:moveTo>
                  <a:pt x="3236" y="1"/>
                </a:moveTo>
                <a:cubicBezTo>
                  <a:pt x="3034" y="1"/>
                  <a:pt x="2817" y="171"/>
                  <a:pt x="2872" y="431"/>
                </a:cubicBezTo>
                <a:cubicBezTo>
                  <a:pt x="3214" y="2166"/>
                  <a:pt x="2438" y="5795"/>
                  <a:pt x="407" y="6297"/>
                </a:cubicBezTo>
                <a:cubicBezTo>
                  <a:pt x="1" y="6404"/>
                  <a:pt x="135" y="6991"/>
                  <a:pt x="509" y="6991"/>
                </a:cubicBezTo>
                <a:cubicBezTo>
                  <a:pt x="535" y="6991"/>
                  <a:pt x="561" y="6988"/>
                  <a:pt x="589" y="6982"/>
                </a:cubicBezTo>
                <a:cubicBezTo>
                  <a:pt x="3032" y="6366"/>
                  <a:pt x="3967" y="2371"/>
                  <a:pt x="3534" y="249"/>
                </a:cubicBezTo>
                <a:cubicBezTo>
                  <a:pt x="3497" y="76"/>
                  <a:pt x="3370" y="1"/>
                  <a:pt x="3236" y="1"/>
                </a:cubicBezTo>
                <a:close/>
              </a:path>
            </a:pathLst>
          </a:custGeom>
          <a:solidFill>
            <a:srgbClr val="0E514A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7" name="Google Shape;1057;p28">
            <a:extLst>
              <a:ext uri="{FF2B5EF4-FFF2-40B4-BE49-F238E27FC236}">
                <a16:creationId xmlns:a16="http://schemas.microsoft.com/office/drawing/2014/main" id="{A0EF6A3D-AB5E-47B5-B24A-06458CA4D5BF}"/>
              </a:ext>
            </a:extLst>
          </p:cNvPr>
          <p:cNvSpPr>
            <a:spLocks noGrp="1"/>
          </p:cNvSpPr>
          <p:nvPr/>
        </p:nvSpPr>
        <p:spPr>
          <a:xfrm flipH="1">
            <a:off x="8878171" y="4356739"/>
            <a:ext cx="132074" cy="29577"/>
          </a:xfrm>
          <a:custGeom>
            <a:avLst/>
            <a:gdLst/>
            <a:ahLst/>
            <a:cxnLst/>
            <a:rect l="l" t="t" r="r" b="b"/>
            <a:pathLst>
              <a:path w="5546" h="1242">
                <a:moveTo>
                  <a:pt x="5031" y="1"/>
                </a:moveTo>
                <a:cubicBezTo>
                  <a:pt x="4974" y="1"/>
                  <a:pt x="4914" y="16"/>
                  <a:pt x="4853" y="52"/>
                </a:cubicBezTo>
                <a:cubicBezTo>
                  <a:pt x="4229" y="407"/>
                  <a:pt x="3554" y="544"/>
                  <a:pt x="2868" y="544"/>
                </a:cubicBezTo>
                <a:cubicBezTo>
                  <a:pt x="2101" y="544"/>
                  <a:pt x="1320" y="372"/>
                  <a:pt x="585" y="143"/>
                </a:cubicBezTo>
                <a:cubicBezTo>
                  <a:pt x="551" y="134"/>
                  <a:pt x="518" y="130"/>
                  <a:pt x="487" y="130"/>
                </a:cubicBezTo>
                <a:cubicBezTo>
                  <a:pt x="126" y="130"/>
                  <a:pt x="1" y="702"/>
                  <a:pt x="379" y="828"/>
                </a:cubicBezTo>
                <a:cubicBezTo>
                  <a:pt x="1185" y="1070"/>
                  <a:pt x="2031" y="1242"/>
                  <a:pt x="2863" y="1242"/>
                </a:cubicBezTo>
                <a:cubicBezTo>
                  <a:pt x="3680" y="1242"/>
                  <a:pt x="4483" y="1075"/>
                  <a:pt x="5218" y="645"/>
                </a:cubicBezTo>
                <a:cubicBezTo>
                  <a:pt x="5546" y="453"/>
                  <a:pt x="5337" y="1"/>
                  <a:pt x="5031" y="1"/>
                </a:cubicBezTo>
                <a:close/>
              </a:path>
            </a:pathLst>
          </a:custGeom>
          <a:solidFill>
            <a:srgbClr val="0E514A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4" name="Google Shape;1064;p28">
            <a:extLst>
              <a:ext uri="{FF2B5EF4-FFF2-40B4-BE49-F238E27FC236}">
                <a16:creationId xmlns:a16="http://schemas.microsoft.com/office/drawing/2014/main" id="{CCCDC6F0-5808-4DDD-8E67-DDA52630C0D2}"/>
              </a:ext>
            </a:extLst>
          </p:cNvPr>
          <p:cNvSpPr>
            <a:spLocks noGrp="1"/>
          </p:cNvSpPr>
          <p:nvPr/>
        </p:nvSpPr>
        <p:spPr>
          <a:xfrm>
            <a:off x="138056" y="3258145"/>
            <a:ext cx="59576" cy="46226"/>
          </a:xfrm>
          <a:custGeom>
            <a:avLst/>
            <a:gdLst/>
            <a:ahLst/>
            <a:cxnLst/>
            <a:rect l="l" t="t" r="r" b="b"/>
            <a:pathLst>
              <a:path w="1736" h="1347">
                <a:moveTo>
                  <a:pt x="868" y="0"/>
                </a:moveTo>
                <a:cubicBezTo>
                  <a:pt x="1" y="0"/>
                  <a:pt x="1" y="1347"/>
                  <a:pt x="868" y="1347"/>
                </a:cubicBezTo>
                <a:cubicBezTo>
                  <a:pt x="1736" y="1347"/>
                  <a:pt x="1736" y="0"/>
                  <a:pt x="868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5" name="Google Shape;1065;p28">
            <a:extLst>
              <a:ext uri="{FF2B5EF4-FFF2-40B4-BE49-F238E27FC236}">
                <a16:creationId xmlns:a16="http://schemas.microsoft.com/office/drawing/2014/main" id="{4C32A5AD-6D3A-4F2C-98D3-DA934D5BB9C6}"/>
              </a:ext>
            </a:extLst>
          </p:cNvPr>
          <p:cNvSpPr>
            <a:spLocks noGrp="1"/>
          </p:cNvSpPr>
          <p:nvPr/>
        </p:nvSpPr>
        <p:spPr>
          <a:xfrm>
            <a:off x="184283" y="3166481"/>
            <a:ext cx="58787" cy="45471"/>
          </a:xfrm>
          <a:custGeom>
            <a:avLst/>
            <a:gdLst/>
            <a:ahLst/>
            <a:cxnLst/>
            <a:rect l="l" t="t" r="r" b="b"/>
            <a:pathLst>
              <a:path w="1713" h="1325">
                <a:moveTo>
                  <a:pt x="868" y="1"/>
                </a:moveTo>
                <a:cubicBezTo>
                  <a:pt x="0" y="1"/>
                  <a:pt x="0" y="1324"/>
                  <a:pt x="868" y="1324"/>
                </a:cubicBezTo>
                <a:cubicBezTo>
                  <a:pt x="1712" y="1324"/>
                  <a:pt x="1712" y="1"/>
                  <a:pt x="868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6" name="Google Shape;1066;p28">
            <a:extLst>
              <a:ext uri="{FF2B5EF4-FFF2-40B4-BE49-F238E27FC236}">
                <a16:creationId xmlns:a16="http://schemas.microsoft.com/office/drawing/2014/main" id="{1508AF3F-3F15-460A-ABE1-1FCD9D60CB95}"/>
              </a:ext>
            </a:extLst>
          </p:cNvPr>
          <p:cNvSpPr>
            <a:spLocks noGrp="1"/>
          </p:cNvSpPr>
          <p:nvPr/>
        </p:nvSpPr>
        <p:spPr>
          <a:xfrm>
            <a:off x="229721" y="3258145"/>
            <a:ext cx="59576" cy="46226"/>
          </a:xfrm>
          <a:custGeom>
            <a:avLst/>
            <a:gdLst/>
            <a:ahLst/>
            <a:cxnLst/>
            <a:rect l="l" t="t" r="r" b="b"/>
            <a:pathLst>
              <a:path w="1736" h="1347">
                <a:moveTo>
                  <a:pt x="868" y="0"/>
                </a:moveTo>
                <a:cubicBezTo>
                  <a:pt x="0" y="0"/>
                  <a:pt x="0" y="1347"/>
                  <a:pt x="868" y="1347"/>
                </a:cubicBezTo>
                <a:cubicBezTo>
                  <a:pt x="1735" y="1347"/>
                  <a:pt x="1735" y="0"/>
                  <a:pt x="868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7" name="Google Shape;1067;p28">
            <a:extLst>
              <a:ext uri="{FF2B5EF4-FFF2-40B4-BE49-F238E27FC236}">
                <a16:creationId xmlns:a16="http://schemas.microsoft.com/office/drawing/2014/main" id="{E779678E-8AE0-4924-A3EF-5C22D543F23E}"/>
              </a:ext>
            </a:extLst>
          </p:cNvPr>
          <p:cNvSpPr>
            <a:spLocks noGrp="1"/>
          </p:cNvSpPr>
          <p:nvPr/>
        </p:nvSpPr>
        <p:spPr>
          <a:xfrm>
            <a:off x="24690" y="2528553"/>
            <a:ext cx="72718" cy="56711"/>
          </a:xfrm>
          <a:custGeom>
            <a:avLst/>
            <a:gdLst/>
            <a:ahLst/>
            <a:cxnLst/>
            <a:rect l="l" t="t" r="r" b="b"/>
            <a:pathLst>
              <a:path w="2694" h="2101">
                <a:moveTo>
                  <a:pt x="1347" y="1"/>
                </a:moveTo>
                <a:cubicBezTo>
                  <a:pt x="0" y="1"/>
                  <a:pt x="0" y="2100"/>
                  <a:pt x="1347" y="2100"/>
                </a:cubicBezTo>
                <a:cubicBezTo>
                  <a:pt x="2693" y="2100"/>
                  <a:pt x="2693" y="1"/>
                  <a:pt x="1347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8" name="Google Shape;1068;p28">
            <a:extLst>
              <a:ext uri="{FF2B5EF4-FFF2-40B4-BE49-F238E27FC236}">
                <a16:creationId xmlns:a16="http://schemas.microsoft.com/office/drawing/2014/main" id="{F6F1329D-1123-40CB-881D-1AB1E8CACB8B}"/>
              </a:ext>
            </a:extLst>
          </p:cNvPr>
          <p:cNvSpPr>
            <a:spLocks noGrp="1"/>
          </p:cNvSpPr>
          <p:nvPr/>
        </p:nvSpPr>
        <p:spPr>
          <a:xfrm>
            <a:off x="80753" y="2416426"/>
            <a:ext cx="72718" cy="56090"/>
          </a:xfrm>
          <a:custGeom>
            <a:avLst/>
            <a:gdLst/>
            <a:ahLst/>
            <a:cxnLst/>
            <a:rect l="l" t="t" r="r" b="b"/>
            <a:pathLst>
              <a:path w="2694" h="2078">
                <a:moveTo>
                  <a:pt x="1347" y="0"/>
                </a:moveTo>
                <a:cubicBezTo>
                  <a:pt x="0" y="0"/>
                  <a:pt x="0" y="2077"/>
                  <a:pt x="1347" y="2077"/>
                </a:cubicBezTo>
                <a:cubicBezTo>
                  <a:pt x="2694" y="2077"/>
                  <a:pt x="2694" y="0"/>
                  <a:pt x="1347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9" name="Google Shape;1069;p28">
            <a:extLst>
              <a:ext uri="{FF2B5EF4-FFF2-40B4-BE49-F238E27FC236}">
                <a16:creationId xmlns:a16="http://schemas.microsoft.com/office/drawing/2014/main" id="{AFB41EC2-CE41-4095-A6E2-13F64F1C8EC5}"/>
              </a:ext>
            </a:extLst>
          </p:cNvPr>
          <p:cNvSpPr>
            <a:spLocks noGrp="1"/>
          </p:cNvSpPr>
          <p:nvPr/>
        </p:nvSpPr>
        <p:spPr>
          <a:xfrm>
            <a:off x="137437" y="2528553"/>
            <a:ext cx="72097" cy="56711"/>
          </a:xfrm>
          <a:custGeom>
            <a:avLst/>
            <a:gdLst/>
            <a:ahLst/>
            <a:cxnLst/>
            <a:rect l="l" t="t" r="r" b="b"/>
            <a:pathLst>
              <a:path w="2671" h="2101">
                <a:moveTo>
                  <a:pt x="1347" y="1"/>
                </a:moveTo>
                <a:cubicBezTo>
                  <a:pt x="0" y="1"/>
                  <a:pt x="0" y="2100"/>
                  <a:pt x="1347" y="2100"/>
                </a:cubicBezTo>
                <a:cubicBezTo>
                  <a:pt x="2671" y="2100"/>
                  <a:pt x="2671" y="1"/>
                  <a:pt x="1347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0" name="Google Shape;1070;p28">
            <a:extLst>
              <a:ext uri="{FF2B5EF4-FFF2-40B4-BE49-F238E27FC236}">
                <a16:creationId xmlns:a16="http://schemas.microsoft.com/office/drawing/2014/main" id="{3E0A94AB-CD8C-4ECE-8C3B-0FCDC5BAB714}"/>
              </a:ext>
            </a:extLst>
          </p:cNvPr>
          <p:cNvSpPr>
            <a:spLocks noGrp="1"/>
          </p:cNvSpPr>
          <p:nvPr/>
        </p:nvSpPr>
        <p:spPr>
          <a:xfrm>
            <a:off x="-292597" y="3262372"/>
            <a:ext cx="842632" cy="1674385"/>
          </a:xfrm>
          <a:custGeom>
            <a:avLst/>
            <a:gdLst/>
            <a:ahLst/>
            <a:cxnLst/>
            <a:rect l="l" t="t" r="r" b="b"/>
            <a:pathLst>
              <a:path w="24554" h="48791">
                <a:moveTo>
                  <a:pt x="2805" y="1"/>
                </a:moveTo>
                <a:cubicBezTo>
                  <a:pt x="2747" y="1"/>
                  <a:pt x="2687" y="5"/>
                  <a:pt x="2625" y="13"/>
                </a:cubicBezTo>
                <a:cubicBezTo>
                  <a:pt x="1666" y="13"/>
                  <a:pt x="753" y="835"/>
                  <a:pt x="0" y="1862"/>
                </a:cubicBezTo>
                <a:lnTo>
                  <a:pt x="0" y="48791"/>
                </a:lnTo>
                <a:lnTo>
                  <a:pt x="12782" y="48791"/>
                </a:lnTo>
                <a:cubicBezTo>
                  <a:pt x="12782" y="45869"/>
                  <a:pt x="13284" y="42947"/>
                  <a:pt x="13946" y="40048"/>
                </a:cubicBezTo>
                <a:cubicBezTo>
                  <a:pt x="15430" y="31694"/>
                  <a:pt x="20246" y="25212"/>
                  <a:pt x="23396" y="17246"/>
                </a:cubicBezTo>
                <a:cubicBezTo>
                  <a:pt x="24554" y="14254"/>
                  <a:pt x="24111" y="13203"/>
                  <a:pt x="22987" y="13203"/>
                </a:cubicBezTo>
                <a:cubicBezTo>
                  <a:pt x="21606" y="13203"/>
                  <a:pt x="19197" y="14788"/>
                  <a:pt x="17461" y="16310"/>
                </a:cubicBezTo>
                <a:cubicBezTo>
                  <a:pt x="12463" y="20579"/>
                  <a:pt x="10614" y="26148"/>
                  <a:pt x="6893" y="31329"/>
                </a:cubicBezTo>
                <a:cubicBezTo>
                  <a:pt x="7829" y="27244"/>
                  <a:pt x="9495" y="23181"/>
                  <a:pt x="11162" y="19278"/>
                </a:cubicBezTo>
                <a:cubicBezTo>
                  <a:pt x="12828" y="15762"/>
                  <a:pt x="20246" y="6861"/>
                  <a:pt x="16526" y="3893"/>
                </a:cubicBezTo>
                <a:cubicBezTo>
                  <a:pt x="16142" y="3613"/>
                  <a:pt x="15743" y="3483"/>
                  <a:pt x="15332" y="3483"/>
                </a:cubicBezTo>
                <a:cubicBezTo>
                  <a:pt x="10589" y="3483"/>
                  <a:pt x="4289" y="20912"/>
                  <a:pt x="1895" y="26878"/>
                </a:cubicBezTo>
                <a:cubicBezTo>
                  <a:pt x="1529" y="21126"/>
                  <a:pt x="3196" y="15032"/>
                  <a:pt x="3743" y="9280"/>
                </a:cubicBezTo>
                <a:cubicBezTo>
                  <a:pt x="3922" y="7651"/>
                  <a:pt x="5344" y="1"/>
                  <a:pt x="2805" y="1"/>
                </a:cubicBezTo>
                <a:close/>
              </a:path>
            </a:pathLst>
          </a:custGeom>
          <a:solidFill>
            <a:srgbClr val="FF8888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1" name="Google Shape;1071;p28">
            <a:extLst>
              <a:ext uri="{FF2B5EF4-FFF2-40B4-BE49-F238E27FC236}">
                <a16:creationId xmlns:a16="http://schemas.microsoft.com/office/drawing/2014/main" id="{47F753B5-F5C3-4198-8E32-97D3647CC40A}"/>
              </a:ext>
            </a:extLst>
          </p:cNvPr>
          <p:cNvSpPr>
            <a:spLocks noGrp="1"/>
          </p:cNvSpPr>
          <p:nvPr/>
        </p:nvSpPr>
        <p:spPr>
          <a:xfrm>
            <a:off x="-292597" y="3782581"/>
            <a:ext cx="84936" cy="437377"/>
          </a:xfrm>
          <a:custGeom>
            <a:avLst/>
            <a:gdLst/>
            <a:ahLst/>
            <a:cxnLst/>
            <a:rect l="l" t="t" r="r" b="b"/>
            <a:pathLst>
              <a:path w="2475" h="12745">
                <a:moveTo>
                  <a:pt x="2048" y="1"/>
                </a:moveTo>
                <a:cubicBezTo>
                  <a:pt x="1911" y="1"/>
                  <a:pt x="1780" y="78"/>
                  <a:pt x="1735" y="259"/>
                </a:cubicBezTo>
                <a:cubicBezTo>
                  <a:pt x="1096" y="3043"/>
                  <a:pt x="525" y="5874"/>
                  <a:pt x="0" y="8704"/>
                </a:cubicBezTo>
                <a:lnTo>
                  <a:pt x="0" y="12744"/>
                </a:lnTo>
                <a:cubicBezTo>
                  <a:pt x="662" y="8613"/>
                  <a:pt x="1461" y="4504"/>
                  <a:pt x="2419" y="441"/>
                </a:cubicBezTo>
                <a:cubicBezTo>
                  <a:pt x="2475" y="179"/>
                  <a:pt x="2255" y="1"/>
                  <a:pt x="2048" y="1"/>
                </a:cubicBezTo>
                <a:close/>
              </a:path>
            </a:pathLst>
          </a:custGeom>
          <a:solidFill>
            <a:srgbClr val="A5515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2" name="Google Shape;1072;p28">
            <a:extLst>
              <a:ext uri="{FF2B5EF4-FFF2-40B4-BE49-F238E27FC236}">
                <a16:creationId xmlns:a16="http://schemas.microsoft.com/office/drawing/2014/main" id="{78BABC08-48D3-47FA-A54F-67AA3412878C}"/>
              </a:ext>
            </a:extLst>
          </p:cNvPr>
          <p:cNvSpPr>
            <a:spLocks noGrp="1"/>
          </p:cNvSpPr>
          <p:nvPr/>
        </p:nvSpPr>
        <p:spPr>
          <a:xfrm>
            <a:off x="-292597" y="4043531"/>
            <a:ext cx="575882" cy="1097714"/>
          </a:xfrm>
          <a:custGeom>
            <a:avLst/>
            <a:gdLst/>
            <a:ahLst/>
            <a:cxnLst/>
            <a:rect l="l" t="t" r="r" b="b"/>
            <a:pathLst>
              <a:path w="16781" h="31987">
                <a:moveTo>
                  <a:pt x="885" y="1"/>
                </a:moveTo>
                <a:cubicBezTo>
                  <a:pt x="571" y="1"/>
                  <a:pt x="276" y="141"/>
                  <a:pt x="0" y="374"/>
                </a:cubicBezTo>
                <a:lnTo>
                  <a:pt x="0" y="31987"/>
                </a:lnTo>
                <a:lnTo>
                  <a:pt x="9062" y="31987"/>
                </a:lnTo>
                <a:cubicBezTo>
                  <a:pt x="9176" y="30434"/>
                  <a:pt x="9495" y="28859"/>
                  <a:pt x="9861" y="27307"/>
                </a:cubicBezTo>
                <a:cubicBezTo>
                  <a:pt x="10979" y="21647"/>
                  <a:pt x="13353" y="17059"/>
                  <a:pt x="15704" y="11649"/>
                </a:cubicBezTo>
                <a:cubicBezTo>
                  <a:pt x="16780" y="9112"/>
                  <a:pt x="16238" y="8050"/>
                  <a:pt x="15180" y="8050"/>
                </a:cubicBezTo>
                <a:cubicBezTo>
                  <a:pt x="14353" y="8050"/>
                  <a:pt x="13211" y="8699"/>
                  <a:pt x="12280" y="9800"/>
                </a:cubicBezTo>
                <a:cubicBezTo>
                  <a:pt x="9221" y="13384"/>
                  <a:pt x="7395" y="17881"/>
                  <a:pt x="4634" y="21396"/>
                </a:cubicBezTo>
                <a:cubicBezTo>
                  <a:pt x="5318" y="18634"/>
                  <a:pt x="6551" y="15872"/>
                  <a:pt x="7806" y="13224"/>
                </a:cubicBezTo>
                <a:cubicBezTo>
                  <a:pt x="9039" y="10850"/>
                  <a:pt x="12919" y="2747"/>
                  <a:pt x="11070" y="1560"/>
                </a:cubicBezTo>
                <a:cubicBezTo>
                  <a:pt x="10805" y="1383"/>
                  <a:pt x="10534" y="1300"/>
                  <a:pt x="10258" y="1300"/>
                </a:cubicBezTo>
                <a:cubicBezTo>
                  <a:pt x="6812" y="1300"/>
                  <a:pt x="2687" y="14304"/>
                  <a:pt x="890" y="18383"/>
                </a:cubicBezTo>
                <a:cubicBezTo>
                  <a:pt x="616" y="14480"/>
                  <a:pt x="1872" y="10348"/>
                  <a:pt x="2283" y="6445"/>
                </a:cubicBezTo>
                <a:cubicBezTo>
                  <a:pt x="2419" y="5304"/>
                  <a:pt x="3287" y="1150"/>
                  <a:pt x="1438" y="145"/>
                </a:cubicBezTo>
                <a:cubicBezTo>
                  <a:pt x="1248" y="46"/>
                  <a:pt x="1063" y="1"/>
                  <a:pt x="885" y="1"/>
                </a:cubicBezTo>
                <a:close/>
              </a:path>
            </a:pathLst>
          </a:custGeom>
          <a:solidFill>
            <a:srgbClr val="A53A3A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3" name="Google Shape;1073;p28">
            <a:extLst>
              <a:ext uri="{FF2B5EF4-FFF2-40B4-BE49-F238E27FC236}">
                <a16:creationId xmlns:a16="http://schemas.microsoft.com/office/drawing/2014/main" id="{D7460521-E323-4B45-B815-6BF879BCCBCB}"/>
              </a:ext>
            </a:extLst>
          </p:cNvPr>
          <p:cNvSpPr>
            <a:spLocks noGrp="1"/>
          </p:cNvSpPr>
          <p:nvPr/>
        </p:nvSpPr>
        <p:spPr>
          <a:xfrm>
            <a:off x="-214283" y="2154213"/>
            <a:ext cx="1265458" cy="1080212"/>
          </a:xfrm>
          <a:custGeom>
            <a:avLst/>
            <a:gdLst/>
            <a:ahLst/>
            <a:cxnLst/>
            <a:rect l="l" t="t" r="r" b="b"/>
            <a:pathLst>
              <a:path w="36875" h="31477">
                <a:moveTo>
                  <a:pt x="31851" y="0"/>
                </a:moveTo>
                <a:cubicBezTo>
                  <a:pt x="31796" y="0"/>
                  <a:pt x="31740" y="1"/>
                  <a:pt x="31682" y="3"/>
                </a:cubicBezTo>
                <a:cubicBezTo>
                  <a:pt x="27414" y="208"/>
                  <a:pt x="22598" y="5572"/>
                  <a:pt x="18900" y="8357"/>
                </a:cubicBezTo>
                <a:cubicBezTo>
                  <a:pt x="18749" y="6204"/>
                  <a:pt x="20363" y="255"/>
                  <a:pt x="18301" y="255"/>
                </a:cubicBezTo>
                <a:cubicBezTo>
                  <a:pt x="17871" y="255"/>
                  <a:pt x="17281" y="514"/>
                  <a:pt x="16480" y="1121"/>
                </a:cubicBezTo>
                <a:cubicBezTo>
                  <a:pt x="13513" y="3358"/>
                  <a:pt x="12783" y="10023"/>
                  <a:pt x="9998" y="12055"/>
                </a:cubicBezTo>
                <a:cubicBezTo>
                  <a:pt x="9998" y="10936"/>
                  <a:pt x="10546" y="6120"/>
                  <a:pt x="9268" y="5572"/>
                </a:cubicBezTo>
                <a:cubicBezTo>
                  <a:pt x="9087" y="5482"/>
                  <a:pt x="8908" y="5440"/>
                  <a:pt x="8730" y="5440"/>
                </a:cubicBezTo>
                <a:cubicBezTo>
                  <a:pt x="6713" y="5440"/>
                  <a:pt x="4970" y="10874"/>
                  <a:pt x="4634" y="12237"/>
                </a:cubicBezTo>
                <a:cubicBezTo>
                  <a:pt x="3150" y="17053"/>
                  <a:pt x="1667" y="25590"/>
                  <a:pt x="1" y="31319"/>
                </a:cubicBezTo>
                <a:cubicBezTo>
                  <a:pt x="1667" y="31045"/>
                  <a:pt x="3613" y="30954"/>
                  <a:pt x="5581" y="30954"/>
                </a:cubicBezTo>
                <a:cubicBezTo>
                  <a:pt x="7550" y="30954"/>
                  <a:pt x="9542" y="31045"/>
                  <a:pt x="11299" y="31137"/>
                </a:cubicBezTo>
                <a:cubicBezTo>
                  <a:pt x="12365" y="31242"/>
                  <a:pt x="14609" y="31476"/>
                  <a:pt x="16636" y="31476"/>
                </a:cubicBezTo>
                <a:cubicBezTo>
                  <a:pt x="18124" y="31476"/>
                  <a:pt x="19496" y="31350"/>
                  <a:pt x="20201" y="30954"/>
                </a:cubicBezTo>
                <a:cubicBezTo>
                  <a:pt x="23533" y="28923"/>
                  <a:pt x="18717" y="27256"/>
                  <a:pt x="17599" y="25407"/>
                </a:cubicBezTo>
                <a:cubicBezTo>
                  <a:pt x="21867" y="24837"/>
                  <a:pt x="24264" y="24654"/>
                  <a:pt x="27414" y="23353"/>
                </a:cubicBezTo>
                <a:cubicBezTo>
                  <a:pt x="34284" y="20957"/>
                  <a:pt x="24629" y="19473"/>
                  <a:pt x="21867" y="18354"/>
                </a:cubicBezTo>
                <a:cubicBezTo>
                  <a:pt x="26318" y="16688"/>
                  <a:pt x="32618" y="15387"/>
                  <a:pt x="34079" y="11872"/>
                </a:cubicBezTo>
                <a:cubicBezTo>
                  <a:pt x="34881" y="10206"/>
                  <a:pt x="33985" y="9698"/>
                  <a:pt x="32474" y="9698"/>
                </a:cubicBezTo>
                <a:cubicBezTo>
                  <a:pt x="30115" y="9698"/>
                  <a:pt x="26255" y="10936"/>
                  <a:pt x="25017" y="10936"/>
                </a:cubicBezTo>
                <a:cubicBezTo>
                  <a:pt x="29036" y="8204"/>
                  <a:pt x="36875" y="0"/>
                  <a:pt x="31851" y="0"/>
                </a:cubicBezTo>
                <a:close/>
              </a:path>
            </a:pathLst>
          </a:custGeom>
          <a:solidFill>
            <a:srgbClr val="CFD690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4" name="Google Shape;1074;p28">
            <a:extLst>
              <a:ext uri="{FF2B5EF4-FFF2-40B4-BE49-F238E27FC236}">
                <a16:creationId xmlns:a16="http://schemas.microsoft.com/office/drawing/2014/main" id="{04866BB5-5EB3-4268-B416-F77157699CBE}"/>
              </a:ext>
            </a:extLst>
          </p:cNvPr>
          <p:cNvSpPr>
            <a:spLocks noGrp="1"/>
          </p:cNvSpPr>
          <p:nvPr/>
        </p:nvSpPr>
        <p:spPr>
          <a:xfrm>
            <a:off x="-243865" y="2295262"/>
            <a:ext cx="1031412" cy="952276"/>
          </a:xfrm>
          <a:custGeom>
            <a:avLst/>
            <a:gdLst/>
            <a:ahLst/>
            <a:cxnLst/>
            <a:rect l="l" t="t" r="r" b="b"/>
            <a:pathLst>
              <a:path w="30055" h="27749">
                <a:moveTo>
                  <a:pt x="29567" y="1"/>
                </a:moveTo>
                <a:cubicBezTo>
                  <a:pt x="29486" y="1"/>
                  <a:pt x="29401" y="35"/>
                  <a:pt x="29326" y="116"/>
                </a:cubicBezTo>
                <a:cubicBezTo>
                  <a:pt x="20310" y="9839"/>
                  <a:pt x="9627" y="17805"/>
                  <a:pt x="246" y="27164"/>
                </a:cubicBezTo>
                <a:cubicBezTo>
                  <a:pt x="1" y="27409"/>
                  <a:pt x="226" y="27748"/>
                  <a:pt x="489" y="27748"/>
                </a:cubicBezTo>
                <a:cubicBezTo>
                  <a:pt x="568" y="27748"/>
                  <a:pt x="651" y="27717"/>
                  <a:pt x="726" y="27643"/>
                </a:cubicBezTo>
                <a:cubicBezTo>
                  <a:pt x="10107" y="18307"/>
                  <a:pt x="20812" y="10319"/>
                  <a:pt x="29828" y="595"/>
                </a:cubicBezTo>
                <a:cubicBezTo>
                  <a:pt x="30054" y="351"/>
                  <a:pt x="29829" y="1"/>
                  <a:pt x="29567" y="1"/>
                </a:cubicBezTo>
                <a:close/>
              </a:path>
            </a:pathLst>
          </a:custGeom>
          <a:solidFill>
            <a:srgbClr val="0E514A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5" name="Google Shape;1075;p28">
            <a:extLst>
              <a:ext uri="{FF2B5EF4-FFF2-40B4-BE49-F238E27FC236}">
                <a16:creationId xmlns:a16="http://schemas.microsoft.com/office/drawing/2014/main" id="{9CD6BAE8-93E0-47EE-B7FB-A7A63FBF3A0A}"/>
              </a:ext>
            </a:extLst>
          </p:cNvPr>
          <p:cNvSpPr>
            <a:spLocks noGrp="1"/>
          </p:cNvSpPr>
          <p:nvPr/>
        </p:nvSpPr>
        <p:spPr>
          <a:xfrm>
            <a:off x="303511" y="2731618"/>
            <a:ext cx="18806" cy="17262"/>
          </a:xfrm>
          <a:custGeom>
            <a:avLst/>
            <a:gdLst/>
            <a:ahLst/>
            <a:cxnLst/>
            <a:rect l="l" t="t" r="r" b="b"/>
            <a:pathLst>
              <a:path w="548" h="503">
                <a:moveTo>
                  <a:pt x="548" y="0"/>
                </a:moveTo>
                <a:lnTo>
                  <a:pt x="548" y="0"/>
                </a:lnTo>
                <a:cubicBezTo>
                  <a:pt x="365" y="23"/>
                  <a:pt x="183" y="69"/>
                  <a:pt x="0" y="91"/>
                </a:cubicBezTo>
                <a:cubicBezTo>
                  <a:pt x="160" y="228"/>
                  <a:pt x="297" y="365"/>
                  <a:pt x="434" y="502"/>
                </a:cubicBezTo>
                <a:cubicBezTo>
                  <a:pt x="479" y="343"/>
                  <a:pt x="502" y="160"/>
                  <a:pt x="548" y="0"/>
                </a:cubicBezTo>
                <a:close/>
              </a:path>
            </a:pathLst>
          </a:custGeom>
          <a:solidFill>
            <a:srgbClr val="0E514A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6" name="Google Shape;1076;p28">
            <a:extLst>
              <a:ext uri="{FF2B5EF4-FFF2-40B4-BE49-F238E27FC236}">
                <a16:creationId xmlns:a16="http://schemas.microsoft.com/office/drawing/2014/main" id="{61195E36-B34A-4C3D-83D2-13551643F55C}"/>
              </a:ext>
            </a:extLst>
          </p:cNvPr>
          <p:cNvSpPr>
            <a:spLocks noGrp="1"/>
          </p:cNvSpPr>
          <p:nvPr/>
        </p:nvSpPr>
        <p:spPr>
          <a:xfrm>
            <a:off x="293559" y="2340253"/>
            <a:ext cx="494241" cy="417472"/>
          </a:xfrm>
          <a:custGeom>
            <a:avLst/>
            <a:gdLst/>
            <a:ahLst/>
            <a:cxnLst/>
            <a:rect l="l" t="t" r="r" b="b"/>
            <a:pathLst>
              <a:path w="14402" h="12165">
                <a:moveTo>
                  <a:pt x="838" y="11404"/>
                </a:moveTo>
                <a:lnTo>
                  <a:pt x="838" y="11404"/>
                </a:lnTo>
                <a:cubicBezTo>
                  <a:pt x="792" y="11564"/>
                  <a:pt x="769" y="11747"/>
                  <a:pt x="724" y="11906"/>
                </a:cubicBezTo>
                <a:cubicBezTo>
                  <a:pt x="587" y="11769"/>
                  <a:pt x="450" y="11632"/>
                  <a:pt x="290" y="11495"/>
                </a:cubicBezTo>
                <a:cubicBezTo>
                  <a:pt x="473" y="11473"/>
                  <a:pt x="655" y="11427"/>
                  <a:pt x="838" y="11404"/>
                </a:cubicBezTo>
                <a:close/>
                <a:moveTo>
                  <a:pt x="1667" y="0"/>
                </a:moveTo>
                <a:cubicBezTo>
                  <a:pt x="1495" y="0"/>
                  <a:pt x="1329" y="109"/>
                  <a:pt x="1340" y="334"/>
                </a:cubicBezTo>
                <a:cubicBezTo>
                  <a:pt x="1500" y="4169"/>
                  <a:pt x="838" y="7980"/>
                  <a:pt x="62" y="11724"/>
                </a:cubicBezTo>
                <a:cubicBezTo>
                  <a:pt x="0" y="11990"/>
                  <a:pt x="178" y="12164"/>
                  <a:pt x="396" y="12164"/>
                </a:cubicBezTo>
                <a:cubicBezTo>
                  <a:pt x="421" y="12164"/>
                  <a:pt x="447" y="12162"/>
                  <a:pt x="473" y="12157"/>
                </a:cubicBezTo>
                <a:cubicBezTo>
                  <a:pt x="2664" y="11838"/>
                  <a:pt x="4764" y="11016"/>
                  <a:pt x="6818" y="10286"/>
                </a:cubicBezTo>
                <a:cubicBezTo>
                  <a:pt x="9238" y="9441"/>
                  <a:pt x="11611" y="8528"/>
                  <a:pt x="14008" y="7707"/>
                </a:cubicBezTo>
                <a:cubicBezTo>
                  <a:pt x="14401" y="7582"/>
                  <a:pt x="14288" y="7026"/>
                  <a:pt x="13939" y="7026"/>
                </a:cubicBezTo>
                <a:cubicBezTo>
                  <a:pt x="13904" y="7026"/>
                  <a:pt x="13866" y="7032"/>
                  <a:pt x="13825" y="7045"/>
                </a:cubicBezTo>
                <a:cubicBezTo>
                  <a:pt x="11406" y="7843"/>
                  <a:pt x="9032" y="8756"/>
                  <a:pt x="6635" y="9624"/>
                </a:cubicBezTo>
                <a:cubicBezTo>
                  <a:pt x="4764" y="10286"/>
                  <a:pt x="2824" y="11016"/>
                  <a:pt x="838" y="11404"/>
                </a:cubicBezTo>
                <a:cubicBezTo>
                  <a:pt x="1568" y="7752"/>
                  <a:pt x="2185" y="4054"/>
                  <a:pt x="2025" y="334"/>
                </a:cubicBezTo>
                <a:cubicBezTo>
                  <a:pt x="2025" y="114"/>
                  <a:pt x="1843" y="0"/>
                  <a:pt x="1667" y="0"/>
                </a:cubicBezTo>
                <a:close/>
              </a:path>
            </a:pathLst>
          </a:custGeom>
          <a:solidFill>
            <a:srgbClr val="0E514A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7" name="Google Shape;1077;p28">
            <a:extLst>
              <a:ext uri="{FF2B5EF4-FFF2-40B4-BE49-F238E27FC236}">
                <a16:creationId xmlns:a16="http://schemas.microsoft.com/office/drawing/2014/main" id="{88868D59-8599-4576-95AF-8AD4E7BCDAC9}"/>
              </a:ext>
            </a:extLst>
          </p:cNvPr>
          <p:cNvSpPr>
            <a:spLocks noGrp="1"/>
          </p:cNvSpPr>
          <p:nvPr/>
        </p:nvSpPr>
        <p:spPr>
          <a:xfrm>
            <a:off x="129586" y="2600797"/>
            <a:ext cx="447329" cy="323031"/>
          </a:xfrm>
          <a:custGeom>
            <a:avLst/>
            <a:gdLst/>
            <a:ahLst/>
            <a:cxnLst/>
            <a:rect l="l" t="t" r="r" b="b"/>
            <a:pathLst>
              <a:path w="13035" h="9413">
                <a:moveTo>
                  <a:pt x="1470" y="0"/>
                </a:moveTo>
                <a:cubicBezTo>
                  <a:pt x="1296" y="0"/>
                  <a:pt x="1119" y="115"/>
                  <a:pt x="1119" y="343"/>
                </a:cubicBezTo>
                <a:cubicBezTo>
                  <a:pt x="1051" y="3150"/>
                  <a:pt x="229" y="5889"/>
                  <a:pt x="1" y="8674"/>
                </a:cubicBezTo>
                <a:cubicBezTo>
                  <a:pt x="1" y="8834"/>
                  <a:pt x="115" y="8994"/>
                  <a:pt x="252" y="9016"/>
                </a:cubicBezTo>
                <a:cubicBezTo>
                  <a:pt x="1627" y="9313"/>
                  <a:pt x="3028" y="9412"/>
                  <a:pt x="4440" y="9412"/>
                </a:cubicBezTo>
                <a:cubicBezTo>
                  <a:pt x="7154" y="9412"/>
                  <a:pt x="9905" y="9046"/>
                  <a:pt x="12578" y="9016"/>
                </a:cubicBezTo>
                <a:cubicBezTo>
                  <a:pt x="13034" y="9016"/>
                  <a:pt x="13034" y="8332"/>
                  <a:pt x="12578" y="8332"/>
                </a:cubicBezTo>
                <a:cubicBezTo>
                  <a:pt x="9697" y="8352"/>
                  <a:pt x="6797" y="8660"/>
                  <a:pt x="3913" y="8660"/>
                </a:cubicBezTo>
                <a:cubicBezTo>
                  <a:pt x="3644" y="8660"/>
                  <a:pt x="3374" y="8657"/>
                  <a:pt x="3105" y="8651"/>
                </a:cubicBezTo>
                <a:cubicBezTo>
                  <a:pt x="2329" y="8628"/>
                  <a:pt x="1553" y="8560"/>
                  <a:pt x="800" y="8423"/>
                </a:cubicBezTo>
                <a:cubicBezTo>
                  <a:pt x="571" y="8377"/>
                  <a:pt x="1051" y="5981"/>
                  <a:pt x="1119" y="5638"/>
                </a:cubicBezTo>
                <a:cubicBezTo>
                  <a:pt x="1439" y="3881"/>
                  <a:pt x="1781" y="2146"/>
                  <a:pt x="1804" y="343"/>
                </a:cubicBezTo>
                <a:cubicBezTo>
                  <a:pt x="1815" y="115"/>
                  <a:pt x="1644" y="0"/>
                  <a:pt x="1470" y="0"/>
                </a:cubicBezTo>
                <a:close/>
              </a:path>
            </a:pathLst>
          </a:custGeom>
          <a:solidFill>
            <a:srgbClr val="0E514A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8" name="Google Shape;1078;p28">
            <a:extLst>
              <a:ext uri="{FF2B5EF4-FFF2-40B4-BE49-F238E27FC236}">
                <a16:creationId xmlns:a16="http://schemas.microsoft.com/office/drawing/2014/main" id="{1C33EC87-AB43-4ABA-A01F-8FCDC5314769}"/>
              </a:ext>
            </a:extLst>
          </p:cNvPr>
          <p:cNvSpPr>
            <a:spLocks noGrp="1"/>
          </p:cNvSpPr>
          <p:nvPr/>
        </p:nvSpPr>
        <p:spPr>
          <a:xfrm>
            <a:off x="-93654" y="2727809"/>
            <a:ext cx="434768" cy="392421"/>
          </a:xfrm>
          <a:custGeom>
            <a:avLst/>
            <a:gdLst/>
            <a:ahLst/>
            <a:cxnLst/>
            <a:rect l="l" t="t" r="r" b="b"/>
            <a:pathLst>
              <a:path w="12669" h="11435">
                <a:moveTo>
                  <a:pt x="2382" y="0"/>
                </a:moveTo>
                <a:cubicBezTo>
                  <a:pt x="2245" y="0"/>
                  <a:pt x="2114" y="75"/>
                  <a:pt x="2078" y="248"/>
                </a:cubicBezTo>
                <a:cubicBezTo>
                  <a:pt x="1324" y="3444"/>
                  <a:pt x="617" y="6662"/>
                  <a:pt x="46" y="9880"/>
                </a:cubicBezTo>
                <a:cubicBezTo>
                  <a:pt x="1" y="10109"/>
                  <a:pt x="138" y="10314"/>
                  <a:pt x="366" y="10337"/>
                </a:cubicBezTo>
                <a:cubicBezTo>
                  <a:pt x="4337" y="10519"/>
                  <a:pt x="8263" y="11067"/>
                  <a:pt x="12235" y="11432"/>
                </a:cubicBezTo>
                <a:cubicBezTo>
                  <a:pt x="12249" y="11434"/>
                  <a:pt x="12262" y="11435"/>
                  <a:pt x="12276" y="11435"/>
                </a:cubicBezTo>
                <a:cubicBezTo>
                  <a:pt x="12668" y="11435"/>
                  <a:pt x="12655" y="10792"/>
                  <a:pt x="12235" y="10748"/>
                </a:cubicBezTo>
                <a:cubicBezTo>
                  <a:pt x="8400" y="10383"/>
                  <a:pt x="4611" y="9858"/>
                  <a:pt x="777" y="9652"/>
                </a:cubicBezTo>
                <a:cubicBezTo>
                  <a:pt x="754" y="9789"/>
                  <a:pt x="731" y="9926"/>
                  <a:pt x="708" y="10086"/>
                </a:cubicBezTo>
                <a:cubicBezTo>
                  <a:pt x="594" y="9926"/>
                  <a:pt x="480" y="9789"/>
                  <a:pt x="366" y="9629"/>
                </a:cubicBezTo>
                <a:lnTo>
                  <a:pt x="366" y="9629"/>
                </a:lnTo>
                <a:cubicBezTo>
                  <a:pt x="503" y="9652"/>
                  <a:pt x="640" y="9652"/>
                  <a:pt x="777" y="9652"/>
                </a:cubicBezTo>
                <a:cubicBezTo>
                  <a:pt x="1347" y="6571"/>
                  <a:pt x="2032" y="3489"/>
                  <a:pt x="2740" y="431"/>
                </a:cubicBezTo>
                <a:cubicBezTo>
                  <a:pt x="2808" y="170"/>
                  <a:pt x="2588" y="0"/>
                  <a:pt x="2382" y="0"/>
                </a:cubicBezTo>
                <a:close/>
              </a:path>
            </a:pathLst>
          </a:custGeom>
          <a:solidFill>
            <a:srgbClr val="0E514A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9" name="Google Shape;1079;p28">
            <a:extLst>
              <a:ext uri="{FF2B5EF4-FFF2-40B4-BE49-F238E27FC236}">
                <a16:creationId xmlns:a16="http://schemas.microsoft.com/office/drawing/2014/main" id="{E1719B2A-E714-48B5-85CF-6547785774C5}"/>
              </a:ext>
            </a:extLst>
          </p:cNvPr>
          <p:cNvSpPr>
            <a:spLocks noGrp="1"/>
          </p:cNvSpPr>
          <p:nvPr/>
        </p:nvSpPr>
        <p:spPr>
          <a:xfrm>
            <a:off x="-81128" y="3058259"/>
            <a:ext cx="14139" cy="15683"/>
          </a:xfrm>
          <a:custGeom>
            <a:avLst/>
            <a:gdLst/>
            <a:ahLst/>
            <a:cxnLst/>
            <a:rect l="l" t="t" r="r" b="b"/>
            <a:pathLst>
              <a:path w="412" h="457">
                <a:moveTo>
                  <a:pt x="1" y="0"/>
                </a:moveTo>
                <a:cubicBezTo>
                  <a:pt x="115" y="160"/>
                  <a:pt x="229" y="297"/>
                  <a:pt x="343" y="457"/>
                </a:cubicBezTo>
                <a:cubicBezTo>
                  <a:pt x="366" y="297"/>
                  <a:pt x="389" y="160"/>
                  <a:pt x="412" y="23"/>
                </a:cubicBezTo>
                <a:cubicBezTo>
                  <a:pt x="275" y="23"/>
                  <a:pt x="138" y="23"/>
                  <a:pt x="1" y="0"/>
                </a:cubicBezTo>
                <a:close/>
              </a:path>
            </a:pathLst>
          </a:custGeom>
          <a:solidFill>
            <a:srgbClr val="0E514A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0" name="Google Shape;1080;p28">
            <a:extLst>
              <a:ext uri="{FF2B5EF4-FFF2-40B4-BE49-F238E27FC236}">
                <a16:creationId xmlns:a16="http://schemas.microsoft.com/office/drawing/2014/main" id="{6894A316-C88D-4999-89C5-61927F6DF434}"/>
              </a:ext>
            </a:extLst>
          </p:cNvPr>
          <p:cNvSpPr>
            <a:spLocks noGrp="1"/>
          </p:cNvSpPr>
          <p:nvPr/>
        </p:nvSpPr>
        <p:spPr>
          <a:xfrm>
            <a:off x="-292597" y="1727459"/>
            <a:ext cx="1665325" cy="1843536"/>
          </a:xfrm>
          <a:custGeom>
            <a:avLst/>
            <a:gdLst/>
            <a:ahLst/>
            <a:cxnLst/>
            <a:rect l="l" t="t" r="r" b="b"/>
            <a:pathLst>
              <a:path w="48527" h="53720">
                <a:moveTo>
                  <a:pt x="25863" y="1"/>
                </a:moveTo>
                <a:cubicBezTo>
                  <a:pt x="20047" y="1"/>
                  <a:pt x="14276" y="3555"/>
                  <a:pt x="12919" y="9493"/>
                </a:cubicBezTo>
                <a:cubicBezTo>
                  <a:pt x="9833" y="7156"/>
                  <a:pt x="6192" y="5344"/>
                  <a:pt x="2639" y="5344"/>
                </a:cubicBezTo>
                <a:cubicBezTo>
                  <a:pt x="1750" y="5344"/>
                  <a:pt x="867" y="5457"/>
                  <a:pt x="0" y="5704"/>
                </a:cubicBezTo>
                <a:lnTo>
                  <a:pt x="0" y="25197"/>
                </a:lnTo>
                <a:cubicBezTo>
                  <a:pt x="205" y="25379"/>
                  <a:pt x="411" y="25585"/>
                  <a:pt x="593" y="25790"/>
                </a:cubicBezTo>
                <a:cubicBezTo>
                  <a:pt x="411" y="25859"/>
                  <a:pt x="205" y="25927"/>
                  <a:pt x="0" y="26018"/>
                </a:cubicBezTo>
                <a:lnTo>
                  <a:pt x="0" y="46127"/>
                </a:lnTo>
                <a:cubicBezTo>
                  <a:pt x="478" y="46174"/>
                  <a:pt x="959" y="46197"/>
                  <a:pt x="1442" y="46197"/>
                </a:cubicBezTo>
                <a:cubicBezTo>
                  <a:pt x="3999" y="46197"/>
                  <a:pt x="6576" y="45552"/>
                  <a:pt x="8765" y="44438"/>
                </a:cubicBezTo>
                <a:lnTo>
                  <a:pt x="9267" y="44918"/>
                </a:lnTo>
                <a:cubicBezTo>
                  <a:pt x="11535" y="49328"/>
                  <a:pt x="16571" y="53720"/>
                  <a:pt x="21990" y="53720"/>
                </a:cubicBezTo>
                <a:cubicBezTo>
                  <a:pt x="22517" y="53720"/>
                  <a:pt x="23047" y="53678"/>
                  <a:pt x="23579" y="53591"/>
                </a:cubicBezTo>
                <a:cubicBezTo>
                  <a:pt x="26569" y="53249"/>
                  <a:pt x="29901" y="51240"/>
                  <a:pt x="31385" y="48433"/>
                </a:cubicBezTo>
                <a:cubicBezTo>
                  <a:pt x="33051" y="45260"/>
                  <a:pt x="32229" y="42589"/>
                  <a:pt x="32047" y="38276"/>
                </a:cubicBezTo>
                <a:cubicBezTo>
                  <a:pt x="38871" y="38276"/>
                  <a:pt x="45696" y="36450"/>
                  <a:pt x="47203" y="28620"/>
                </a:cubicBezTo>
                <a:cubicBezTo>
                  <a:pt x="48527" y="20791"/>
                  <a:pt x="40880" y="18965"/>
                  <a:pt x="35060" y="18303"/>
                </a:cubicBezTo>
                <a:cubicBezTo>
                  <a:pt x="38552" y="12483"/>
                  <a:pt x="38712" y="4814"/>
                  <a:pt x="31727" y="1322"/>
                </a:cubicBezTo>
                <a:cubicBezTo>
                  <a:pt x="29887" y="425"/>
                  <a:pt x="27872" y="1"/>
                  <a:pt x="25863" y="1"/>
                </a:cubicBezTo>
                <a:close/>
              </a:path>
            </a:pathLst>
          </a:custGeom>
          <a:solidFill>
            <a:srgbClr val="459B97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1" name="Google Shape;1081;p28">
            <a:extLst>
              <a:ext uri="{FF2B5EF4-FFF2-40B4-BE49-F238E27FC236}">
                <a16:creationId xmlns:a16="http://schemas.microsoft.com/office/drawing/2014/main" id="{F196089B-5EA9-4C5F-94AE-328650A5B20F}"/>
              </a:ext>
            </a:extLst>
          </p:cNvPr>
          <p:cNvSpPr>
            <a:spLocks noGrp="1"/>
          </p:cNvSpPr>
          <p:nvPr/>
        </p:nvSpPr>
        <p:spPr>
          <a:xfrm>
            <a:off x="-292597" y="2286401"/>
            <a:ext cx="1008900" cy="2878929"/>
          </a:xfrm>
          <a:custGeom>
            <a:avLst/>
            <a:gdLst/>
            <a:ahLst/>
            <a:cxnLst/>
            <a:rect l="l" t="t" r="r" b="b"/>
            <a:pathLst>
              <a:path w="29399" h="83891">
                <a:moveTo>
                  <a:pt x="15689" y="0"/>
                </a:moveTo>
                <a:cubicBezTo>
                  <a:pt x="14399" y="0"/>
                  <a:pt x="13558" y="9917"/>
                  <a:pt x="12075" y="14502"/>
                </a:cubicBezTo>
                <a:cubicBezTo>
                  <a:pt x="11253" y="17583"/>
                  <a:pt x="5227" y="28745"/>
                  <a:pt x="0" y="45909"/>
                </a:cubicBezTo>
                <a:lnTo>
                  <a:pt x="0" y="83891"/>
                </a:lnTo>
                <a:lnTo>
                  <a:pt x="2693" y="83891"/>
                </a:lnTo>
                <a:lnTo>
                  <a:pt x="4451" y="83868"/>
                </a:lnTo>
                <a:cubicBezTo>
                  <a:pt x="2442" y="76883"/>
                  <a:pt x="3538" y="60654"/>
                  <a:pt x="5432" y="50611"/>
                </a:cubicBezTo>
                <a:cubicBezTo>
                  <a:pt x="7099" y="41778"/>
                  <a:pt x="9587" y="26143"/>
                  <a:pt x="16252" y="19980"/>
                </a:cubicBezTo>
                <a:cubicBezTo>
                  <a:pt x="21228" y="14502"/>
                  <a:pt x="29399" y="11169"/>
                  <a:pt x="29399" y="9846"/>
                </a:cubicBezTo>
                <a:cubicBezTo>
                  <a:pt x="29260" y="9610"/>
                  <a:pt x="28911" y="9476"/>
                  <a:pt x="28373" y="9476"/>
                </a:cubicBezTo>
                <a:cubicBezTo>
                  <a:pt x="26250" y="9476"/>
                  <a:pt x="21180" y="11553"/>
                  <a:pt x="14426" y="17652"/>
                </a:cubicBezTo>
                <a:cubicBezTo>
                  <a:pt x="16252" y="11512"/>
                  <a:pt x="17575" y="1012"/>
                  <a:pt x="15749" y="8"/>
                </a:cubicBezTo>
                <a:cubicBezTo>
                  <a:pt x="15729" y="3"/>
                  <a:pt x="15709" y="0"/>
                  <a:pt x="15689" y="0"/>
                </a:cubicBezTo>
                <a:close/>
              </a:path>
            </a:pathLst>
          </a:custGeom>
          <a:solidFill>
            <a:srgbClr val="724120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2" name="Google Shape;1082;p28">
            <a:extLst>
              <a:ext uri="{FF2B5EF4-FFF2-40B4-BE49-F238E27FC236}">
                <a16:creationId xmlns:a16="http://schemas.microsoft.com/office/drawing/2014/main" id="{207DFC86-6F21-4C0E-96AD-3D81D660019B}"/>
              </a:ext>
            </a:extLst>
          </p:cNvPr>
          <p:cNvSpPr>
            <a:spLocks noGrp="1"/>
          </p:cNvSpPr>
          <p:nvPr/>
        </p:nvSpPr>
        <p:spPr>
          <a:xfrm>
            <a:off x="-105503" y="3055658"/>
            <a:ext cx="201684" cy="376840"/>
          </a:xfrm>
          <a:custGeom>
            <a:avLst/>
            <a:gdLst/>
            <a:ahLst/>
            <a:cxnLst/>
            <a:rect l="l" t="t" r="r" b="b"/>
            <a:pathLst>
              <a:path w="5877" h="10981">
                <a:moveTo>
                  <a:pt x="5411" y="0"/>
                </a:moveTo>
                <a:cubicBezTo>
                  <a:pt x="5308" y="0"/>
                  <a:pt x="5206" y="53"/>
                  <a:pt x="5142" y="181"/>
                </a:cubicBezTo>
                <a:cubicBezTo>
                  <a:pt x="3270" y="3559"/>
                  <a:pt x="1490" y="6960"/>
                  <a:pt x="97" y="10567"/>
                </a:cubicBezTo>
                <a:cubicBezTo>
                  <a:pt x="0" y="10816"/>
                  <a:pt x="214" y="10981"/>
                  <a:pt x="433" y="10981"/>
                </a:cubicBezTo>
                <a:cubicBezTo>
                  <a:pt x="575" y="10981"/>
                  <a:pt x="719" y="10911"/>
                  <a:pt x="782" y="10749"/>
                </a:cubicBezTo>
                <a:cubicBezTo>
                  <a:pt x="2152" y="7211"/>
                  <a:pt x="3909" y="3856"/>
                  <a:pt x="5735" y="524"/>
                </a:cubicBezTo>
                <a:cubicBezTo>
                  <a:pt x="5876" y="257"/>
                  <a:pt x="5640" y="0"/>
                  <a:pt x="5411" y="0"/>
                </a:cubicBezTo>
                <a:close/>
              </a:path>
            </a:pathLst>
          </a:custGeom>
          <a:solidFill>
            <a:srgbClr val="BC8662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3" name="Google Shape;1083;p28">
            <a:extLst>
              <a:ext uri="{FF2B5EF4-FFF2-40B4-BE49-F238E27FC236}">
                <a16:creationId xmlns:a16="http://schemas.microsoft.com/office/drawing/2014/main" id="{43E1D08A-392F-4107-A2DB-267702C65EF7}"/>
              </a:ext>
            </a:extLst>
          </p:cNvPr>
          <p:cNvSpPr>
            <a:spLocks noGrp="1"/>
          </p:cNvSpPr>
          <p:nvPr/>
        </p:nvSpPr>
        <p:spPr>
          <a:xfrm>
            <a:off x="-41811" y="3359846"/>
            <a:ext cx="50207" cy="97462"/>
          </a:xfrm>
          <a:custGeom>
            <a:avLst/>
            <a:gdLst/>
            <a:ahLst/>
            <a:cxnLst/>
            <a:rect l="l" t="t" r="r" b="b"/>
            <a:pathLst>
              <a:path w="1463" h="2840">
                <a:moveTo>
                  <a:pt x="1047" y="0"/>
                </a:moveTo>
                <a:cubicBezTo>
                  <a:pt x="911" y="0"/>
                  <a:pt x="778" y="75"/>
                  <a:pt x="732" y="248"/>
                </a:cubicBezTo>
                <a:cubicBezTo>
                  <a:pt x="550" y="979"/>
                  <a:pt x="253" y="1664"/>
                  <a:pt x="71" y="2394"/>
                </a:cubicBezTo>
                <a:cubicBezTo>
                  <a:pt x="1" y="2660"/>
                  <a:pt x="222" y="2840"/>
                  <a:pt x="430" y="2840"/>
                </a:cubicBezTo>
                <a:cubicBezTo>
                  <a:pt x="562" y="2840"/>
                  <a:pt x="688" y="2767"/>
                  <a:pt x="732" y="2599"/>
                </a:cubicBezTo>
                <a:cubicBezTo>
                  <a:pt x="938" y="1869"/>
                  <a:pt x="1212" y="1161"/>
                  <a:pt x="1394" y="431"/>
                </a:cubicBezTo>
                <a:cubicBezTo>
                  <a:pt x="1463" y="170"/>
                  <a:pt x="1251" y="0"/>
                  <a:pt x="1047" y="0"/>
                </a:cubicBezTo>
                <a:close/>
              </a:path>
            </a:pathLst>
          </a:custGeom>
          <a:solidFill>
            <a:srgbClr val="BC8662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4" name="Google Shape;1084;p28">
            <a:extLst>
              <a:ext uri="{FF2B5EF4-FFF2-40B4-BE49-F238E27FC236}">
                <a16:creationId xmlns:a16="http://schemas.microsoft.com/office/drawing/2014/main" id="{461453EA-78B5-403F-BEBE-3F37EEB8C9D5}"/>
              </a:ext>
            </a:extLst>
          </p:cNvPr>
          <p:cNvSpPr>
            <a:spLocks noGrp="1"/>
          </p:cNvSpPr>
          <p:nvPr/>
        </p:nvSpPr>
        <p:spPr>
          <a:xfrm>
            <a:off x="-184598" y="3526668"/>
            <a:ext cx="91388" cy="228555"/>
          </a:xfrm>
          <a:custGeom>
            <a:avLst/>
            <a:gdLst/>
            <a:ahLst/>
            <a:cxnLst/>
            <a:rect l="l" t="t" r="r" b="b"/>
            <a:pathLst>
              <a:path w="2663" h="6660">
                <a:moveTo>
                  <a:pt x="2241" y="0"/>
                </a:moveTo>
                <a:cubicBezTo>
                  <a:pt x="2102" y="0"/>
                  <a:pt x="1964" y="75"/>
                  <a:pt x="1909" y="248"/>
                </a:cubicBezTo>
                <a:cubicBezTo>
                  <a:pt x="1316" y="2234"/>
                  <a:pt x="768" y="4243"/>
                  <a:pt x="83" y="6229"/>
                </a:cubicBezTo>
                <a:cubicBezTo>
                  <a:pt x="1" y="6489"/>
                  <a:pt x="207" y="6659"/>
                  <a:pt x="419" y="6659"/>
                </a:cubicBezTo>
                <a:cubicBezTo>
                  <a:pt x="560" y="6659"/>
                  <a:pt x="704" y="6584"/>
                  <a:pt x="768" y="6411"/>
                </a:cubicBezTo>
                <a:cubicBezTo>
                  <a:pt x="1430" y="4425"/>
                  <a:pt x="2000" y="2417"/>
                  <a:pt x="2594" y="431"/>
                </a:cubicBezTo>
                <a:cubicBezTo>
                  <a:pt x="2662" y="170"/>
                  <a:pt x="2451" y="0"/>
                  <a:pt x="2241" y="0"/>
                </a:cubicBezTo>
                <a:close/>
              </a:path>
            </a:pathLst>
          </a:custGeom>
          <a:solidFill>
            <a:srgbClr val="BC8662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5" name="Google Shape;1085;p28">
            <a:extLst>
              <a:ext uri="{FF2B5EF4-FFF2-40B4-BE49-F238E27FC236}">
                <a16:creationId xmlns:a16="http://schemas.microsoft.com/office/drawing/2014/main" id="{582ADFD7-4F76-4F10-9F22-95960D649186}"/>
              </a:ext>
            </a:extLst>
          </p:cNvPr>
          <p:cNvSpPr>
            <a:spLocks noGrp="1"/>
          </p:cNvSpPr>
          <p:nvPr/>
        </p:nvSpPr>
        <p:spPr>
          <a:xfrm>
            <a:off x="-183637" y="3700558"/>
            <a:ext cx="109988" cy="374232"/>
          </a:xfrm>
          <a:custGeom>
            <a:avLst/>
            <a:gdLst/>
            <a:ahLst/>
            <a:cxnLst/>
            <a:rect l="l" t="t" r="r" b="b"/>
            <a:pathLst>
              <a:path w="3205" h="10905">
                <a:moveTo>
                  <a:pt x="2789" y="1"/>
                </a:moveTo>
                <a:cubicBezTo>
                  <a:pt x="2653" y="1"/>
                  <a:pt x="2520" y="76"/>
                  <a:pt x="2474" y="249"/>
                </a:cubicBezTo>
                <a:cubicBezTo>
                  <a:pt x="1584" y="3627"/>
                  <a:pt x="808" y="7051"/>
                  <a:pt x="55" y="10474"/>
                </a:cubicBezTo>
                <a:cubicBezTo>
                  <a:pt x="0" y="10735"/>
                  <a:pt x="217" y="10905"/>
                  <a:pt x="424" y="10905"/>
                </a:cubicBezTo>
                <a:cubicBezTo>
                  <a:pt x="561" y="10905"/>
                  <a:pt x="694" y="10830"/>
                  <a:pt x="740" y="10657"/>
                </a:cubicBezTo>
                <a:cubicBezTo>
                  <a:pt x="1493" y="7233"/>
                  <a:pt x="2246" y="3832"/>
                  <a:pt x="3136" y="431"/>
                </a:cubicBezTo>
                <a:cubicBezTo>
                  <a:pt x="3205" y="171"/>
                  <a:pt x="2993" y="1"/>
                  <a:pt x="2789" y="1"/>
                </a:cubicBezTo>
                <a:close/>
              </a:path>
            </a:pathLst>
          </a:custGeom>
          <a:solidFill>
            <a:srgbClr val="BC8662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6" name="Google Shape;1086;p28">
            <a:extLst>
              <a:ext uri="{FF2B5EF4-FFF2-40B4-BE49-F238E27FC236}">
                <a16:creationId xmlns:a16="http://schemas.microsoft.com/office/drawing/2014/main" id="{6AB8F613-9AE3-4E9C-8502-0CB45064EDAD}"/>
              </a:ext>
            </a:extLst>
          </p:cNvPr>
          <p:cNvSpPr>
            <a:spLocks noGrp="1"/>
          </p:cNvSpPr>
          <p:nvPr/>
        </p:nvSpPr>
        <p:spPr>
          <a:xfrm>
            <a:off x="-291774" y="3811784"/>
            <a:ext cx="95162" cy="271966"/>
          </a:xfrm>
          <a:custGeom>
            <a:avLst/>
            <a:gdLst/>
            <a:ahLst/>
            <a:cxnLst/>
            <a:rect l="l" t="t" r="r" b="b"/>
            <a:pathLst>
              <a:path w="2773" h="7925">
                <a:moveTo>
                  <a:pt x="2356" y="1"/>
                </a:moveTo>
                <a:cubicBezTo>
                  <a:pt x="2220" y="1"/>
                  <a:pt x="2087" y="76"/>
                  <a:pt x="2042" y="249"/>
                </a:cubicBezTo>
                <a:cubicBezTo>
                  <a:pt x="1426" y="2668"/>
                  <a:pt x="535" y="5042"/>
                  <a:pt x="56" y="7484"/>
                </a:cubicBezTo>
                <a:cubicBezTo>
                  <a:pt x="1" y="7746"/>
                  <a:pt x="220" y="7925"/>
                  <a:pt x="423" y="7925"/>
                </a:cubicBezTo>
                <a:cubicBezTo>
                  <a:pt x="556" y="7925"/>
                  <a:pt x="682" y="7848"/>
                  <a:pt x="718" y="7667"/>
                </a:cubicBezTo>
                <a:cubicBezTo>
                  <a:pt x="1197" y="5225"/>
                  <a:pt x="2088" y="2851"/>
                  <a:pt x="2704" y="431"/>
                </a:cubicBezTo>
                <a:cubicBezTo>
                  <a:pt x="2772" y="171"/>
                  <a:pt x="2561" y="1"/>
                  <a:pt x="2356" y="1"/>
                </a:cubicBezTo>
                <a:close/>
              </a:path>
            </a:pathLst>
          </a:custGeom>
          <a:solidFill>
            <a:srgbClr val="BC8662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7" name="Google Shape;1087;p28">
            <a:extLst>
              <a:ext uri="{FF2B5EF4-FFF2-40B4-BE49-F238E27FC236}">
                <a16:creationId xmlns:a16="http://schemas.microsoft.com/office/drawing/2014/main" id="{9577FE0A-20C4-4709-B1EA-BCDBCD34301C}"/>
              </a:ext>
            </a:extLst>
          </p:cNvPr>
          <p:cNvSpPr>
            <a:spLocks noGrp="1"/>
          </p:cNvSpPr>
          <p:nvPr/>
        </p:nvSpPr>
        <p:spPr>
          <a:xfrm>
            <a:off x="-286283" y="4120099"/>
            <a:ext cx="61017" cy="195129"/>
          </a:xfrm>
          <a:custGeom>
            <a:avLst/>
            <a:gdLst/>
            <a:ahLst/>
            <a:cxnLst/>
            <a:rect l="l" t="t" r="r" b="b"/>
            <a:pathLst>
              <a:path w="1778" h="5686">
                <a:moveTo>
                  <a:pt x="1355" y="0"/>
                </a:moveTo>
                <a:cubicBezTo>
                  <a:pt x="1222" y="0"/>
                  <a:pt x="1096" y="77"/>
                  <a:pt x="1060" y="258"/>
                </a:cubicBezTo>
                <a:cubicBezTo>
                  <a:pt x="718" y="1924"/>
                  <a:pt x="398" y="3590"/>
                  <a:pt x="56" y="5234"/>
                </a:cubicBezTo>
                <a:cubicBezTo>
                  <a:pt x="1" y="5510"/>
                  <a:pt x="221" y="5686"/>
                  <a:pt x="424" y="5686"/>
                </a:cubicBezTo>
                <a:cubicBezTo>
                  <a:pt x="556" y="5686"/>
                  <a:pt x="682" y="5611"/>
                  <a:pt x="718" y="5439"/>
                </a:cubicBezTo>
                <a:cubicBezTo>
                  <a:pt x="1060" y="3773"/>
                  <a:pt x="1380" y="2107"/>
                  <a:pt x="1722" y="441"/>
                </a:cubicBezTo>
                <a:cubicBezTo>
                  <a:pt x="1777" y="179"/>
                  <a:pt x="1558" y="0"/>
                  <a:pt x="1355" y="0"/>
                </a:cubicBezTo>
                <a:close/>
              </a:path>
            </a:pathLst>
          </a:custGeom>
          <a:solidFill>
            <a:srgbClr val="BC8662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8" name="Google Shape;1088;p28">
            <a:extLst>
              <a:ext uri="{FF2B5EF4-FFF2-40B4-BE49-F238E27FC236}">
                <a16:creationId xmlns:a16="http://schemas.microsoft.com/office/drawing/2014/main" id="{DC27C525-65C0-4A53-9E21-89A168E06C23}"/>
              </a:ext>
            </a:extLst>
          </p:cNvPr>
          <p:cNvSpPr>
            <a:spLocks noGrp="1"/>
          </p:cNvSpPr>
          <p:nvPr/>
        </p:nvSpPr>
        <p:spPr>
          <a:xfrm>
            <a:off x="-300045" y="4371755"/>
            <a:ext cx="65821" cy="385420"/>
          </a:xfrm>
          <a:custGeom>
            <a:avLst/>
            <a:gdLst/>
            <a:ahLst/>
            <a:cxnLst/>
            <a:rect l="l" t="t" r="r" b="b"/>
            <a:pathLst>
              <a:path w="1918" h="11231">
                <a:moveTo>
                  <a:pt x="1584" y="1"/>
                </a:moveTo>
                <a:cubicBezTo>
                  <a:pt x="1410" y="1"/>
                  <a:pt x="1221" y="115"/>
                  <a:pt x="1187" y="343"/>
                </a:cubicBezTo>
                <a:cubicBezTo>
                  <a:pt x="754" y="3858"/>
                  <a:pt x="366" y="7373"/>
                  <a:pt x="23" y="10888"/>
                </a:cubicBezTo>
                <a:cubicBezTo>
                  <a:pt x="0" y="11117"/>
                  <a:pt x="166" y="11231"/>
                  <a:pt x="343" y="11231"/>
                </a:cubicBezTo>
                <a:cubicBezTo>
                  <a:pt x="520" y="11231"/>
                  <a:pt x="708" y="11117"/>
                  <a:pt x="731" y="10888"/>
                </a:cubicBezTo>
                <a:cubicBezTo>
                  <a:pt x="1073" y="7373"/>
                  <a:pt x="1438" y="3858"/>
                  <a:pt x="1895" y="343"/>
                </a:cubicBezTo>
                <a:cubicBezTo>
                  <a:pt x="1918" y="115"/>
                  <a:pt x="1758" y="1"/>
                  <a:pt x="1584" y="1"/>
                </a:cubicBezTo>
                <a:close/>
              </a:path>
            </a:pathLst>
          </a:custGeom>
          <a:solidFill>
            <a:srgbClr val="BC8662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9" name="Google Shape;1089;p28">
            <a:extLst>
              <a:ext uri="{FF2B5EF4-FFF2-40B4-BE49-F238E27FC236}">
                <a16:creationId xmlns:a16="http://schemas.microsoft.com/office/drawing/2014/main" id="{0A447441-0478-4896-B6E8-2B13633DB3AA}"/>
              </a:ext>
            </a:extLst>
          </p:cNvPr>
          <p:cNvSpPr>
            <a:spLocks noGrp="1"/>
          </p:cNvSpPr>
          <p:nvPr/>
        </p:nvSpPr>
        <p:spPr>
          <a:xfrm>
            <a:off x="164749" y="2557276"/>
            <a:ext cx="61463" cy="183907"/>
          </a:xfrm>
          <a:custGeom>
            <a:avLst/>
            <a:gdLst/>
            <a:ahLst/>
            <a:cxnLst/>
            <a:rect l="l" t="t" r="r" b="b"/>
            <a:pathLst>
              <a:path w="1791" h="5359">
                <a:moveTo>
                  <a:pt x="1364" y="0"/>
                </a:moveTo>
                <a:cubicBezTo>
                  <a:pt x="1228" y="0"/>
                  <a:pt x="1097" y="75"/>
                  <a:pt x="1060" y="248"/>
                </a:cubicBezTo>
                <a:cubicBezTo>
                  <a:pt x="718" y="1800"/>
                  <a:pt x="398" y="3375"/>
                  <a:pt x="56" y="4928"/>
                </a:cubicBezTo>
                <a:cubicBezTo>
                  <a:pt x="1" y="5188"/>
                  <a:pt x="218" y="5358"/>
                  <a:pt x="425" y="5358"/>
                </a:cubicBezTo>
                <a:cubicBezTo>
                  <a:pt x="562" y="5358"/>
                  <a:pt x="695" y="5283"/>
                  <a:pt x="741" y="5110"/>
                </a:cubicBezTo>
                <a:cubicBezTo>
                  <a:pt x="1083" y="3558"/>
                  <a:pt x="1380" y="1983"/>
                  <a:pt x="1722" y="431"/>
                </a:cubicBezTo>
                <a:cubicBezTo>
                  <a:pt x="1791" y="170"/>
                  <a:pt x="1571" y="0"/>
                  <a:pt x="1364" y="0"/>
                </a:cubicBezTo>
                <a:close/>
              </a:path>
            </a:pathLst>
          </a:custGeom>
          <a:solidFill>
            <a:srgbClr val="BC8662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0" name="Google Shape;1090;p28">
            <a:extLst>
              <a:ext uri="{FF2B5EF4-FFF2-40B4-BE49-F238E27FC236}">
                <a16:creationId xmlns:a16="http://schemas.microsoft.com/office/drawing/2014/main" id="{BC2C1D26-8EEE-4233-B87A-CAB7BD6DC788}"/>
              </a:ext>
            </a:extLst>
          </p:cNvPr>
          <p:cNvSpPr>
            <a:spLocks noGrp="1"/>
          </p:cNvSpPr>
          <p:nvPr/>
        </p:nvSpPr>
        <p:spPr>
          <a:xfrm>
            <a:off x="316336" y="2752848"/>
            <a:ext cx="138059" cy="103570"/>
          </a:xfrm>
          <a:custGeom>
            <a:avLst/>
            <a:gdLst/>
            <a:ahLst/>
            <a:cxnLst/>
            <a:rect l="l" t="t" r="r" b="b"/>
            <a:pathLst>
              <a:path w="4023" h="3018">
                <a:moveTo>
                  <a:pt x="3522" y="1"/>
                </a:moveTo>
                <a:cubicBezTo>
                  <a:pt x="3468" y="1"/>
                  <a:pt x="3410" y="16"/>
                  <a:pt x="3351" y="51"/>
                </a:cubicBezTo>
                <a:cubicBezTo>
                  <a:pt x="2209" y="713"/>
                  <a:pt x="1274" y="1603"/>
                  <a:pt x="269" y="2447"/>
                </a:cubicBezTo>
                <a:cubicBezTo>
                  <a:pt x="1" y="2662"/>
                  <a:pt x="252" y="3017"/>
                  <a:pt x="538" y="3017"/>
                </a:cubicBezTo>
                <a:cubicBezTo>
                  <a:pt x="616" y="3017"/>
                  <a:pt x="698" y="2991"/>
                  <a:pt x="771" y="2927"/>
                </a:cubicBezTo>
                <a:cubicBezTo>
                  <a:pt x="1730" y="2128"/>
                  <a:pt x="2620" y="1283"/>
                  <a:pt x="3693" y="667"/>
                </a:cubicBezTo>
                <a:cubicBezTo>
                  <a:pt x="4022" y="473"/>
                  <a:pt x="3826" y="1"/>
                  <a:pt x="3522" y="1"/>
                </a:cubicBezTo>
                <a:close/>
              </a:path>
            </a:pathLst>
          </a:custGeom>
          <a:solidFill>
            <a:srgbClr val="BC8662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1" name="Google Shape;1091;p28">
            <a:extLst>
              <a:ext uri="{FF2B5EF4-FFF2-40B4-BE49-F238E27FC236}">
                <a16:creationId xmlns:a16="http://schemas.microsoft.com/office/drawing/2014/main" id="{EC0DCCDB-7256-4664-BF6C-CC4FA9026EFB}"/>
              </a:ext>
            </a:extLst>
          </p:cNvPr>
          <p:cNvSpPr>
            <a:spLocks noGrp="1"/>
          </p:cNvSpPr>
          <p:nvPr/>
        </p:nvSpPr>
        <p:spPr>
          <a:xfrm>
            <a:off x="592540" y="3219624"/>
            <a:ext cx="21174" cy="17262"/>
          </a:xfrm>
          <a:custGeom>
            <a:avLst/>
            <a:gdLst/>
            <a:ahLst/>
            <a:cxnLst/>
            <a:rect l="l" t="t" r="r" b="b"/>
            <a:pathLst>
              <a:path w="617" h="503">
                <a:moveTo>
                  <a:pt x="434" y="0"/>
                </a:moveTo>
                <a:cubicBezTo>
                  <a:pt x="297" y="137"/>
                  <a:pt x="160" y="274"/>
                  <a:pt x="1" y="411"/>
                </a:cubicBezTo>
                <a:cubicBezTo>
                  <a:pt x="206" y="457"/>
                  <a:pt x="411" y="502"/>
                  <a:pt x="617" y="502"/>
                </a:cubicBezTo>
                <a:cubicBezTo>
                  <a:pt x="571" y="343"/>
                  <a:pt x="503" y="160"/>
                  <a:pt x="434" y="0"/>
                </a:cubicBezTo>
                <a:close/>
              </a:path>
            </a:pathLst>
          </a:custGeom>
          <a:solidFill>
            <a:srgbClr val="246F6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2" name="Google Shape;1092;p28">
            <a:extLst>
              <a:ext uri="{FF2B5EF4-FFF2-40B4-BE49-F238E27FC236}">
                <a16:creationId xmlns:a16="http://schemas.microsoft.com/office/drawing/2014/main" id="{E6CF64F8-FA60-43C3-A3BC-60A57DEE85E9}"/>
              </a:ext>
            </a:extLst>
          </p:cNvPr>
          <p:cNvSpPr>
            <a:spLocks noGrp="1"/>
          </p:cNvSpPr>
          <p:nvPr/>
        </p:nvSpPr>
        <p:spPr>
          <a:xfrm>
            <a:off x="243969" y="2970508"/>
            <a:ext cx="627461" cy="633741"/>
          </a:xfrm>
          <a:custGeom>
            <a:avLst/>
            <a:gdLst/>
            <a:ahLst/>
            <a:cxnLst/>
            <a:rect l="l" t="t" r="r" b="b"/>
            <a:pathLst>
              <a:path w="18284" h="18467">
                <a:moveTo>
                  <a:pt x="10591" y="7259"/>
                </a:moveTo>
                <a:cubicBezTo>
                  <a:pt x="10660" y="7419"/>
                  <a:pt x="10728" y="7602"/>
                  <a:pt x="10774" y="7761"/>
                </a:cubicBezTo>
                <a:cubicBezTo>
                  <a:pt x="10568" y="7761"/>
                  <a:pt x="10363" y="7716"/>
                  <a:pt x="10158" y="7670"/>
                </a:cubicBezTo>
                <a:cubicBezTo>
                  <a:pt x="10317" y="7533"/>
                  <a:pt x="10454" y="7396"/>
                  <a:pt x="10591" y="7259"/>
                </a:cubicBezTo>
                <a:close/>
                <a:moveTo>
                  <a:pt x="14928" y="1"/>
                </a:moveTo>
                <a:cubicBezTo>
                  <a:pt x="14677" y="1"/>
                  <a:pt x="14426" y="343"/>
                  <a:pt x="14677" y="594"/>
                </a:cubicBezTo>
                <a:cubicBezTo>
                  <a:pt x="17348" y="3356"/>
                  <a:pt x="14472" y="7100"/>
                  <a:pt x="11230" y="7100"/>
                </a:cubicBezTo>
                <a:cubicBezTo>
                  <a:pt x="10934" y="7100"/>
                  <a:pt x="10637" y="7077"/>
                  <a:pt x="10363" y="7008"/>
                </a:cubicBezTo>
                <a:lnTo>
                  <a:pt x="10272" y="7008"/>
                </a:lnTo>
                <a:cubicBezTo>
                  <a:pt x="10066" y="7008"/>
                  <a:pt x="9838" y="7191"/>
                  <a:pt x="9929" y="7442"/>
                </a:cubicBezTo>
                <a:cubicBezTo>
                  <a:pt x="10888" y="10021"/>
                  <a:pt x="11322" y="13240"/>
                  <a:pt x="9884" y="15727"/>
                </a:cubicBezTo>
                <a:cubicBezTo>
                  <a:pt x="9039" y="17211"/>
                  <a:pt x="7761" y="17805"/>
                  <a:pt x="6414" y="17805"/>
                </a:cubicBezTo>
                <a:cubicBezTo>
                  <a:pt x="4291" y="17805"/>
                  <a:pt x="1963" y="16389"/>
                  <a:pt x="685" y="14746"/>
                </a:cubicBezTo>
                <a:cubicBezTo>
                  <a:pt x="617" y="14677"/>
                  <a:pt x="548" y="14632"/>
                  <a:pt x="457" y="14632"/>
                </a:cubicBezTo>
                <a:cubicBezTo>
                  <a:pt x="229" y="14632"/>
                  <a:pt x="0" y="14974"/>
                  <a:pt x="206" y="15248"/>
                </a:cubicBezTo>
                <a:cubicBezTo>
                  <a:pt x="1644" y="17097"/>
                  <a:pt x="3949" y="18466"/>
                  <a:pt x="6186" y="18466"/>
                </a:cubicBezTo>
                <a:cubicBezTo>
                  <a:pt x="7487" y="18466"/>
                  <a:pt x="8765" y="18010"/>
                  <a:pt x="9861" y="16914"/>
                </a:cubicBezTo>
                <a:cubicBezTo>
                  <a:pt x="12121" y="14632"/>
                  <a:pt x="11733" y="10615"/>
                  <a:pt x="10774" y="7761"/>
                </a:cubicBezTo>
                <a:lnTo>
                  <a:pt x="10774" y="7761"/>
                </a:lnTo>
                <a:cubicBezTo>
                  <a:pt x="10911" y="7784"/>
                  <a:pt x="11071" y="7784"/>
                  <a:pt x="11208" y="7784"/>
                </a:cubicBezTo>
                <a:cubicBezTo>
                  <a:pt x="15042" y="7784"/>
                  <a:pt x="18283" y="3333"/>
                  <a:pt x="15156" y="115"/>
                </a:cubicBezTo>
                <a:cubicBezTo>
                  <a:pt x="15088" y="47"/>
                  <a:pt x="15019" y="1"/>
                  <a:pt x="14928" y="1"/>
                </a:cubicBezTo>
                <a:close/>
              </a:path>
            </a:pathLst>
          </a:custGeom>
          <a:solidFill>
            <a:srgbClr val="246F6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3" name="Google Shape;1093;p28">
            <a:extLst>
              <a:ext uri="{FF2B5EF4-FFF2-40B4-BE49-F238E27FC236}">
                <a16:creationId xmlns:a16="http://schemas.microsoft.com/office/drawing/2014/main" id="{049EE08A-B389-467E-B184-09C7D4E34673}"/>
              </a:ext>
            </a:extLst>
          </p:cNvPr>
          <p:cNvSpPr>
            <a:spLocks noGrp="1"/>
          </p:cNvSpPr>
          <p:nvPr/>
        </p:nvSpPr>
        <p:spPr>
          <a:xfrm>
            <a:off x="287039" y="3205519"/>
            <a:ext cx="196639" cy="177044"/>
          </a:xfrm>
          <a:custGeom>
            <a:avLst/>
            <a:gdLst/>
            <a:ahLst/>
            <a:cxnLst/>
            <a:rect l="l" t="t" r="r" b="b"/>
            <a:pathLst>
              <a:path w="5730" h="5159">
                <a:moveTo>
                  <a:pt x="5045" y="0"/>
                </a:moveTo>
                <a:cubicBezTo>
                  <a:pt x="4840" y="0"/>
                  <a:pt x="4611" y="160"/>
                  <a:pt x="4680" y="434"/>
                </a:cubicBezTo>
                <a:cubicBezTo>
                  <a:pt x="5136" y="2306"/>
                  <a:pt x="4064" y="4429"/>
                  <a:pt x="2420" y="4429"/>
                </a:cubicBezTo>
                <a:cubicBezTo>
                  <a:pt x="1918" y="4429"/>
                  <a:pt x="1347" y="4223"/>
                  <a:pt x="754" y="3744"/>
                </a:cubicBezTo>
                <a:cubicBezTo>
                  <a:pt x="685" y="3675"/>
                  <a:pt x="617" y="3652"/>
                  <a:pt x="526" y="3652"/>
                </a:cubicBezTo>
                <a:cubicBezTo>
                  <a:pt x="252" y="3652"/>
                  <a:pt x="1" y="4018"/>
                  <a:pt x="275" y="4246"/>
                </a:cubicBezTo>
                <a:cubicBezTo>
                  <a:pt x="937" y="4771"/>
                  <a:pt x="1758" y="5159"/>
                  <a:pt x="2557" y="5159"/>
                </a:cubicBezTo>
                <a:cubicBezTo>
                  <a:pt x="3105" y="5159"/>
                  <a:pt x="3653" y="4976"/>
                  <a:pt x="4155" y="4543"/>
                </a:cubicBezTo>
                <a:cubicBezTo>
                  <a:pt x="5410" y="3470"/>
                  <a:pt x="5730" y="1781"/>
                  <a:pt x="5342" y="229"/>
                </a:cubicBezTo>
                <a:cubicBezTo>
                  <a:pt x="5296" y="69"/>
                  <a:pt x="5182" y="0"/>
                  <a:pt x="5045" y="0"/>
                </a:cubicBezTo>
                <a:close/>
              </a:path>
            </a:pathLst>
          </a:custGeom>
          <a:solidFill>
            <a:srgbClr val="246F6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4" name="Google Shape;1094;p28">
            <a:extLst>
              <a:ext uri="{FF2B5EF4-FFF2-40B4-BE49-F238E27FC236}">
                <a16:creationId xmlns:a16="http://schemas.microsoft.com/office/drawing/2014/main" id="{22CB9554-EDD2-4DF0-BE8B-C590097795C2}"/>
              </a:ext>
            </a:extLst>
          </p:cNvPr>
          <p:cNvSpPr>
            <a:spLocks noGrp="1"/>
          </p:cNvSpPr>
          <p:nvPr/>
        </p:nvSpPr>
        <p:spPr>
          <a:xfrm>
            <a:off x="784448" y="2705742"/>
            <a:ext cx="17262" cy="16507"/>
          </a:xfrm>
          <a:custGeom>
            <a:avLst/>
            <a:gdLst/>
            <a:ahLst/>
            <a:cxnLst/>
            <a:rect l="l" t="t" r="r" b="b"/>
            <a:pathLst>
              <a:path w="503" h="481">
                <a:moveTo>
                  <a:pt x="389" y="1"/>
                </a:moveTo>
                <a:cubicBezTo>
                  <a:pt x="252" y="92"/>
                  <a:pt x="115" y="184"/>
                  <a:pt x="1" y="275"/>
                </a:cubicBezTo>
                <a:cubicBezTo>
                  <a:pt x="161" y="343"/>
                  <a:pt x="343" y="412"/>
                  <a:pt x="503" y="480"/>
                </a:cubicBezTo>
                <a:cubicBezTo>
                  <a:pt x="480" y="321"/>
                  <a:pt x="434" y="161"/>
                  <a:pt x="389" y="1"/>
                </a:cubicBezTo>
                <a:close/>
              </a:path>
            </a:pathLst>
          </a:custGeom>
          <a:solidFill>
            <a:srgbClr val="246F6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5" name="Google Shape;1095;p28">
            <a:extLst>
              <a:ext uri="{FF2B5EF4-FFF2-40B4-BE49-F238E27FC236}">
                <a16:creationId xmlns:a16="http://schemas.microsoft.com/office/drawing/2014/main" id="{B5A25C86-5ED8-4EE4-A52E-51D2BD9ECB75}"/>
              </a:ext>
            </a:extLst>
          </p:cNvPr>
          <p:cNvSpPr>
            <a:spLocks noGrp="1"/>
          </p:cNvSpPr>
          <p:nvPr/>
        </p:nvSpPr>
        <p:spPr>
          <a:xfrm>
            <a:off x="536142" y="2460155"/>
            <a:ext cx="710510" cy="539711"/>
          </a:xfrm>
          <a:custGeom>
            <a:avLst/>
            <a:gdLst/>
            <a:ahLst/>
            <a:cxnLst/>
            <a:rect l="l" t="t" r="r" b="b"/>
            <a:pathLst>
              <a:path w="20704" h="15727">
                <a:moveTo>
                  <a:pt x="5045" y="0"/>
                </a:moveTo>
                <a:cubicBezTo>
                  <a:pt x="2489" y="0"/>
                  <a:pt x="503" y="2032"/>
                  <a:pt x="46" y="4474"/>
                </a:cubicBezTo>
                <a:cubicBezTo>
                  <a:pt x="1" y="4725"/>
                  <a:pt x="229" y="4908"/>
                  <a:pt x="434" y="4908"/>
                </a:cubicBezTo>
                <a:cubicBezTo>
                  <a:pt x="571" y="4908"/>
                  <a:pt x="686" y="4816"/>
                  <a:pt x="731" y="4656"/>
                </a:cubicBezTo>
                <a:cubicBezTo>
                  <a:pt x="1188" y="2123"/>
                  <a:pt x="3174" y="799"/>
                  <a:pt x="5137" y="799"/>
                </a:cubicBezTo>
                <a:cubicBezTo>
                  <a:pt x="7008" y="799"/>
                  <a:pt x="8880" y="2009"/>
                  <a:pt x="9382" y="4474"/>
                </a:cubicBezTo>
                <a:cubicBezTo>
                  <a:pt x="9405" y="4634"/>
                  <a:pt x="9565" y="4748"/>
                  <a:pt x="9724" y="4748"/>
                </a:cubicBezTo>
                <a:cubicBezTo>
                  <a:pt x="9793" y="4748"/>
                  <a:pt x="9839" y="4725"/>
                  <a:pt x="9884" y="4702"/>
                </a:cubicBezTo>
                <a:cubicBezTo>
                  <a:pt x="11140" y="3743"/>
                  <a:pt x="12555" y="3059"/>
                  <a:pt x="14061" y="3059"/>
                </a:cubicBezTo>
                <a:cubicBezTo>
                  <a:pt x="14541" y="3059"/>
                  <a:pt x="15020" y="3127"/>
                  <a:pt x="15522" y="3264"/>
                </a:cubicBezTo>
                <a:cubicBezTo>
                  <a:pt x="17257" y="3812"/>
                  <a:pt x="18535" y="5387"/>
                  <a:pt x="19197" y="7007"/>
                </a:cubicBezTo>
                <a:cubicBezTo>
                  <a:pt x="19859" y="8628"/>
                  <a:pt x="19973" y="10523"/>
                  <a:pt x="19265" y="12143"/>
                </a:cubicBezTo>
                <a:cubicBezTo>
                  <a:pt x="18352" y="14129"/>
                  <a:pt x="16252" y="14905"/>
                  <a:pt x="14198" y="15019"/>
                </a:cubicBezTo>
                <a:cubicBezTo>
                  <a:pt x="13764" y="15065"/>
                  <a:pt x="13764" y="15727"/>
                  <a:pt x="14175" y="15727"/>
                </a:cubicBezTo>
                <a:lnTo>
                  <a:pt x="14198" y="15727"/>
                </a:lnTo>
                <a:cubicBezTo>
                  <a:pt x="16412" y="15590"/>
                  <a:pt x="18512" y="14814"/>
                  <a:pt x="19676" y="12828"/>
                </a:cubicBezTo>
                <a:cubicBezTo>
                  <a:pt x="20703" y="11093"/>
                  <a:pt x="20589" y="8856"/>
                  <a:pt x="19950" y="7007"/>
                </a:cubicBezTo>
                <a:cubicBezTo>
                  <a:pt x="19288" y="5181"/>
                  <a:pt x="17919" y="3470"/>
                  <a:pt x="16070" y="2739"/>
                </a:cubicBezTo>
                <a:cubicBezTo>
                  <a:pt x="15408" y="2465"/>
                  <a:pt x="14723" y="2351"/>
                  <a:pt x="14084" y="2351"/>
                </a:cubicBezTo>
                <a:cubicBezTo>
                  <a:pt x="12600" y="2351"/>
                  <a:pt x="11185" y="2945"/>
                  <a:pt x="9930" y="3812"/>
                </a:cubicBezTo>
                <a:cubicBezTo>
                  <a:pt x="9975" y="3972"/>
                  <a:pt x="10021" y="4132"/>
                  <a:pt x="10044" y="4291"/>
                </a:cubicBezTo>
                <a:cubicBezTo>
                  <a:pt x="9884" y="4223"/>
                  <a:pt x="9702" y="4154"/>
                  <a:pt x="9542" y="4086"/>
                </a:cubicBezTo>
                <a:cubicBezTo>
                  <a:pt x="9656" y="3995"/>
                  <a:pt x="9793" y="3903"/>
                  <a:pt x="9930" y="3812"/>
                </a:cubicBezTo>
                <a:cubicBezTo>
                  <a:pt x="9291" y="1575"/>
                  <a:pt x="7533" y="23"/>
                  <a:pt x="5114" y="0"/>
                </a:cubicBezTo>
                <a:close/>
              </a:path>
            </a:pathLst>
          </a:custGeom>
          <a:solidFill>
            <a:srgbClr val="246F6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6" name="Google Shape;1096;p28">
            <a:extLst>
              <a:ext uri="{FF2B5EF4-FFF2-40B4-BE49-F238E27FC236}">
                <a16:creationId xmlns:a16="http://schemas.microsoft.com/office/drawing/2014/main" id="{6896C953-B337-4618-B1B8-986A2BFCA821}"/>
              </a:ext>
            </a:extLst>
          </p:cNvPr>
          <p:cNvSpPr>
            <a:spLocks noGrp="1"/>
          </p:cNvSpPr>
          <p:nvPr/>
        </p:nvSpPr>
        <p:spPr>
          <a:xfrm>
            <a:off x="899620" y="2798985"/>
            <a:ext cx="98731" cy="150414"/>
          </a:xfrm>
          <a:custGeom>
            <a:avLst/>
            <a:gdLst/>
            <a:ahLst/>
            <a:cxnLst/>
            <a:rect l="l" t="t" r="r" b="b"/>
            <a:pathLst>
              <a:path w="2877" h="4383">
                <a:moveTo>
                  <a:pt x="479" y="0"/>
                </a:moveTo>
                <a:cubicBezTo>
                  <a:pt x="183" y="0"/>
                  <a:pt x="0" y="457"/>
                  <a:pt x="297" y="662"/>
                </a:cubicBezTo>
                <a:cubicBezTo>
                  <a:pt x="1301" y="1324"/>
                  <a:pt x="2100" y="2671"/>
                  <a:pt x="1233" y="3766"/>
                </a:cubicBezTo>
                <a:cubicBezTo>
                  <a:pt x="1027" y="4040"/>
                  <a:pt x="1256" y="4383"/>
                  <a:pt x="1484" y="4383"/>
                </a:cubicBezTo>
                <a:cubicBezTo>
                  <a:pt x="1575" y="4383"/>
                  <a:pt x="1644" y="4360"/>
                  <a:pt x="1712" y="4268"/>
                </a:cubicBezTo>
                <a:cubicBezTo>
                  <a:pt x="2876" y="2785"/>
                  <a:pt x="2077" y="1004"/>
                  <a:pt x="639" y="69"/>
                </a:cubicBezTo>
                <a:cubicBezTo>
                  <a:pt x="594" y="23"/>
                  <a:pt x="525" y="0"/>
                  <a:pt x="479" y="0"/>
                </a:cubicBezTo>
                <a:close/>
              </a:path>
            </a:pathLst>
          </a:custGeom>
          <a:solidFill>
            <a:srgbClr val="246F6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7" name="Google Shape;1097;p28">
            <a:extLst>
              <a:ext uri="{FF2B5EF4-FFF2-40B4-BE49-F238E27FC236}">
                <a16:creationId xmlns:a16="http://schemas.microsoft.com/office/drawing/2014/main" id="{6CF76859-3398-4702-95F3-586556482971}"/>
              </a:ext>
            </a:extLst>
          </p:cNvPr>
          <p:cNvSpPr>
            <a:spLocks noGrp="1"/>
          </p:cNvSpPr>
          <p:nvPr/>
        </p:nvSpPr>
        <p:spPr>
          <a:xfrm>
            <a:off x="602732" y="2391662"/>
            <a:ext cx="21174" cy="14104"/>
          </a:xfrm>
          <a:custGeom>
            <a:avLst/>
            <a:gdLst/>
            <a:ahLst/>
            <a:cxnLst/>
            <a:rect l="l" t="t" r="r" b="b"/>
            <a:pathLst>
              <a:path w="617" h="411">
                <a:moveTo>
                  <a:pt x="343" y="0"/>
                </a:moveTo>
                <a:cubicBezTo>
                  <a:pt x="229" y="137"/>
                  <a:pt x="114" y="274"/>
                  <a:pt x="0" y="411"/>
                </a:cubicBezTo>
                <a:lnTo>
                  <a:pt x="617" y="411"/>
                </a:lnTo>
                <a:cubicBezTo>
                  <a:pt x="525" y="274"/>
                  <a:pt x="434" y="137"/>
                  <a:pt x="343" y="0"/>
                </a:cubicBezTo>
                <a:close/>
              </a:path>
            </a:pathLst>
          </a:custGeom>
          <a:solidFill>
            <a:srgbClr val="246F6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8" name="Google Shape;1098;p28">
            <a:extLst>
              <a:ext uri="{FF2B5EF4-FFF2-40B4-BE49-F238E27FC236}">
                <a16:creationId xmlns:a16="http://schemas.microsoft.com/office/drawing/2014/main" id="{2AC1E976-D874-4396-B18F-B080ECCE0674}"/>
              </a:ext>
            </a:extLst>
          </p:cNvPr>
          <p:cNvSpPr>
            <a:spLocks noGrp="1"/>
          </p:cNvSpPr>
          <p:nvPr/>
        </p:nvSpPr>
        <p:spPr>
          <a:xfrm>
            <a:off x="300766" y="1967839"/>
            <a:ext cx="513870" cy="150448"/>
          </a:xfrm>
          <a:custGeom>
            <a:avLst/>
            <a:gdLst/>
            <a:ahLst/>
            <a:cxnLst/>
            <a:rect l="l" t="t" r="r" b="b"/>
            <a:pathLst>
              <a:path w="14974" h="4384">
                <a:moveTo>
                  <a:pt x="3652" y="1"/>
                </a:moveTo>
                <a:cubicBezTo>
                  <a:pt x="2100" y="1"/>
                  <a:pt x="913" y="1256"/>
                  <a:pt x="160" y="2535"/>
                </a:cubicBezTo>
                <a:cubicBezTo>
                  <a:pt x="0" y="2808"/>
                  <a:pt x="229" y="3060"/>
                  <a:pt x="480" y="3060"/>
                </a:cubicBezTo>
                <a:cubicBezTo>
                  <a:pt x="571" y="3060"/>
                  <a:pt x="685" y="3014"/>
                  <a:pt x="754" y="2877"/>
                </a:cubicBezTo>
                <a:cubicBezTo>
                  <a:pt x="1484" y="1667"/>
                  <a:pt x="2443" y="731"/>
                  <a:pt x="3744" y="731"/>
                </a:cubicBezTo>
                <a:cubicBezTo>
                  <a:pt x="4040" y="731"/>
                  <a:pt x="4337" y="777"/>
                  <a:pt x="4679" y="891"/>
                </a:cubicBezTo>
                <a:cubicBezTo>
                  <a:pt x="6095" y="1325"/>
                  <a:pt x="7190" y="2694"/>
                  <a:pt x="7966" y="3881"/>
                </a:cubicBezTo>
                <a:cubicBezTo>
                  <a:pt x="8058" y="3995"/>
                  <a:pt x="8149" y="4041"/>
                  <a:pt x="8263" y="4041"/>
                </a:cubicBezTo>
                <a:cubicBezTo>
                  <a:pt x="8377" y="4041"/>
                  <a:pt x="8491" y="3995"/>
                  <a:pt x="8583" y="3881"/>
                </a:cubicBezTo>
                <a:cubicBezTo>
                  <a:pt x="9359" y="2831"/>
                  <a:pt x="10888" y="1941"/>
                  <a:pt x="12166" y="1941"/>
                </a:cubicBezTo>
                <a:cubicBezTo>
                  <a:pt x="13193" y="1941"/>
                  <a:pt x="14061" y="2512"/>
                  <a:pt x="14243" y="4041"/>
                </a:cubicBezTo>
                <a:cubicBezTo>
                  <a:pt x="14266" y="4269"/>
                  <a:pt x="14472" y="4383"/>
                  <a:pt x="14631" y="4383"/>
                </a:cubicBezTo>
                <a:cubicBezTo>
                  <a:pt x="14814" y="4383"/>
                  <a:pt x="14974" y="4269"/>
                  <a:pt x="14951" y="4041"/>
                </a:cubicBezTo>
                <a:cubicBezTo>
                  <a:pt x="14700" y="2055"/>
                  <a:pt x="13536" y="1279"/>
                  <a:pt x="12166" y="1279"/>
                </a:cubicBezTo>
                <a:cubicBezTo>
                  <a:pt x="10819" y="1279"/>
                  <a:pt x="9313" y="2032"/>
                  <a:pt x="8309" y="3128"/>
                </a:cubicBezTo>
                <a:cubicBezTo>
                  <a:pt x="8400" y="3265"/>
                  <a:pt x="8491" y="3402"/>
                  <a:pt x="8583" y="3539"/>
                </a:cubicBezTo>
                <a:lnTo>
                  <a:pt x="7966" y="3539"/>
                </a:lnTo>
                <a:cubicBezTo>
                  <a:pt x="8080" y="3402"/>
                  <a:pt x="8195" y="3265"/>
                  <a:pt x="8309" y="3128"/>
                </a:cubicBezTo>
                <a:cubicBezTo>
                  <a:pt x="7304" y="1736"/>
                  <a:pt x="6026" y="457"/>
                  <a:pt x="4291" y="69"/>
                </a:cubicBezTo>
                <a:cubicBezTo>
                  <a:pt x="4063" y="24"/>
                  <a:pt x="3858" y="1"/>
                  <a:pt x="3652" y="1"/>
                </a:cubicBezTo>
                <a:close/>
              </a:path>
            </a:pathLst>
          </a:custGeom>
          <a:solidFill>
            <a:srgbClr val="246F6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9" name="Google Shape;1099;p28">
            <a:extLst>
              <a:ext uri="{FF2B5EF4-FFF2-40B4-BE49-F238E27FC236}">
                <a16:creationId xmlns:a16="http://schemas.microsoft.com/office/drawing/2014/main" id="{A8E238FC-8B00-4377-9132-C5691480DC84}"/>
              </a:ext>
            </a:extLst>
          </p:cNvPr>
          <p:cNvSpPr>
            <a:spLocks noGrp="1"/>
          </p:cNvSpPr>
          <p:nvPr/>
        </p:nvSpPr>
        <p:spPr>
          <a:xfrm>
            <a:off x="550033" y="1834879"/>
            <a:ext cx="177044" cy="61119"/>
          </a:xfrm>
          <a:custGeom>
            <a:avLst/>
            <a:gdLst/>
            <a:ahLst/>
            <a:cxnLst/>
            <a:rect l="l" t="t" r="r" b="b"/>
            <a:pathLst>
              <a:path w="5159" h="1781">
                <a:moveTo>
                  <a:pt x="2785" y="0"/>
                </a:moveTo>
                <a:cubicBezTo>
                  <a:pt x="1940" y="0"/>
                  <a:pt x="1027" y="388"/>
                  <a:pt x="274" y="1028"/>
                </a:cubicBezTo>
                <a:cubicBezTo>
                  <a:pt x="0" y="1256"/>
                  <a:pt x="251" y="1598"/>
                  <a:pt x="548" y="1598"/>
                </a:cubicBezTo>
                <a:cubicBezTo>
                  <a:pt x="617" y="1598"/>
                  <a:pt x="685" y="1575"/>
                  <a:pt x="776" y="1507"/>
                </a:cubicBezTo>
                <a:cubicBezTo>
                  <a:pt x="1370" y="1005"/>
                  <a:pt x="2077" y="685"/>
                  <a:pt x="2762" y="685"/>
                </a:cubicBezTo>
                <a:cubicBezTo>
                  <a:pt x="3378" y="685"/>
                  <a:pt x="3949" y="936"/>
                  <a:pt x="4383" y="1621"/>
                </a:cubicBezTo>
                <a:cubicBezTo>
                  <a:pt x="4451" y="1735"/>
                  <a:pt x="4565" y="1781"/>
                  <a:pt x="4657" y="1781"/>
                </a:cubicBezTo>
                <a:cubicBezTo>
                  <a:pt x="4908" y="1781"/>
                  <a:pt x="5159" y="1530"/>
                  <a:pt x="4976" y="1256"/>
                </a:cubicBezTo>
                <a:cubicBezTo>
                  <a:pt x="4406" y="366"/>
                  <a:pt x="3607" y="0"/>
                  <a:pt x="2785" y="0"/>
                </a:cubicBezTo>
                <a:close/>
              </a:path>
            </a:pathLst>
          </a:custGeom>
          <a:solidFill>
            <a:srgbClr val="246F6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0" name="Google Shape;1100;p28">
            <a:extLst>
              <a:ext uri="{FF2B5EF4-FFF2-40B4-BE49-F238E27FC236}">
                <a16:creationId xmlns:a16="http://schemas.microsoft.com/office/drawing/2014/main" id="{47600F3B-A962-478E-8C0A-0DE588E45764}"/>
              </a:ext>
            </a:extLst>
          </p:cNvPr>
          <p:cNvSpPr>
            <a:spLocks noGrp="1"/>
          </p:cNvSpPr>
          <p:nvPr/>
        </p:nvSpPr>
        <p:spPr>
          <a:xfrm>
            <a:off x="-280859" y="2096595"/>
            <a:ext cx="277320" cy="172342"/>
          </a:xfrm>
          <a:custGeom>
            <a:avLst/>
            <a:gdLst/>
            <a:ahLst/>
            <a:cxnLst/>
            <a:rect l="l" t="t" r="r" b="b"/>
            <a:pathLst>
              <a:path w="8081" h="5022">
                <a:moveTo>
                  <a:pt x="4086" y="3721"/>
                </a:moveTo>
                <a:cubicBezTo>
                  <a:pt x="4268" y="3766"/>
                  <a:pt x="4474" y="3835"/>
                  <a:pt x="4679" y="3926"/>
                </a:cubicBezTo>
                <a:cubicBezTo>
                  <a:pt x="4542" y="4063"/>
                  <a:pt x="4405" y="4200"/>
                  <a:pt x="4268" y="4337"/>
                </a:cubicBezTo>
                <a:cubicBezTo>
                  <a:pt x="4177" y="4131"/>
                  <a:pt x="4109" y="3926"/>
                  <a:pt x="4086" y="3721"/>
                </a:cubicBezTo>
                <a:close/>
                <a:moveTo>
                  <a:pt x="6962" y="0"/>
                </a:moveTo>
                <a:cubicBezTo>
                  <a:pt x="5044" y="0"/>
                  <a:pt x="3698" y="1826"/>
                  <a:pt x="4086" y="3721"/>
                </a:cubicBezTo>
                <a:cubicBezTo>
                  <a:pt x="3538" y="3561"/>
                  <a:pt x="3013" y="3492"/>
                  <a:pt x="2511" y="3492"/>
                </a:cubicBezTo>
                <a:cubicBezTo>
                  <a:pt x="1575" y="3492"/>
                  <a:pt x="730" y="3743"/>
                  <a:pt x="0" y="4177"/>
                </a:cubicBezTo>
                <a:lnTo>
                  <a:pt x="0" y="5022"/>
                </a:lnTo>
                <a:cubicBezTo>
                  <a:pt x="685" y="4497"/>
                  <a:pt x="1552" y="4200"/>
                  <a:pt x="2534" y="4200"/>
                </a:cubicBezTo>
                <a:cubicBezTo>
                  <a:pt x="3150" y="4200"/>
                  <a:pt x="3812" y="4314"/>
                  <a:pt x="4497" y="4588"/>
                </a:cubicBezTo>
                <a:cubicBezTo>
                  <a:pt x="4542" y="4611"/>
                  <a:pt x="4565" y="4611"/>
                  <a:pt x="4588" y="4611"/>
                </a:cubicBezTo>
                <a:cubicBezTo>
                  <a:pt x="4816" y="4611"/>
                  <a:pt x="5022" y="4360"/>
                  <a:pt x="4930" y="4154"/>
                </a:cubicBezTo>
                <a:cubicBezTo>
                  <a:pt x="4268" y="2557"/>
                  <a:pt x="5227" y="685"/>
                  <a:pt x="6916" y="685"/>
                </a:cubicBezTo>
                <a:cubicBezTo>
                  <a:pt x="7099" y="685"/>
                  <a:pt x="7304" y="708"/>
                  <a:pt x="7510" y="753"/>
                </a:cubicBezTo>
                <a:cubicBezTo>
                  <a:pt x="7532" y="776"/>
                  <a:pt x="7555" y="776"/>
                  <a:pt x="7578" y="776"/>
                </a:cubicBezTo>
                <a:cubicBezTo>
                  <a:pt x="7966" y="776"/>
                  <a:pt x="8080" y="183"/>
                  <a:pt x="7692" y="91"/>
                </a:cubicBezTo>
                <a:cubicBezTo>
                  <a:pt x="7441" y="46"/>
                  <a:pt x="7190" y="0"/>
                  <a:pt x="6962" y="0"/>
                </a:cubicBezTo>
                <a:close/>
              </a:path>
            </a:pathLst>
          </a:custGeom>
          <a:solidFill>
            <a:srgbClr val="246F6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1" name="Google Shape;1101;p28">
            <a:extLst>
              <a:ext uri="{FF2B5EF4-FFF2-40B4-BE49-F238E27FC236}">
                <a16:creationId xmlns:a16="http://schemas.microsoft.com/office/drawing/2014/main" id="{E9D7EE9B-9250-4BC8-9B52-13D2BF8E435C}"/>
              </a:ext>
            </a:extLst>
          </p:cNvPr>
          <p:cNvSpPr>
            <a:spLocks noGrp="1"/>
          </p:cNvSpPr>
          <p:nvPr/>
        </p:nvSpPr>
        <p:spPr>
          <a:xfrm>
            <a:off x="-152407" y="2353259"/>
            <a:ext cx="20419" cy="21174"/>
          </a:xfrm>
          <a:custGeom>
            <a:avLst/>
            <a:gdLst/>
            <a:ahLst/>
            <a:cxnLst/>
            <a:rect l="l" t="t" r="r" b="b"/>
            <a:pathLst>
              <a:path w="595" h="617">
                <a:moveTo>
                  <a:pt x="1" y="1"/>
                </a:moveTo>
                <a:cubicBezTo>
                  <a:pt x="24" y="206"/>
                  <a:pt x="92" y="411"/>
                  <a:pt x="183" y="617"/>
                </a:cubicBezTo>
                <a:cubicBezTo>
                  <a:pt x="320" y="480"/>
                  <a:pt x="457" y="343"/>
                  <a:pt x="594" y="206"/>
                </a:cubicBezTo>
                <a:cubicBezTo>
                  <a:pt x="389" y="115"/>
                  <a:pt x="183" y="46"/>
                  <a:pt x="1" y="1"/>
                </a:cubicBezTo>
                <a:close/>
              </a:path>
            </a:pathLst>
          </a:custGeom>
          <a:solidFill>
            <a:srgbClr val="246F6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2" name="Google Shape;1102;p28">
            <a:extLst>
              <a:ext uri="{FF2B5EF4-FFF2-40B4-BE49-F238E27FC236}">
                <a16:creationId xmlns:a16="http://schemas.microsoft.com/office/drawing/2014/main" id="{3CE878FC-296B-4E03-B433-48AB3AC1DBD8}"/>
              </a:ext>
            </a:extLst>
          </p:cNvPr>
          <p:cNvSpPr>
            <a:spLocks noGrp="1"/>
          </p:cNvSpPr>
          <p:nvPr/>
        </p:nvSpPr>
        <p:spPr>
          <a:xfrm>
            <a:off x="-159466" y="2311419"/>
            <a:ext cx="170798" cy="171588"/>
          </a:xfrm>
          <a:custGeom>
            <a:avLst/>
            <a:gdLst/>
            <a:ahLst/>
            <a:cxnLst/>
            <a:rect l="l" t="t" r="r" b="b"/>
            <a:pathLst>
              <a:path w="4977" h="5000">
                <a:moveTo>
                  <a:pt x="4314" y="1"/>
                </a:moveTo>
                <a:cubicBezTo>
                  <a:pt x="1598" y="1"/>
                  <a:pt x="46" y="2009"/>
                  <a:pt x="0" y="4680"/>
                </a:cubicBezTo>
                <a:cubicBezTo>
                  <a:pt x="0" y="4885"/>
                  <a:pt x="183" y="4999"/>
                  <a:pt x="343" y="4999"/>
                </a:cubicBezTo>
                <a:cubicBezTo>
                  <a:pt x="525" y="4999"/>
                  <a:pt x="708" y="4885"/>
                  <a:pt x="708" y="4680"/>
                </a:cubicBezTo>
                <a:cubicBezTo>
                  <a:pt x="754" y="2375"/>
                  <a:pt x="1986" y="686"/>
                  <a:pt x="4337" y="686"/>
                </a:cubicBezTo>
                <a:lnTo>
                  <a:pt x="4543" y="686"/>
                </a:lnTo>
                <a:cubicBezTo>
                  <a:pt x="4976" y="686"/>
                  <a:pt x="4953" y="24"/>
                  <a:pt x="4520" y="1"/>
                </a:cubicBezTo>
                <a:close/>
              </a:path>
            </a:pathLst>
          </a:custGeom>
          <a:solidFill>
            <a:srgbClr val="246F6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3" name="Google Shape;1103;p28">
            <a:extLst>
              <a:ext uri="{FF2B5EF4-FFF2-40B4-BE49-F238E27FC236}">
                <a16:creationId xmlns:a16="http://schemas.microsoft.com/office/drawing/2014/main" id="{DF975877-604E-4545-8C14-80EDC54D5550}"/>
              </a:ext>
            </a:extLst>
          </p:cNvPr>
          <p:cNvSpPr>
            <a:spLocks noGrp="1"/>
          </p:cNvSpPr>
          <p:nvPr/>
        </p:nvSpPr>
        <p:spPr>
          <a:xfrm>
            <a:off x="-244036" y="2725338"/>
            <a:ext cx="278864" cy="600831"/>
          </a:xfrm>
          <a:custGeom>
            <a:avLst/>
            <a:gdLst/>
            <a:ahLst/>
            <a:cxnLst/>
            <a:rect l="l" t="t" r="r" b="b"/>
            <a:pathLst>
              <a:path w="8126" h="17508">
                <a:moveTo>
                  <a:pt x="7669" y="1"/>
                </a:moveTo>
                <a:cubicBezTo>
                  <a:pt x="5592" y="115"/>
                  <a:pt x="3949" y="1324"/>
                  <a:pt x="3287" y="3287"/>
                </a:cubicBezTo>
                <a:cubicBezTo>
                  <a:pt x="2716" y="4999"/>
                  <a:pt x="4109" y="6346"/>
                  <a:pt x="5273" y="7442"/>
                </a:cubicBezTo>
                <a:cubicBezTo>
                  <a:pt x="5524" y="7396"/>
                  <a:pt x="5752" y="7350"/>
                  <a:pt x="6003" y="7327"/>
                </a:cubicBezTo>
                <a:lnTo>
                  <a:pt x="6003" y="7327"/>
                </a:lnTo>
                <a:cubicBezTo>
                  <a:pt x="5935" y="7510"/>
                  <a:pt x="5843" y="7716"/>
                  <a:pt x="5775" y="7921"/>
                </a:cubicBezTo>
                <a:cubicBezTo>
                  <a:pt x="5615" y="7761"/>
                  <a:pt x="5455" y="7601"/>
                  <a:pt x="5273" y="7442"/>
                </a:cubicBezTo>
                <a:cubicBezTo>
                  <a:pt x="890" y="8514"/>
                  <a:pt x="0" y="14791"/>
                  <a:pt x="3675" y="17462"/>
                </a:cubicBezTo>
                <a:cubicBezTo>
                  <a:pt x="3744" y="17508"/>
                  <a:pt x="3789" y="17508"/>
                  <a:pt x="3858" y="17508"/>
                </a:cubicBezTo>
                <a:cubicBezTo>
                  <a:pt x="4132" y="17508"/>
                  <a:pt x="4314" y="17074"/>
                  <a:pt x="4017" y="16846"/>
                </a:cubicBezTo>
                <a:cubicBezTo>
                  <a:pt x="731" y="14449"/>
                  <a:pt x="1689" y="8469"/>
                  <a:pt x="6003" y="8012"/>
                </a:cubicBezTo>
                <a:cubicBezTo>
                  <a:pt x="6300" y="7989"/>
                  <a:pt x="6483" y="7647"/>
                  <a:pt x="6254" y="7419"/>
                </a:cubicBezTo>
                <a:cubicBezTo>
                  <a:pt x="5410" y="6574"/>
                  <a:pt x="4337" y="5798"/>
                  <a:pt x="3949" y="4634"/>
                </a:cubicBezTo>
                <a:cubicBezTo>
                  <a:pt x="3196" y="2489"/>
                  <a:pt x="5935" y="799"/>
                  <a:pt x="7669" y="685"/>
                </a:cubicBezTo>
                <a:cubicBezTo>
                  <a:pt x="8103" y="663"/>
                  <a:pt x="8126" y="1"/>
                  <a:pt x="7692" y="1"/>
                </a:cubicBezTo>
                <a:close/>
              </a:path>
            </a:pathLst>
          </a:custGeom>
          <a:solidFill>
            <a:srgbClr val="246F6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4" name="Google Shape;1104;p28">
            <a:extLst>
              <a:ext uri="{FF2B5EF4-FFF2-40B4-BE49-F238E27FC236}">
                <a16:creationId xmlns:a16="http://schemas.microsoft.com/office/drawing/2014/main" id="{BFACBDD0-2F1B-4214-B851-42E4074D5DCF}"/>
              </a:ext>
            </a:extLst>
          </p:cNvPr>
          <p:cNvSpPr>
            <a:spLocks noGrp="1"/>
          </p:cNvSpPr>
          <p:nvPr/>
        </p:nvSpPr>
        <p:spPr>
          <a:xfrm>
            <a:off x="-63111" y="2976788"/>
            <a:ext cx="25120" cy="20385"/>
          </a:xfrm>
          <a:custGeom>
            <a:avLst/>
            <a:gdLst/>
            <a:ahLst/>
            <a:cxnLst/>
            <a:rect l="l" t="t" r="r" b="b"/>
            <a:pathLst>
              <a:path w="732" h="594">
                <a:moveTo>
                  <a:pt x="731" y="0"/>
                </a:moveTo>
                <a:cubicBezTo>
                  <a:pt x="480" y="23"/>
                  <a:pt x="252" y="69"/>
                  <a:pt x="1" y="115"/>
                </a:cubicBezTo>
                <a:cubicBezTo>
                  <a:pt x="183" y="274"/>
                  <a:pt x="343" y="434"/>
                  <a:pt x="503" y="594"/>
                </a:cubicBezTo>
                <a:cubicBezTo>
                  <a:pt x="571" y="389"/>
                  <a:pt x="663" y="183"/>
                  <a:pt x="731" y="0"/>
                </a:cubicBezTo>
                <a:close/>
              </a:path>
            </a:pathLst>
          </a:custGeom>
          <a:solidFill>
            <a:srgbClr val="246F6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5" name="Google Shape;1105;p28">
            <a:extLst>
              <a:ext uri="{FF2B5EF4-FFF2-40B4-BE49-F238E27FC236}">
                <a16:creationId xmlns:a16="http://schemas.microsoft.com/office/drawing/2014/main" id="{2519C96F-0126-44B8-946D-64245A01B421}"/>
              </a:ext>
            </a:extLst>
          </p:cNvPr>
          <p:cNvSpPr>
            <a:spLocks noGrp="1"/>
          </p:cNvSpPr>
          <p:nvPr/>
        </p:nvSpPr>
        <p:spPr>
          <a:xfrm>
            <a:off x="684959" y="3139690"/>
            <a:ext cx="806084" cy="1268203"/>
          </a:xfrm>
          <a:custGeom>
            <a:avLst/>
            <a:gdLst/>
            <a:ahLst/>
            <a:cxnLst/>
            <a:rect l="l" t="t" r="r" b="b"/>
            <a:pathLst>
              <a:path w="23489" h="36955">
                <a:moveTo>
                  <a:pt x="17622" y="1"/>
                </a:moveTo>
                <a:lnTo>
                  <a:pt x="17622" y="1"/>
                </a:lnTo>
                <a:cubicBezTo>
                  <a:pt x="15180" y="2329"/>
                  <a:pt x="13103" y="5022"/>
                  <a:pt x="10660" y="7350"/>
                </a:cubicBezTo>
                <a:cubicBezTo>
                  <a:pt x="7602" y="10158"/>
                  <a:pt x="4406" y="13353"/>
                  <a:pt x="2580" y="17256"/>
                </a:cubicBezTo>
                <a:cubicBezTo>
                  <a:pt x="1" y="22894"/>
                  <a:pt x="868" y="31088"/>
                  <a:pt x="1850" y="36955"/>
                </a:cubicBezTo>
                <a:cubicBezTo>
                  <a:pt x="17508" y="32686"/>
                  <a:pt x="23488" y="13467"/>
                  <a:pt x="17622" y="1"/>
                </a:cubicBezTo>
                <a:close/>
              </a:path>
            </a:pathLst>
          </a:custGeom>
          <a:solidFill>
            <a:srgbClr val="459B97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6" name="Google Shape;1106;p28">
            <a:extLst>
              <a:ext uri="{FF2B5EF4-FFF2-40B4-BE49-F238E27FC236}">
                <a16:creationId xmlns:a16="http://schemas.microsoft.com/office/drawing/2014/main" id="{8BEEAB3C-FCA3-4FFF-9D5B-D0BEBAD0CADA}"/>
              </a:ext>
            </a:extLst>
          </p:cNvPr>
          <p:cNvSpPr>
            <a:spLocks noGrp="1"/>
          </p:cNvSpPr>
          <p:nvPr/>
        </p:nvSpPr>
        <p:spPr>
          <a:xfrm>
            <a:off x="752532" y="3351125"/>
            <a:ext cx="501688" cy="1055366"/>
          </a:xfrm>
          <a:custGeom>
            <a:avLst/>
            <a:gdLst/>
            <a:ahLst/>
            <a:cxnLst/>
            <a:rect l="l" t="t" r="r" b="b"/>
            <a:pathLst>
              <a:path w="14619" h="30753">
                <a:moveTo>
                  <a:pt x="14189" y="0"/>
                </a:moveTo>
                <a:cubicBezTo>
                  <a:pt x="14051" y="0"/>
                  <a:pt x="13912" y="70"/>
                  <a:pt x="13850" y="231"/>
                </a:cubicBezTo>
                <a:cubicBezTo>
                  <a:pt x="11955" y="5686"/>
                  <a:pt x="9079" y="10685"/>
                  <a:pt x="6934" y="16003"/>
                </a:cubicBezTo>
                <a:cubicBezTo>
                  <a:pt x="4994" y="20887"/>
                  <a:pt x="3350" y="26000"/>
                  <a:pt x="178" y="30269"/>
                </a:cubicBezTo>
                <a:cubicBezTo>
                  <a:pt x="0" y="30511"/>
                  <a:pt x="245" y="30753"/>
                  <a:pt x="500" y="30753"/>
                </a:cubicBezTo>
                <a:cubicBezTo>
                  <a:pt x="606" y="30753"/>
                  <a:pt x="714" y="30711"/>
                  <a:pt x="794" y="30611"/>
                </a:cubicBezTo>
                <a:cubicBezTo>
                  <a:pt x="3807" y="26548"/>
                  <a:pt x="5473" y="21663"/>
                  <a:pt x="7299" y="17007"/>
                </a:cubicBezTo>
                <a:cubicBezTo>
                  <a:pt x="9490" y="11369"/>
                  <a:pt x="12526" y="6119"/>
                  <a:pt x="14535" y="436"/>
                </a:cubicBezTo>
                <a:cubicBezTo>
                  <a:pt x="14618" y="171"/>
                  <a:pt x="14405" y="0"/>
                  <a:pt x="14189" y="0"/>
                </a:cubicBezTo>
                <a:close/>
              </a:path>
            </a:pathLst>
          </a:custGeom>
          <a:solidFill>
            <a:srgbClr val="11564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7" name="Google Shape;1107;p28">
            <a:extLst>
              <a:ext uri="{FF2B5EF4-FFF2-40B4-BE49-F238E27FC236}">
                <a16:creationId xmlns:a16="http://schemas.microsoft.com/office/drawing/2014/main" id="{DC3E6D62-FD72-4BC4-B361-4ED786C1CC6D}"/>
              </a:ext>
            </a:extLst>
          </p:cNvPr>
          <p:cNvSpPr>
            <a:spLocks noGrp="1"/>
          </p:cNvSpPr>
          <p:nvPr/>
        </p:nvSpPr>
        <p:spPr>
          <a:xfrm>
            <a:off x="883936" y="4157226"/>
            <a:ext cx="14928" cy="15683"/>
          </a:xfrm>
          <a:custGeom>
            <a:avLst/>
            <a:gdLst/>
            <a:ahLst/>
            <a:cxnLst/>
            <a:rect l="l" t="t" r="r" b="b"/>
            <a:pathLst>
              <a:path w="435" h="457">
                <a:moveTo>
                  <a:pt x="411" y="0"/>
                </a:moveTo>
                <a:cubicBezTo>
                  <a:pt x="275" y="46"/>
                  <a:pt x="138" y="92"/>
                  <a:pt x="1" y="115"/>
                </a:cubicBezTo>
                <a:cubicBezTo>
                  <a:pt x="138" y="229"/>
                  <a:pt x="275" y="343"/>
                  <a:pt x="434" y="457"/>
                </a:cubicBezTo>
                <a:cubicBezTo>
                  <a:pt x="411" y="320"/>
                  <a:pt x="411" y="160"/>
                  <a:pt x="411" y="0"/>
                </a:cubicBezTo>
                <a:close/>
              </a:path>
            </a:pathLst>
          </a:custGeom>
          <a:solidFill>
            <a:srgbClr val="11564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8" name="Google Shape;1108;p28">
            <a:extLst>
              <a:ext uri="{FF2B5EF4-FFF2-40B4-BE49-F238E27FC236}">
                <a16:creationId xmlns:a16="http://schemas.microsoft.com/office/drawing/2014/main" id="{4CDE1D42-C99E-4B38-BF19-DE7B6088C4B9}"/>
              </a:ext>
            </a:extLst>
          </p:cNvPr>
          <p:cNvSpPr>
            <a:spLocks noGrp="1"/>
          </p:cNvSpPr>
          <p:nvPr/>
        </p:nvSpPr>
        <p:spPr>
          <a:xfrm>
            <a:off x="826282" y="3880038"/>
            <a:ext cx="283154" cy="304911"/>
          </a:xfrm>
          <a:custGeom>
            <a:avLst/>
            <a:gdLst/>
            <a:ahLst/>
            <a:cxnLst/>
            <a:rect l="l" t="t" r="r" b="b"/>
            <a:pathLst>
              <a:path w="8251" h="8885">
                <a:moveTo>
                  <a:pt x="414" y="0"/>
                </a:moveTo>
                <a:cubicBezTo>
                  <a:pt x="207" y="0"/>
                  <a:pt x="1" y="170"/>
                  <a:pt x="83" y="431"/>
                </a:cubicBezTo>
                <a:cubicBezTo>
                  <a:pt x="927" y="3056"/>
                  <a:pt x="1270" y="5795"/>
                  <a:pt x="1407" y="8534"/>
                </a:cubicBezTo>
                <a:cubicBezTo>
                  <a:pt x="1427" y="8736"/>
                  <a:pt x="1590" y="8884"/>
                  <a:pt x="1785" y="8884"/>
                </a:cubicBezTo>
                <a:cubicBezTo>
                  <a:pt x="1811" y="8884"/>
                  <a:pt x="1837" y="8882"/>
                  <a:pt x="1863" y="8876"/>
                </a:cubicBezTo>
                <a:cubicBezTo>
                  <a:pt x="4077" y="8329"/>
                  <a:pt x="6337" y="7164"/>
                  <a:pt x="8003" y="5612"/>
                </a:cubicBezTo>
                <a:cubicBezTo>
                  <a:pt x="8251" y="5365"/>
                  <a:pt x="8019" y="5008"/>
                  <a:pt x="7743" y="5008"/>
                </a:cubicBezTo>
                <a:cubicBezTo>
                  <a:pt x="7662" y="5008"/>
                  <a:pt x="7578" y="5038"/>
                  <a:pt x="7501" y="5110"/>
                </a:cubicBezTo>
                <a:cubicBezTo>
                  <a:pt x="6040" y="6503"/>
                  <a:pt x="4054" y="7552"/>
                  <a:pt x="2091" y="8077"/>
                </a:cubicBezTo>
                <a:cubicBezTo>
                  <a:pt x="2091" y="8237"/>
                  <a:pt x="2091" y="8397"/>
                  <a:pt x="2114" y="8534"/>
                </a:cubicBezTo>
                <a:cubicBezTo>
                  <a:pt x="1955" y="8420"/>
                  <a:pt x="1818" y="8306"/>
                  <a:pt x="1681" y="8192"/>
                </a:cubicBezTo>
                <a:cubicBezTo>
                  <a:pt x="1818" y="8169"/>
                  <a:pt x="1955" y="8123"/>
                  <a:pt x="2091" y="8077"/>
                </a:cubicBezTo>
                <a:cubicBezTo>
                  <a:pt x="1932" y="5430"/>
                  <a:pt x="1566" y="2782"/>
                  <a:pt x="745" y="248"/>
                </a:cubicBezTo>
                <a:cubicBezTo>
                  <a:pt x="690" y="75"/>
                  <a:pt x="552" y="0"/>
                  <a:pt x="414" y="0"/>
                </a:cubicBezTo>
                <a:close/>
              </a:path>
            </a:pathLst>
          </a:custGeom>
          <a:solidFill>
            <a:srgbClr val="11564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9" name="Google Shape;1109;p28">
            <a:extLst>
              <a:ext uri="{FF2B5EF4-FFF2-40B4-BE49-F238E27FC236}">
                <a16:creationId xmlns:a16="http://schemas.microsoft.com/office/drawing/2014/main" id="{6EBDE59A-109A-4C89-AC7D-29F4D43E6B1F}"/>
              </a:ext>
            </a:extLst>
          </p:cNvPr>
          <p:cNvSpPr>
            <a:spLocks noGrp="1"/>
          </p:cNvSpPr>
          <p:nvPr/>
        </p:nvSpPr>
        <p:spPr>
          <a:xfrm>
            <a:off x="910087" y="3728866"/>
            <a:ext cx="309029" cy="225500"/>
          </a:xfrm>
          <a:custGeom>
            <a:avLst/>
            <a:gdLst/>
            <a:ahLst/>
            <a:cxnLst/>
            <a:rect l="l" t="t" r="r" b="b"/>
            <a:pathLst>
              <a:path w="9005" h="6571">
                <a:moveTo>
                  <a:pt x="429" y="0"/>
                </a:moveTo>
                <a:cubicBezTo>
                  <a:pt x="215" y="0"/>
                  <a:pt x="1" y="170"/>
                  <a:pt x="83" y="431"/>
                </a:cubicBezTo>
                <a:cubicBezTo>
                  <a:pt x="699" y="2371"/>
                  <a:pt x="1293" y="4334"/>
                  <a:pt x="1795" y="6297"/>
                </a:cubicBezTo>
                <a:cubicBezTo>
                  <a:pt x="1841" y="6434"/>
                  <a:pt x="1978" y="6571"/>
                  <a:pt x="2137" y="6571"/>
                </a:cubicBezTo>
                <a:cubicBezTo>
                  <a:pt x="4443" y="6297"/>
                  <a:pt x="6999" y="4882"/>
                  <a:pt x="8734" y="3398"/>
                </a:cubicBezTo>
                <a:cubicBezTo>
                  <a:pt x="9005" y="3163"/>
                  <a:pt x="8761" y="2814"/>
                  <a:pt x="8478" y="2814"/>
                </a:cubicBezTo>
                <a:cubicBezTo>
                  <a:pt x="8404" y="2814"/>
                  <a:pt x="8326" y="2839"/>
                  <a:pt x="8255" y="2896"/>
                </a:cubicBezTo>
                <a:cubicBezTo>
                  <a:pt x="6862" y="4083"/>
                  <a:pt x="5082" y="4950"/>
                  <a:pt x="3370" y="5566"/>
                </a:cubicBezTo>
                <a:cubicBezTo>
                  <a:pt x="3096" y="5658"/>
                  <a:pt x="2822" y="5726"/>
                  <a:pt x="2525" y="5795"/>
                </a:cubicBezTo>
                <a:cubicBezTo>
                  <a:pt x="2520" y="5796"/>
                  <a:pt x="2515" y="5797"/>
                  <a:pt x="2510" y="5797"/>
                </a:cubicBezTo>
                <a:cubicBezTo>
                  <a:pt x="2284" y="5797"/>
                  <a:pt x="1999" y="4330"/>
                  <a:pt x="1955" y="4151"/>
                </a:cubicBezTo>
                <a:cubicBezTo>
                  <a:pt x="1567" y="2850"/>
                  <a:pt x="1156" y="1549"/>
                  <a:pt x="768" y="248"/>
                </a:cubicBezTo>
                <a:cubicBezTo>
                  <a:pt x="713" y="75"/>
                  <a:pt x="571" y="0"/>
                  <a:pt x="429" y="0"/>
                </a:cubicBezTo>
                <a:close/>
              </a:path>
            </a:pathLst>
          </a:custGeom>
          <a:solidFill>
            <a:srgbClr val="11564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0" name="Google Shape;1110;p28">
            <a:extLst>
              <a:ext uri="{FF2B5EF4-FFF2-40B4-BE49-F238E27FC236}">
                <a16:creationId xmlns:a16="http://schemas.microsoft.com/office/drawing/2014/main" id="{ACD98A5D-3019-46A7-AE83-268CBF0C5130}"/>
              </a:ext>
            </a:extLst>
          </p:cNvPr>
          <p:cNvSpPr>
            <a:spLocks noGrp="1"/>
          </p:cNvSpPr>
          <p:nvPr/>
        </p:nvSpPr>
        <p:spPr>
          <a:xfrm>
            <a:off x="1064107" y="3751447"/>
            <a:ext cx="14928" cy="11016"/>
          </a:xfrm>
          <a:custGeom>
            <a:avLst/>
            <a:gdLst/>
            <a:ahLst/>
            <a:cxnLst/>
            <a:rect l="l" t="t" r="r" b="b"/>
            <a:pathLst>
              <a:path w="435" h="321">
                <a:moveTo>
                  <a:pt x="343" y="1"/>
                </a:moveTo>
                <a:cubicBezTo>
                  <a:pt x="229" y="24"/>
                  <a:pt x="115" y="47"/>
                  <a:pt x="0" y="69"/>
                </a:cubicBezTo>
                <a:cubicBezTo>
                  <a:pt x="137" y="161"/>
                  <a:pt x="297" y="252"/>
                  <a:pt x="434" y="321"/>
                </a:cubicBezTo>
                <a:cubicBezTo>
                  <a:pt x="411" y="206"/>
                  <a:pt x="366" y="92"/>
                  <a:pt x="343" y="1"/>
                </a:cubicBezTo>
                <a:close/>
              </a:path>
            </a:pathLst>
          </a:custGeom>
          <a:solidFill>
            <a:srgbClr val="11564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1" name="Google Shape;1111;p28">
            <a:extLst>
              <a:ext uri="{FF2B5EF4-FFF2-40B4-BE49-F238E27FC236}">
                <a16:creationId xmlns:a16="http://schemas.microsoft.com/office/drawing/2014/main" id="{5907D220-CA12-4739-AAFC-F0110815AFCA}"/>
              </a:ext>
            </a:extLst>
          </p:cNvPr>
          <p:cNvSpPr>
            <a:spLocks noGrp="1"/>
          </p:cNvSpPr>
          <p:nvPr/>
        </p:nvSpPr>
        <p:spPr>
          <a:xfrm>
            <a:off x="1002986" y="3569046"/>
            <a:ext cx="244855" cy="208685"/>
          </a:xfrm>
          <a:custGeom>
            <a:avLst/>
            <a:gdLst/>
            <a:ahLst/>
            <a:cxnLst/>
            <a:rect l="l" t="t" r="r" b="b"/>
            <a:pathLst>
              <a:path w="7135" h="6081">
                <a:moveTo>
                  <a:pt x="417" y="1"/>
                </a:moveTo>
                <a:cubicBezTo>
                  <a:pt x="213" y="1"/>
                  <a:pt x="1" y="171"/>
                  <a:pt x="70" y="431"/>
                </a:cubicBezTo>
                <a:cubicBezTo>
                  <a:pt x="572" y="2235"/>
                  <a:pt x="1142" y="3992"/>
                  <a:pt x="1530" y="5818"/>
                </a:cubicBezTo>
                <a:cubicBezTo>
                  <a:pt x="1568" y="5989"/>
                  <a:pt x="1717" y="6081"/>
                  <a:pt x="1870" y="6081"/>
                </a:cubicBezTo>
                <a:cubicBezTo>
                  <a:pt x="1902" y="6081"/>
                  <a:pt x="1933" y="6077"/>
                  <a:pt x="1964" y="6069"/>
                </a:cubicBezTo>
                <a:cubicBezTo>
                  <a:pt x="3585" y="5681"/>
                  <a:pt x="5160" y="5202"/>
                  <a:pt x="6735" y="4723"/>
                </a:cubicBezTo>
                <a:cubicBezTo>
                  <a:pt x="7134" y="4596"/>
                  <a:pt x="7011" y="4025"/>
                  <a:pt x="6649" y="4025"/>
                </a:cubicBezTo>
                <a:cubicBezTo>
                  <a:pt x="6619" y="4025"/>
                  <a:pt x="6586" y="4029"/>
                  <a:pt x="6552" y="4038"/>
                </a:cubicBezTo>
                <a:cubicBezTo>
                  <a:pt x="5091" y="4494"/>
                  <a:pt x="3630" y="4951"/>
                  <a:pt x="2124" y="5316"/>
                </a:cubicBezTo>
                <a:cubicBezTo>
                  <a:pt x="2147" y="5407"/>
                  <a:pt x="2192" y="5521"/>
                  <a:pt x="2215" y="5636"/>
                </a:cubicBezTo>
                <a:cubicBezTo>
                  <a:pt x="2078" y="5567"/>
                  <a:pt x="1918" y="5476"/>
                  <a:pt x="1781" y="5384"/>
                </a:cubicBezTo>
                <a:cubicBezTo>
                  <a:pt x="1896" y="5362"/>
                  <a:pt x="2010" y="5339"/>
                  <a:pt x="2124" y="5316"/>
                </a:cubicBezTo>
                <a:cubicBezTo>
                  <a:pt x="1736" y="3604"/>
                  <a:pt x="1211" y="1938"/>
                  <a:pt x="731" y="249"/>
                </a:cubicBezTo>
                <a:cubicBezTo>
                  <a:pt x="686" y="76"/>
                  <a:pt x="553" y="1"/>
                  <a:pt x="417" y="1"/>
                </a:cubicBezTo>
                <a:close/>
              </a:path>
            </a:pathLst>
          </a:custGeom>
          <a:solidFill>
            <a:srgbClr val="11564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2" name="Google Shape;1112;p28">
            <a:extLst>
              <a:ext uri="{FF2B5EF4-FFF2-40B4-BE49-F238E27FC236}">
                <a16:creationId xmlns:a16="http://schemas.microsoft.com/office/drawing/2014/main" id="{752EF137-3123-478B-803F-7A7AD6C392F8}"/>
              </a:ext>
            </a:extLst>
          </p:cNvPr>
          <p:cNvSpPr>
            <a:spLocks noGrp="1"/>
          </p:cNvSpPr>
          <p:nvPr/>
        </p:nvSpPr>
        <p:spPr>
          <a:xfrm>
            <a:off x="1155737" y="3546224"/>
            <a:ext cx="11805" cy="13350"/>
          </a:xfrm>
          <a:custGeom>
            <a:avLst/>
            <a:gdLst/>
            <a:ahLst/>
            <a:cxnLst/>
            <a:rect l="l" t="t" r="r" b="b"/>
            <a:pathLst>
              <a:path w="344" h="389">
                <a:moveTo>
                  <a:pt x="275" y="1"/>
                </a:moveTo>
                <a:cubicBezTo>
                  <a:pt x="184" y="24"/>
                  <a:pt x="92" y="46"/>
                  <a:pt x="1" y="46"/>
                </a:cubicBezTo>
                <a:cubicBezTo>
                  <a:pt x="115" y="161"/>
                  <a:pt x="229" y="275"/>
                  <a:pt x="343" y="389"/>
                </a:cubicBezTo>
                <a:cubicBezTo>
                  <a:pt x="321" y="252"/>
                  <a:pt x="298" y="138"/>
                  <a:pt x="275" y="1"/>
                </a:cubicBezTo>
                <a:close/>
              </a:path>
            </a:pathLst>
          </a:custGeom>
          <a:solidFill>
            <a:srgbClr val="11564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3" name="Google Shape;1113;p28">
            <a:extLst>
              <a:ext uri="{FF2B5EF4-FFF2-40B4-BE49-F238E27FC236}">
                <a16:creationId xmlns:a16="http://schemas.microsoft.com/office/drawing/2014/main" id="{CDD36DBC-4E5C-47C4-8A86-A9523E6313A2}"/>
              </a:ext>
            </a:extLst>
          </p:cNvPr>
          <p:cNvSpPr>
            <a:spLocks noGrp="1"/>
          </p:cNvSpPr>
          <p:nvPr/>
        </p:nvSpPr>
        <p:spPr>
          <a:xfrm>
            <a:off x="1107005" y="3414511"/>
            <a:ext cx="215891" cy="157655"/>
          </a:xfrm>
          <a:custGeom>
            <a:avLst/>
            <a:gdLst/>
            <a:ahLst/>
            <a:cxnLst/>
            <a:rect l="l" t="t" r="r" b="b"/>
            <a:pathLst>
              <a:path w="6291" h="4594">
                <a:moveTo>
                  <a:pt x="417" y="1"/>
                </a:moveTo>
                <a:cubicBezTo>
                  <a:pt x="205" y="1"/>
                  <a:pt x="0" y="166"/>
                  <a:pt x="97" y="415"/>
                </a:cubicBezTo>
                <a:cubicBezTo>
                  <a:pt x="576" y="1648"/>
                  <a:pt x="919" y="2903"/>
                  <a:pt x="1056" y="4227"/>
                </a:cubicBezTo>
                <a:cubicBezTo>
                  <a:pt x="1077" y="4400"/>
                  <a:pt x="1202" y="4594"/>
                  <a:pt x="1390" y="4594"/>
                </a:cubicBezTo>
                <a:cubicBezTo>
                  <a:pt x="1400" y="4594"/>
                  <a:pt x="1410" y="4593"/>
                  <a:pt x="1421" y="4592"/>
                </a:cubicBezTo>
                <a:cubicBezTo>
                  <a:pt x="3087" y="4364"/>
                  <a:pt x="4365" y="3314"/>
                  <a:pt x="5918" y="2743"/>
                </a:cubicBezTo>
                <a:cubicBezTo>
                  <a:pt x="6290" y="2598"/>
                  <a:pt x="6175" y="2040"/>
                  <a:pt x="5843" y="2040"/>
                </a:cubicBezTo>
                <a:cubicBezTo>
                  <a:pt x="5809" y="2040"/>
                  <a:pt x="5773" y="2046"/>
                  <a:pt x="5735" y="2058"/>
                </a:cubicBezTo>
                <a:cubicBezTo>
                  <a:pt x="4365" y="2583"/>
                  <a:pt x="3156" y="3542"/>
                  <a:pt x="1695" y="3839"/>
                </a:cubicBezTo>
                <a:cubicBezTo>
                  <a:pt x="1718" y="3976"/>
                  <a:pt x="1741" y="4090"/>
                  <a:pt x="1763" y="4227"/>
                </a:cubicBezTo>
                <a:cubicBezTo>
                  <a:pt x="1649" y="4113"/>
                  <a:pt x="1535" y="3999"/>
                  <a:pt x="1421" y="3884"/>
                </a:cubicBezTo>
                <a:cubicBezTo>
                  <a:pt x="1512" y="3884"/>
                  <a:pt x="1604" y="3862"/>
                  <a:pt x="1695" y="3839"/>
                </a:cubicBezTo>
                <a:cubicBezTo>
                  <a:pt x="1535" y="2583"/>
                  <a:pt x="1216" y="1396"/>
                  <a:pt x="759" y="232"/>
                </a:cubicBezTo>
                <a:cubicBezTo>
                  <a:pt x="696" y="71"/>
                  <a:pt x="555" y="1"/>
                  <a:pt x="417" y="1"/>
                </a:cubicBezTo>
                <a:close/>
              </a:path>
            </a:pathLst>
          </a:custGeom>
          <a:solidFill>
            <a:srgbClr val="11564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4" name="Google Shape;1114;p28">
            <a:extLst>
              <a:ext uri="{FF2B5EF4-FFF2-40B4-BE49-F238E27FC236}">
                <a16:creationId xmlns:a16="http://schemas.microsoft.com/office/drawing/2014/main" id="{A4E2ABC0-31DF-4226-A7D8-031BBD2C75D5}"/>
              </a:ext>
            </a:extLst>
          </p:cNvPr>
          <p:cNvSpPr>
            <a:spLocks noGrp="1"/>
          </p:cNvSpPr>
          <p:nvPr/>
        </p:nvSpPr>
        <p:spPr>
          <a:xfrm>
            <a:off x="1220770" y="3634765"/>
            <a:ext cx="46260" cy="35278"/>
          </a:xfrm>
          <a:custGeom>
            <a:avLst/>
            <a:gdLst/>
            <a:ahLst/>
            <a:cxnLst/>
            <a:rect l="l" t="t" r="r" b="b"/>
            <a:pathLst>
              <a:path w="1348" h="1028">
                <a:moveTo>
                  <a:pt x="662" y="0"/>
                </a:moveTo>
                <a:cubicBezTo>
                  <a:pt x="0" y="0"/>
                  <a:pt x="0" y="1027"/>
                  <a:pt x="662" y="1027"/>
                </a:cubicBezTo>
                <a:cubicBezTo>
                  <a:pt x="1347" y="1027"/>
                  <a:pt x="1347" y="0"/>
                  <a:pt x="662" y="0"/>
                </a:cubicBezTo>
                <a:close/>
              </a:path>
            </a:pathLst>
          </a:custGeom>
          <a:solidFill>
            <a:srgbClr val="11564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5" name="Google Shape;1115;p28">
            <a:extLst>
              <a:ext uri="{FF2B5EF4-FFF2-40B4-BE49-F238E27FC236}">
                <a16:creationId xmlns:a16="http://schemas.microsoft.com/office/drawing/2014/main" id="{FB36BCD9-E609-430F-9294-A28FA3F596E3}"/>
              </a:ext>
            </a:extLst>
          </p:cNvPr>
          <p:cNvSpPr>
            <a:spLocks noGrp="1"/>
          </p:cNvSpPr>
          <p:nvPr/>
        </p:nvSpPr>
        <p:spPr>
          <a:xfrm>
            <a:off x="1245822" y="3583837"/>
            <a:ext cx="46260" cy="36068"/>
          </a:xfrm>
          <a:custGeom>
            <a:avLst/>
            <a:gdLst/>
            <a:ahLst/>
            <a:cxnLst/>
            <a:rect l="l" t="t" r="r" b="b"/>
            <a:pathLst>
              <a:path w="1348" h="1051">
                <a:moveTo>
                  <a:pt x="663" y="0"/>
                </a:moveTo>
                <a:cubicBezTo>
                  <a:pt x="1" y="0"/>
                  <a:pt x="1" y="1050"/>
                  <a:pt x="663" y="1050"/>
                </a:cubicBezTo>
                <a:cubicBezTo>
                  <a:pt x="1348" y="1050"/>
                  <a:pt x="1348" y="0"/>
                  <a:pt x="663" y="0"/>
                </a:cubicBezTo>
                <a:close/>
              </a:path>
            </a:pathLst>
          </a:custGeom>
          <a:solidFill>
            <a:srgbClr val="11564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6" name="Google Shape;1116;p28">
            <a:extLst>
              <a:ext uri="{FF2B5EF4-FFF2-40B4-BE49-F238E27FC236}">
                <a16:creationId xmlns:a16="http://schemas.microsoft.com/office/drawing/2014/main" id="{0B7A50A9-6345-42C0-BEB7-188D4DB68629}"/>
              </a:ext>
            </a:extLst>
          </p:cNvPr>
          <p:cNvSpPr>
            <a:spLocks noGrp="1"/>
          </p:cNvSpPr>
          <p:nvPr/>
        </p:nvSpPr>
        <p:spPr>
          <a:xfrm>
            <a:off x="1270909" y="3630064"/>
            <a:ext cx="46260" cy="36068"/>
          </a:xfrm>
          <a:custGeom>
            <a:avLst/>
            <a:gdLst/>
            <a:ahLst/>
            <a:cxnLst/>
            <a:rect l="l" t="t" r="r" b="b"/>
            <a:pathLst>
              <a:path w="1348" h="1051">
                <a:moveTo>
                  <a:pt x="685" y="0"/>
                </a:moveTo>
                <a:cubicBezTo>
                  <a:pt x="0" y="0"/>
                  <a:pt x="0" y="1050"/>
                  <a:pt x="685" y="1050"/>
                </a:cubicBezTo>
                <a:cubicBezTo>
                  <a:pt x="1347" y="1050"/>
                  <a:pt x="1347" y="0"/>
                  <a:pt x="685" y="0"/>
                </a:cubicBezTo>
                <a:close/>
              </a:path>
            </a:pathLst>
          </a:custGeom>
          <a:solidFill>
            <a:srgbClr val="11564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7" name="Google Shape;1117;p28">
            <a:extLst>
              <a:ext uri="{FF2B5EF4-FFF2-40B4-BE49-F238E27FC236}">
                <a16:creationId xmlns:a16="http://schemas.microsoft.com/office/drawing/2014/main" id="{E3B7BDC8-8D5C-45AE-B4BE-5147D43D965E}"/>
              </a:ext>
            </a:extLst>
          </p:cNvPr>
          <p:cNvSpPr>
            <a:spLocks noGrp="1"/>
          </p:cNvSpPr>
          <p:nvPr/>
        </p:nvSpPr>
        <p:spPr>
          <a:xfrm>
            <a:off x="880813" y="3647291"/>
            <a:ext cx="45471" cy="35278"/>
          </a:xfrm>
          <a:custGeom>
            <a:avLst/>
            <a:gdLst/>
            <a:ahLst/>
            <a:cxnLst/>
            <a:rect l="l" t="t" r="r" b="b"/>
            <a:pathLst>
              <a:path w="1325" h="1028">
                <a:moveTo>
                  <a:pt x="662" y="0"/>
                </a:moveTo>
                <a:cubicBezTo>
                  <a:pt x="0" y="0"/>
                  <a:pt x="0" y="1027"/>
                  <a:pt x="662" y="1027"/>
                </a:cubicBezTo>
                <a:cubicBezTo>
                  <a:pt x="1324" y="1027"/>
                  <a:pt x="1324" y="0"/>
                  <a:pt x="662" y="0"/>
                </a:cubicBezTo>
                <a:close/>
              </a:path>
            </a:pathLst>
          </a:custGeom>
          <a:solidFill>
            <a:srgbClr val="11564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8" name="Google Shape;1118;p28">
            <a:extLst>
              <a:ext uri="{FF2B5EF4-FFF2-40B4-BE49-F238E27FC236}">
                <a16:creationId xmlns:a16="http://schemas.microsoft.com/office/drawing/2014/main" id="{C863CB8B-C27B-4AF4-9D9A-AEBF911CE15C}"/>
              </a:ext>
            </a:extLst>
          </p:cNvPr>
          <p:cNvSpPr>
            <a:spLocks noGrp="1"/>
          </p:cNvSpPr>
          <p:nvPr/>
        </p:nvSpPr>
        <p:spPr>
          <a:xfrm>
            <a:off x="901164" y="3592451"/>
            <a:ext cx="46260" cy="36068"/>
          </a:xfrm>
          <a:custGeom>
            <a:avLst/>
            <a:gdLst/>
            <a:ahLst/>
            <a:cxnLst/>
            <a:rect l="l" t="t" r="r" b="b"/>
            <a:pathLst>
              <a:path w="1348" h="1051">
                <a:moveTo>
                  <a:pt x="686" y="0"/>
                </a:moveTo>
                <a:cubicBezTo>
                  <a:pt x="1" y="0"/>
                  <a:pt x="1" y="1050"/>
                  <a:pt x="686" y="1050"/>
                </a:cubicBezTo>
                <a:cubicBezTo>
                  <a:pt x="1347" y="1050"/>
                  <a:pt x="1347" y="0"/>
                  <a:pt x="686" y="0"/>
                </a:cubicBezTo>
                <a:close/>
              </a:path>
            </a:pathLst>
          </a:custGeom>
          <a:solidFill>
            <a:srgbClr val="11564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9" name="Google Shape;1119;p28">
            <a:extLst>
              <a:ext uri="{FF2B5EF4-FFF2-40B4-BE49-F238E27FC236}">
                <a16:creationId xmlns:a16="http://schemas.microsoft.com/office/drawing/2014/main" id="{33E1929E-DA0D-4D79-B9E3-722DA307D100}"/>
              </a:ext>
            </a:extLst>
          </p:cNvPr>
          <p:cNvSpPr>
            <a:spLocks noGrp="1"/>
          </p:cNvSpPr>
          <p:nvPr/>
        </p:nvSpPr>
        <p:spPr>
          <a:xfrm>
            <a:off x="934865" y="3647291"/>
            <a:ext cx="46226" cy="35278"/>
          </a:xfrm>
          <a:custGeom>
            <a:avLst/>
            <a:gdLst/>
            <a:ahLst/>
            <a:cxnLst/>
            <a:rect l="l" t="t" r="r" b="b"/>
            <a:pathLst>
              <a:path w="1347" h="1028">
                <a:moveTo>
                  <a:pt x="685" y="0"/>
                </a:moveTo>
                <a:cubicBezTo>
                  <a:pt x="0" y="0"/>
                  <a:pt x="0" y="1027"/>
                  <a:pt x="685" y="1027"/>
                </a:cubicBezTo>
                <a:cubicBezTo>
                  <a:pt x="1347" y="1027"/>
                  <a:pt x="1347" y="0"/>
                  <a:pt x="685" y="0"/>
                </a:cubicBezTo>
                <a:close/>
              </a:path>
            </a:pathLst>
          </a:custGeom>
          <a:solidFill>
            <a:srgbClr val="11564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0" name="Google Shape;1120;p28">
            <a:extLst>
              <a:ext uri="{FF2B5EF4-FFF2-40B4-BE49-F238E27FC236}">
                <a16:creationId xmlns:a16="http://schemas.microsoft.com/office/drawing/2014/main" id="{BE0A3DC8-8360-4E52-92B6-EB6119B4AD2F}"/>
              </a:ext>
            </a:extLst>
          </p:cNvPr>
          <p:cNvSpPr>
            <a:spLocks noGrp="1"/>
          </p:cNvSpPr>
          <p:nvPr/>
        </p:nvSpPr>
        <p:spPr>
          <a:xfrm>
            <a:off x="1216068" y="3478109"/>
            <a:ext cx="46260" cy="35278"/>
          </a:xfrm>
          <a:custGeom>
            <a:avLst/>
            <a:gdLst/>
            <a:ahLst/>
            <a:cxnLst/>
            <a:rect l="l" t="t" r="r" b="b"/>
            <a:pathLst>
              <a:path w="1348" h="1028">
                <a:moveTo>
                  <a:pt x="685" y="1"/>
                </a:moveTo>
                <a:cubicBezTo>
                  <a:pt x="1" y="1"/>
                  <a:pt x="1" y="1028"/>
                  <a:pt x="685" y="1028"/>
                </a:cubicBezTo>
                <a:cubicBezTo>
                  <a:pt x="1347" y="1028"/>
                  <a:pt x="1347" y="1"/>
                  <a:pt x="685" y="1"/>
                </a:cubicBezTo>
                <a:close/>
              </a:path>
            </a:pathLst>
          </a:custGeom>
          <a:solidFill>
            <a:srgbClr val="11564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1" name="Google Shape;1121;p28">
            <a:extLst>
              <a:ext uri="{FF2B5EF4-FFF2-40B4-BE49-F238E27FC236}">
                <a16:creationId xmlns:a16="http://schemas.microsoft.com/office/drawing/2014/main" id="{03D504B0-0EEE-4DC9-AA13-5DBF4E3A1839}"/>
              </a:ext>
            </a:extLst>
          </p:cNvPr>
          <p:cNvSpPr>
            <a:spLocks noGrp="1"/>
          </p:cNvSpPr>
          <p:nvPr/>
        </p:nvSpPr>
        <p:spPr>
          <a:xfrm>
            <a:off x="1249769" y="3498494"/>
            <a:ext cx="46226" cy="36068"/>
          </a:xfrm>
          <a:custGeom>
            <a:avLst/>
            <a:gdLst/>
            <a:ahLst/>
            <a:cxnLst/>
            <a:rect l="l" t="t" r="r" b="b"/>
            <a:pathLst>
              <a:path w="1347" h="1051">
                <a:moveTo>
                  <a:pt x="685" y="0"/>
                </a:moveTo>
                <a:cubicBezTo>
                  <a:pt x="0" y="0"/>
                  <a:pt x="0" y="1050"/>
                  <a:pt x="685" y="1050"/>
                </a:cubicBezTo>
                <a:cubicBezTo>
                  <a:pt x="1347" y="1050"/>
                  <a:pt x="1347" y="0"/>
                  <a:pt x="685" y="0"/>
                </a:cubicBezTo>
                <a:close/>
              </a:path>
            </a:pathLst>
          </a:custGeom>
          <a:solidFill>
            <a:srgbClr val="11564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2" name="Google Shape;1122;p28">
            <a:extLst>
              <a:ext uri="{FF2B5EF4-FFF2-40B4-BE49-F238E27FC236}">
                <a16:creationId xmlns:a16="http://schemas.microsoft.com/office/drawing/2014/main" id="{44AA85B7-8A84-4250-8FC2-2F6FA20E2B17}"/>
              </a:ext>
            </a:extLst>
          </p:cNvPr>
          <p:cNvSpPr>
            <a:spLocks noGrp="1"/>
          </p:cNvSpPr>
          <p:nvPr/>
        </p:nvSpPr>
        <p:spPr>
          <a:xfrm>
            <a:off x="1220770" y="3869742"/>
            <a:ext cx="46260" cy="35278"/>
          </a:xfrm>
          <a:custGeom>
            <a:avLst/>
            <a:gdLst/>
            <a:ahLst/>
            <a:cxnLst/>
            <a:rect l="l" t="t" r="r" b="b"/>
            <a:pathLst>
              <a:path w="1348" h="1028">
                <a:moveTo>
                  <a:pt x="662" y="1"/>
                </a:moveTo>
                <a:cubicBezTo>
                  <a:pt x="0" y="1"/>
                  <a:pt x="0" y="1028"/>
                  <a:pt x="662" y="1028"/>
                </a:cubicBezTo>
                <a:cubicBezTo>
                  <a:pt x="1347" y="1028"/>
                  <a:pt x="1347" y="1"/>
                  <a:pt x="662" y="1"/>
                </a:cubicBezTo>
                <a:close/>
              </a:path>
            </a:pathLst>
          </a:custGeom>
          <a:solidFill>
            <a:srgbClr val="11564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3" name="Google Shape;1123;p28">
            <a:extLst>
              <a:ext uri="{FF2B5EF4-FFF2-40B4-BE49-F238E27FC236}">
                <a16:creationId xmlns:a16="http://schemas.microsoft.com/office/drawing/2014/main" id="{65928684-F4F5-4A9B-989D-47E9FF7541CF}"/>
              </a:ext>
            </a:extLst>
          </p:cNvPr>
          <p:cNvSpPr>
            <a:spLocks noGrp="1"/>
          </p:cNvSpPr>
          <p:nvPr/>
        </p:nvSpPr>
        <p:spPr>
          <a:xfrm>
            <a:off x="1241910" y="3823516"/>
            <a:ext cx="45471" cy="35313"/>
          </a:xfrm>
          <a:custGeom>
            <a:avLst/>
            <a:gdLst/>
            <a:ahLst/>
            <a:cxnLst/>
            <a:rect l="l" t="t" r="r" b="b"/>
            <a:pathLst>
              <a:path w="1325" h="1029">
                <a:moveTo>
                  <a:pt x="663" y="1"/>
                </a:moveTo>
                <a:cubicBezTo>
                  <a:pt x="1" y="1"/>
                  <a:pt x="1" y="1028"/>
                  <a:pt x="663" y="1028"/>
                </a:cubicBezTo>
                <a:cubicBezTo>
                  <a:pt x="1325" y="1028"/>
                  <a:pt x="1325" y="1"/>
                  <a:pt x="663" y="1"/>
                </a:cubicBezTo>
                <a:close/>
              </a:path>
            </a:pathLst>
          </a:custGeom>
          <a:solidFill>
            <a:srgbClr val="11564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4" name="Google Shape;1124;p28">
            <a:extLst>
              <a:ext uri="{FF2B5EF4-FFF2-40B4-BE49-F238E27FC236}">
                <a16:creationId xmlns:a16="http://schemas.microsoft.com/office/drawing/2014/main" id="{73D2F55D-E85E-4F05-9893-628918516CDD}"/>
              </a:ext>
            </a:extLst>
          </p:cNvPr>
          <p:cNvSpPr>
            <a:spLocks noGrp="1"/>
          </p:cNvSpPr>
          <p:nvPr/>
        </p:nvSpPr>
        <p:spPr>
          <a:xfrm>
            <a:off x="762518" y="3861129"/>
            <a:ext cx="46260" cy="36068"/>
          </a:xfrm>
          <a:custGeom>
            <a:avLst/>
            <a:gdLst/>
            <a:ahLst/>
            <a:cxnLst/>
            <a:rect l="l" t="t" r="r" b="b"/>
            <a:pathLst>
              <a:path w="1348" h="1051">
                <a:moveTo>
                  <a:pt x="685" y="1"/>
                </a:moveTo>
                <a:cubicBezTo>
                  <a:pt x="1" y="1"/>
                  <a:pt x="1" y="1050"/>
                  <a:pt x="685" y="1050"/>
                </a:cubicBezTo>
                <a:cubicBezTo>
                  <a:pt x="1347" y="1050"/>
                  <a:pt x="1347" y="1"/>
                  <a:pt x="685" y="1"/>
                </a:cubicBezTo>
                <a:close/>
              </a:path>
            </a:pathLst>
          </a:custGeom>
          <a:solidFill>
            <a:srgbClr val="11564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5" name="Google Shape;1125;p28">
            <a:extLst>
              <a:ext uri="{FF2B5EF4-FFF2-40B4-BE49-F238E27FC236}">
                <a16:creationId xmlns:a16="http://schemas.microsoft.com/office/drawing/2014/main" id="{1A7538E9-0C25-4872-9383-869D3344E609}"/>
              </a:ext>
            </a:extLst>
          </p:cNvPr>
          <p:cNvSpPr>
            <a:spLocks noGrp="1"/>
          </p:cNvSpPr>
          <p:nvPr/>
        </p:nvSpPr>
        <p:spPr>
          <a:xfrm>
            <a:off x="767220" y="3810990"/>
            <a:ext cx="46260" cy="35278"/>
          </a:xfrm>
          <a:custGeom>
            <a:avLst/>
            <a:gdLst/>
            <a:ahLst/>
            <a:cxnLst/>
            <a:rect l="l" t="t" r="r" b="b"/>
            <a:pathLst>
              <a:path w="1348" h="1028">
                <a:moveTo>
                  <a:pt x="663" y="1"/>
                </a:moveTo>
                <a:cubicBezTo>
                  <a:pt x="1" y="1"/>
                  <a:pt x="1" y="1028"/>
                  <a:pt x="663" y="1028"/>
                </a:cubicBezTo>
                <a:cubicBezTo>
                  <a:pt x="1347" y="1028"/>
                  <a:pt x="1347" y="1"/>
                  <a:pt x="663" y="1"/>
                </a:cubicBezTo>
                <a:close/>
              </a:path>
            </a:pathLst>
          </a:custGeom>
          <a:solidFill>
            <a:srgbClr val="11564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7" name="Google Shape;1127;p28">
            <a:extLst>
              <a:ext uri="{FF2B5EF4-FFF2-40B4-BE49-F238E27FC236}">
                <a16:creationId xmlns:a16="http://schemas.microsoft.com/office/drawing/2014/main" id="{D36506C9-C200-4A74-9165-FEE90DE46DA1}"/>
              </a:ext>
            </a:extLst>
          </p:cNvPr>
          <p:cNvSpPr>
            <a:spLocks noGrp="1"/>
          </p:cNvSpPr>
          <p:nvPr/>
        </p:nvSpPr>
        <p:spPr>
          <a:xfrm flipH="1">
            <a:off x="-7366721" y="4891159"/>
            <a:ext cx="24269" cy="154608"/>
          </a:xfrm>
          <a:custGeom>
            <a:avLst/>
            <a:gdLst/>
            <a:ahLst/>
            <a:cxnLst/>
            <a:rect l="l" t="t" r="r" b="b"/>
            <a:pathLst>
              <a:path w="1177" h="6944">
                <a:moveTo>
                  <a:pt x="400" y="0"/>
                </a:moveTo>
                <a:cubicBezTo>
                  <a:pt x="267" y="0"/>
                  <a:pt x="134" y="45"/>
                  <a:pt x="1" y="45"/>
                </a:cubicBezTo>
                <a:cubicBezTo>
                  <a:pt x="223" y="2307"/>
                  <a:pt x="489" y="4526"/>
                  <a:pt x="755" y="6744"/>
                </a:cubicBezTo>
                <a:cubicBezTo>
                  <a:pt x="755" y="6877"/>
                  <a:pt x="866" y="6944"/>
                  <a:pt x="971" y="6944"/>
                </a:cubicBezTo>
                <a:cubicBezTo>
                  <a:pt x="1077" y="6944"/>
                  <a:pt x="1177" y="6877"/>
                  <a:pt x="1154" y="6744"/>
                </a:cubicBezTo>
                <a:cubicBezTo>
                  <a:pt x="888" y="4481"/>
                  <a:pt x="666" y="2263"/>
                  <a:pt x="400" y="0"/>
                </a:cubicBezTo>
                <a:close/>
              </a:path>
            </a:pathLst>
          </a:custGeom>
          <a:solidFill>
            <a:srgbClr val="40403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8" name="Google Shape;1128;p28">
            <a:extLst>
              <a:ext uri="{FF2B5EF4-FFF2-40B4-BE49-F238E27FC236}">
                <a16:creationId xmlns:a16="http://schemas.microsoft.com/office/drawing/2014/main" id="{20303F1D-3841-41CB-A578-410F87EC299A}"/>
              </a:ext>
            </a:extLst>
          </p:cNvPr>
          <p:cNvSpPr>
            <a:spLocks noGrp="1"/>
          </p:cNvSpPr>
          <p:nvPr/>
        </p:nvSpPr>
        <p:spPr>
          <a:xfrm flipH="1">
            <a:off x="-7363525" y="4862015"/>
            <a:ext cx="11464" cy="30146"/>
          </a:xfrm>
          <a:custGeom>
            <a:avLst/>
            <a:gdLst/>
            <a:ahLst/>
            <a:cxnLst/>
            <a:rect l="l" t="t" r="r" b="b"/>
            <a:pathLst>
              <a:path w="556" h="1354">
                <a:moveTo>
                  <a:pt x="189" y="0"/>
                </a:moveTo>
                <a:cubicBezTo>
                  <a:pt x="89" y="0"/>
                  <a:pt x="1" y="67"/>
                  <a:pt x="23" y="200"/>
                </a:cubicBezTo>
                <a:cubicBezTo>
                  <a:pt x="67" y="599"/>
                  <a:pt x="112" y="999"/>
                  <a:pt x="156" y="1354"/>
                </a:cubicBezTo>
                <a:cubicBezTo>
                  <a:pt x="289" y="1354"/>
                  <a:pt x="422" y="1309"/>
                  <a:pt x="555" y="1309"/>
                </a:cubicBezTo>
                <a:cubicBezTo>
                  <a:pt x="511" y="910"/>
                  <a:pt x="466" y="555"/>
                  <a:pt x="422" y="200"/>
                </a:cubicBezTo>
                <a:cubicBezTo>
                  <a:pt x="400" y="67"/>
                  <a:pt x="289" y="0"/>
                  <a:pt x="189" y="0"/>
                </a:cubicBezTo>
                <a:close/>
              </a:path>
            </a:pathLst>
          </a:custGeom>
          <a:solidFill>
            <a:srgbClr val="40403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9" name="Google Shape;1129;p28">
            <a:extLst>
              <a:ext uri="{FF2B5EF4-FFF2-40B4-BE49-F238E27FC236}">
                <a16:creationId xmlns:a16="http://schemas.microsoft.com/office/drawing/2014/main" id="{DEF75923-6738-4E3F-BBC3-56F076E98DEA}"/>
              </a:ext>
            </a:extLst>
          </p:cNvPr>
          <p:cNvSpPr>
            <a:spLocks noGrp="1"/>
          </p:cNvSpPr>
          <p:nvPr/>
        </p:nvSpPr>
        <p:spPr>
          <a:xfrm flipH="1">
            <a:off x="-7270653" y="5039244"/>
            <a:ext cx="125080" cy="81846"/>
          </a:xfrm>
          <a:custGeom>
            <a:avLst/>
            <a:gdLst/>
            <a:ahLst/>
            <a:cxnLst/>
            <a:rect l="l" t="t" r="r" b="b"/>
            <a:pathLst>
              <a:path w="6066" h="3676">
                <a:moveTo>
                  <a:pt x="5765" y="1"/>
                </a:moveTo>
                <a:cubicBezTo>
                  <a:pt x="5752" y="1"/>
                  <a:pt x="5739" y="2"/>
                  <a:pt x="5725" y="4"/>
                </a:cubicBezTo>
                <a:cubicBezTo>
                  <a:pt x="3506" y="492"/>
                  <a:pt x="1599" y="1646"/>
                  <a:pt x="134" y="3332"/>
                </a:cubicBezTo>
                <a:cubicBezTo>
                  <a:pt x="1" y="3466"/>
                  <a:pt x="119" y="3675"/>
                  <a:pt x="261" y="3675"/>
                </a:cubicBezTo>
                <a:cubicBezTo>
                  <a:pt x="308" y="3675"/>
                  <a:pt x="357" y="3653"/>
                  <a:pt x="401" y="3598"/>
                </a:cubicBezTo>
                <a:cubicBezTo>
                  <a:pt x="1865" y="1957"/>
                  <a:pt x="3684" y="892"/>
                  <a:pt x="5813" y="404"/>
                </a:cubicBezTo>
                <a:cubicBezTo>
                  <a:pt x="6066" y="362"/>
                  <a:pt x="5999" y="1"/>
                  <a:pt x="5765" y="1"/>
                </a:cubicBezTo>
                <a:close/>
              </a:path>
            </a:pathLst>
          </a:custGeom>
          <a:solidFill>
            <a:srgbClr val="40403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0" name="Google Shape;1130;p28">
            <a:extLst>
              <a:ext uri="{FF2B5EF4-FFF2-40B4-BE49-F238E27FC236}">
                <a16:creationId xmlns:a16="http://schemas.microsoft.com/office/drawing/2014/main" id="{C24EB8D8-1BAC-45E7-B6BD-76D073D18777}"/>
              </a:ext>
            </a:extLst>
          </p:cNvPr>
          <p:cNvSpPr>
            <a:spLocks noGrp="1"/>
          </p:cNvSpPr>
          <p:nvPr/>
        </p:nvSpPr>
        <p:spPr>
          <a:xfrm flipH="1">
            <a:off x="-7344781" y="5037062"/>
            <a:ext cx="50415" cy="124283"/>
          </a:xfrm>
          <a:custGeom>
            <a:avLst/>
            <a:gdLst/>
            <a:ahLst/>
            <a:cxnLst/>
            <a:rect l="l" t="t" r="r" b="b"/>
            <a:pathLst>
              <a:path w="2445" h="5582">
                <a:moveTo>
                  <a:pt x="2132" y="0"/>
                </a:moveTo>
                <a:cubicBezTo>
                  <a:pt x="2085" y="0"/>
                  <a:pt x="2037" y="17"/>
                  <a:pt x="1997" y="58"/>
                </a:cubicBezTo>
                <a:cubicBezTo>
                  <a:pt x="666" y="1522"/>
                  <a:pt x="0" y="3386"/>
                  <a:pt x="133" y="5382"/>
                </a:cubicBezTo>
                <a:cubicBezTo>
                  <a:pt x="133" y="5515"/>
                  <a:pt x="244" y="5582"/>
                  <a:pt x="355" y="5582"/>
                </a:cubicBezTo>
                <a:cubicBezTo>
                  <a:pt x="466" y="5582"/>
                  <a:pt x="577" y="5515"/>
                  <a:pt x="577" y="5382"/>
                </a:cubicBezTo>
                <a:cubicBezTo>
                  <a:pt x="444" y="3519"/>
                  <a:pt x="1021" y="1744"/>
                  <a:pt x="2307" y="369"/>
                </a:cubicBezTo>
                <a:cubicBezTo>
                  <a:pt x="2444" y="198"/>
                  <a:pt x="2291" y="0"/>
                  <a:pt x="2132" y="0"/>
                </a:cubicBezTo>
                <a:close/>
              </a:path>
            </a:pathLst>
          </a:custGeom>
          <a:solidFill>
            <a:srgbClr val="40403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1" name="Google Shape;1131;p28">
            <a:extLst>
              <a:ext uri="{FF2B5EF4-FFF2-40B4-BE49-F238E27FC236}">
                <a16:creationId xmlns:a16="http://schemas.microsoft.com/office/drawing/2014/main" id="{BE3EE779-4612-402A-99D7-989FC94D4862}"/>
              </a:ext>
            </a:extLst>
          </p:cNvPr>
          <p:cNvSpPr>
            <a:spLocks noGrp="1"/>
          </p:cNvSpPr>
          <p:nvPr/>
        </p:nvSpPr>
        <p:spPr>
          <a:xfrm flipH="1">
            <a:off x="-7388681" y="5039823"/>
            <a:ext cx="79118" cy="91665"/>
          </a:xfrm>
          <a:custGeom>
            <a:avLst/>
            <a:gdLst/>
            <a:ahLst/>
            <a:cxnLst/>
            <a:rect l="l" t="t" r="r" b="b"/>
            <a:pathLst>
              <a:path w="3837" h="4117">
                <a:moveTo>
                  <a:pt x="206" y="1"/>
                </a:moveTo>
                <a:cubicBezTo>
                  <a:pt x="101" y="1"/>
                  <a:pt x="1" y="67"/>
                  <a:pt x="1" y="200"/>
                </a:cubicBezTo>
                <a:cubicBezTo>
                  <a:pt x="134" y="2152"/>
                  <a:pt x="1554" y="3794"/>
                  <a:pt x="3506" y="4105"/>
                </a:cubicBezTo>
                <a:cubicBezTo>
                  <a:pt x="3530" y="4113"/>
                  <a:pt x="3553" y="4116"/>
                  <a:pt x="3574" y="4116"/>
                </a:cubicBezTo>
                <a:cubicBezTo>
                  <a:pt x="3785" y="4116"/>
                  <a:pt x="3837" y="3746"/>
                  <a:pt x="3595" y="3705"/>
                </a:cubicBezTo>
                <a:cubicBezTo>
                  <a:pt x="1864" y="3395"/>
                  <a:pt x="533" y="1975"/>
                  <a:pt x="444" y="200"/>
                </a:cubicBezTo>
                <a:cubicBezTo>
                  <a:pt x="422" y="67"/>
                  <a:pt x="311" y="1"/>
                  <a:pt x="206" y="1"/>
                </a:cubicBezTo>
                <a:close/>
              </a:path>
            </a:pathLst>
          </a:custGeom>
          <a:solidFill>
            <a:srgbClr val="40403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2" name="Google Shape;1132;p28">
            <a:extLst>
              <a:ext uri="{FF2B5EF4-FFF2-40B4-BE49-F238E27FC236}">
                <a16:creationId xmlns:a16="http://schemas.microsoft.com/office/drawing/2014/main" id="{ACE792D8-D497-46CF-BDC3-DE224DC1A600}"/>
              </a:ext>
            </a:extLst>
          </p:cNvPr>
          <p:cNvSpPr>
            <a:spLocks noGrp="1"/>
          </p:cNvSpPr>
          <p:nvPr/>
        </p:nvSpPr>
        <p:spPr>
          <a:xfrm flipH="1">
            <a:off x="-7122457" y="4880294"/>
            <a:ext cx="14660" cy="155721"/>
          </a:xfrm>
          <a:custGeom>
            <a:avLst/>
            <a:gdLst/>
            <a:ahLst/>
            <a:cxnLst/>
            <a:rect l="l" t="t" r="r" b="b"/>
            <a:pathLst>
              <a:path w="711" h="6994">
                <a:moveTo>
                  <a:pt x="311" y="0"/>
                </a:moveTo>
                <a:cubicBezTo>
                  <a:pt x="223" y="2263"/>
                  <a:pt x="134" y="4526"/>
                  <a:pt x="1" y="6744"/>
                </a:cubicBezTo>
                <a:cubicBezTo>
                  <a:pt x="1" y="6899"/>
                  <a:pt x="136" y="6994"/>
                  <a:pt x="257" y="6994"/>
                </a:cubicBezTo>
                <a:cubicBezTo>
                  <a:pt x="345" y="6994"/>
                  <a:pt x="426" y="6944"/>
                  <a:pt x="444" y="6833"/>
                </a:cubicBezTo>
                <a:cubicBezTo>
                  <a:pt x="533" y="4570"/>
                  <a:pt x="622" y="2352"/>
                  <a:pt x="711" y="133"/>
                </a:cubicBezTo>
                <a:cubicBezTo>
                  <a:pt x="578" y="89"/>
                  <a:pt x="444" y="45"/>
                  <a:pt x="311" y="0"/>
                </a:cubicBezTo>
                <a:close/>
              </a:path>
            </a:pathLst>
          </a:custGeom>
          <a:solidFill>
            <a:srgbClr val="40403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3" name="Google Shape;1133;p28">
            <a:extLst>
              <a:ext uri="{FF2B5EF4-FFF2-40B4-BE49-F238E27FC236}">
                <a16:creationId xmlns:a16="http://schemas.microsoft.com/office/drawing/2014/main" id="{F39F719D-9D88-4088-A2D4-33F1D7B71D8F}"/>
              </a:ext>
            </a:extLst>
          </p:cNvPr>
          <p:cNvSpPr>
            <a:spLocks noGrp="1"/>
          </p:cNvSpPr>
          <p:nvPr/>
        </p:nvSpPr>
        <p:spPr>
          <a:xfrm flipH="1">
            <a:off x="-7128869" y="4851016"/>
            <a:ext cx="10083" cy="32261"/>
          </a:xfrm>
          <a:custGeom>
            <a:avLst/>
            <a:gdLst/>
            <a:ahLst/>
            <a:cxnLst/>
            <a:rect l="l" t="t" r="r" b="b"/>
            <a:pathLst>
              <a:path w="489" h="1449">
                <a:moveTo>
                  <a:pt x="213" y="1"/>
                </a:moveTo>
                <a:cubicBezTo>
                  <a:pt x="123" y="1"/>
                  <a:pt x="45" y="50"/>
                  <a:pt x="45" y="162"/>
                </a:cubicBezTo>
                <a:cubicBezTo>
                  <a:pt x="45" y="561"/>
                  <a:pt x="0" y="916"/>
                  <a:pt x="0" y="1315"/>
                </a:cubicBezTo>
                <a:cubicBezTo>
                  <a:pt x="133" y="1360"/>
                  <a:pt x="267" y="1404"/>
                  <a:pt x="400" y="1448"/>
                </a:cubicBezTo>
                <a:cubicBezTo>
                  <a:pt x="444" y="1049"/>
                  <a:pt x="444" y="650"/>
                  <a:pt x="488" y="250"/>
                </a:cubicBezTo>
                <a:cubicBezTo>
                  <a:pt x="488" y="96"/>
                  <a:pt x="339" y="1"/>
                  <a:pt x="213" y="1"/>
                </a:cubicBezTo>
                <a:close/>
              </a:path>
            </a:pathLst>
          </a:custGeom>
          <a:solidFill>
            <a:srgbClr val="40403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4" name="Google Shape;1134;p28">
            <a:extLst>
              <a:ext uri="{FF2B5EF4-FFF2-40B4-BE49-F238E27FC236}">
                <a16:creationId xmlns:a16="http://schemas.microsoft.com/office/drawing/2014/main" id="{08F5848D-C03A-4F36-8232-A2B999E850CF}"/>
              </a:ext>
            </a:extLst>
          </p:cNvPr>
          <p:cNvSpPr>
            <a:spLocks noGrp="1"/>
          </p:cNvSpPr>
          <p:nvPr/>
        </p:nvSpPr>
        <p:spPr>
          <a:xfrm flipH="1">
            <a:off x="-7001665" y="5029447"/>
            <a:ext cx="134545" cy="62342"/>
          </a:xfrm>
          <a:custGeom>
            <a:avLst/>
            <a:gdLst/>
            <a:ahLst/>
            <a:cxnLst/>
            <a:rect l="l" t="t" r="r" b="b"/>
            <a:pathLst>
              <a:path w="6525" h="2800">
                <a:moveTo>
                  <a:pt x="6214" y="1"/>
                </a:moveTo>
                <a:cubicBezTo>
                  <a:pt x="3951" y="178"/>
                  <a:pt x="1910" y="977"/>
                  <a:pt x="180" y="2397"/>
                </a:cubicBezTo>
                <a:cubicBezTo>
                  <a:pt x="0" y="2540"/>
                  <a:pt x="111" y="2800"/>
                  <a:pt x="277" y="2800"/>
                </a:cubicBezTo>
                <a:cubicBezTo>
                  <a:pt x="317" y="2800"/>
                  <a:pt x="359" y="2785"/>
                  <a:pt x="401" y="2752"/>
                </a:cubicBezTo>
                <a:cubicBezTo>
                  <a:pt x="2087" y="1376"/>
                  <a:pt x="4084" y="577"/>
                  <a:pt x="6258" y="444"/>
                </a:cubicBezTo>
                <a:cubicBezTo>
                  <a:pt x="6524" y="400"/>
                  <a:pt x="6480" y="1"/>
                  <a:pt x="6214" y="1"/>
                </a:cubicBezTo>
                <a:close/>
              </a:path>
            </a:pathLst>
          </a:custGeom>
          <a:solidFill>
            <a:srgbClr val="40403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5" name="Google Shape;1135;p28">
            <a:extLst>
              <a:ext uri="{FF2B5EF4-FFF2-40B4-BE49-F238E27FC236}">
                <a16:creationId xmlns:a16="http://schemas.microsoft.com/office/drawing/2014/main" id="{C2A06CED-417B-4E1B-89C1-A65DCB08CEE6}"/>
              </a:ext>
            </a:extLst>
          </p:cNvPr>
          <p:cNvSpPr>
            <a:spLocks noGrp="1"/>
          </p:cNvSpPr>
          <p:nvPr/>
        </p:nvSpPr>
        <p:spPr>
          <a:xfrm flipH="1">
            <a:off x="-7072144" y="5027377"/>
            <a:ext cx="64107" cy="117314"/>
          </a:xfrm>
          <a:custGeom>
            <a:avLst/>
            <a:gdLst/>
            <a:ahLst/>
            <a:cxnLst/>
            <a:rect l="l" t="t" r="r" b="b"/>
            <a:pathLst>
              <a:path w="3109" h="5269">
                <a:moveTo>
                  <a:pt x="2814" y="1"/>
                </a:moveTo>
                <a:cubicBezTo>
                  <a:pt x="2778" y="1"/>
                  <a:pt x="2741" y="15"/>
                  <a:pt x="2707" y="49"/>
                </a:cubicBezTo>
                <a:cubicBezTo>
                  <a:pt x="1110" y="1292"/>
                  <a:pt x="178" y="3022"/>
                  <a:pt x="0" y="5019"/>
                </a:cubicBezTo>
                <a:cubicBezTo>
                  <a:pt x="0" y="5173"/>
                  <a:pt x="135" y="5268"/>
                  <a:pt x="248" y="5268"/>
                </a:cubicBezTo>
                <a:cubicBezTo>
                  <a:pt x="330" y="5268"/>
                  <a:pt x="400" y="5219"/>
                  <a:pt x="400" y="5107"/>
                </a:cubicBezTo>
                <a:cubicBezTo>
                  <a:pt x="577" y="3199"/>
                  <a:pt x="1465" y="1558"/>
                  <a:pt x="2929" y="404"/>
                </a:cubicBezTo>
                <a:cubicBezTo>
                  <a:pt x="3108" y="261"/>
                  <a:pt x="2968" y="1"/>
                  <a:pt x="2814" y="1"/>
                </a:cubicBezTo>
                <a:close/>
              </a:path>
            </a:pathLst>
          </a:custGeom>
          <a:solidFill>
            <a:srgbClr val="40403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6" name="Google Shape;1136;p28">
            <a:extLst>
              <a:ext uri="{FF2B5EF4-FFF2-40B4-BE49-F238E27FC236}">
                <a16:creationId xmlns:a16="http://schemas.microsoft.com/office/drawing/2014/main" id="{052FBA88-FB6C-44D8-BC1E-9B838DCC82B9}"/>
              </a:ext>
            </a:extLst>
          </p:cNvPr>
          <p:cNvSpPr>
            <a:spLocks noGrp="1"/>
          </p:cNvSpPr>
          <p:nvPr/>
        </p:nvSpPr>
        <p:spPr>
          <a:xfrm flipH="1">
            <a:off x="-7126127" y="5030984"/>
            <a:ext cx="69922" cy="102508"/>
          </a:xfrm>
          <a:custGeom>
            <a:avLst/>
            <a:gdLst/>
            <a:ahLst/>
            <a:cxnLst/>
            <a:rect l="l" t="t" r="r" b="b"/>
            <a:pathLst>
              <a:path w="3391" h="4604">
                <a:moveTo>
                  <a:pt x="336" y="1"/>
                </a:moveTo>
                <a:cubicBezTo>
                  <a:pt x="242" y="1"/>
                  <a:pt x="153" y="60"/>
                  <a:pt x="133" y="198"/>
                </a:cubicBezTo>
                <a:cubicBezTo>
                  <a:pt x="0" y="2106"/>
                  <a:pt x="1154" y="3925"/>
                  <a:pt x="2973" y="4590"/>
                </a:cubicBezTo>
                <a:cubicBezTo>
                  <a:pt x="2999" y="4599"/>
                  <a:pt x="3025" y="4603"/>
                  <a:pt x="3049" y="4603"/>
                </a:cubicBezTo>
                <a:cubicBezTo>
                  <a:pt x="3270" y="4603"/>
                  <a:pt x="3390" y="4271"/>
                  <a:pt x="3150" y="4191"/>
                </a:cubicBezTo>
                <a:cubicBezTo>
                  <a:pt x="1509" y="3614"/>
                  <a:pt x="400" y="2017"/>
                  <a:pt x="577" y="242"/>
                </a:cubicBezTo>
                <a:cubicBezTo>
                  <a:pt x="577" y="94"/>
                  <a:pt x="453" y="1"/>
                  <a:pt x="336" y="1"/>
                </a:cubicBezTo>
                <a:close/>
              </a:path>
            </a:pathLst>
          </a:custGeom>
          <a:solidFill>
            <a:srgbClr val="40403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7" name="Google Shape;1137;p28">
            <a:extLst>
              <a:ext uri="{FF2B5EF4-FFF2-40B4-BE49-F238E27FC236}">
                <a16:creationId xmlns:a16="http://schemas.microsoft.com/office/drawing/2014/main" id="{F9E65DBE-3D57-494C-9188-777D9010550A}"/>
              </a:ext>
            </a:extLst>
          </p:cNvPr>
          <p:cNvSpPr>
            <a:spLocks noGrp="1"/>
          </p:cNvSpPr>
          <p:nvPr/>
        </p:nvSpPr>
        <p:spPr>
          <a:xfrm flipH="1">
            <a:off x="-6651310" y="3293445"/>
            <a:ext cx="1145420" cy="1608312"/>
          </a:xfrm>
          <a:custGeom>
            <a:avLst/>
            <a:gdLst/>
            <a:ahLst/>
            <a:cxnLst/>
            <a:rect l="l" t="t" r="r" b="b"/>
            <a:pathLst>
              <a:path w="55549" h="72235">
                <a:moveTo>
                  <a:pt x="27909" y="0"/>
                </a:moveTo>
                <a:cubicBezTo>
                  <a:pt x="26529" y="0"/>
                  <a:pt x="25078" y="109"/>
                  <a:pt x="23560" y="327"/>
                </a:cubicBezTo>
                <a:cubicBezTo>
                  <a:pt x="7853" y="2590"/>
                  <a:pt x="1110" y="6494"/>
                  <a:pt x="533" y="26726"/>
                </a:cubicBezTo>
                <a:cubicBezTo>
                  <a:pt x="0" y="46913"/>
                  <a:pt x="5058" y="65459"/>
                  <a:pt x="22450" y="71049"/>
                </a:cubicBezTo>
                <a:cubicBezTo>
                  <a:pt x="25016" y="71880"/>
                  <a:pt x="27545" y="72235"/>
                  <a:pt x="29992" y="72235"/>
                </a:cubicBezTo>
                <a:cubicBezTo>
                  <a:pt x="44134" y="72235"/>
                  <a:pt x="55548" y="60402"/>
                  <a:pt x="55549" y="60401"/>
                </a:cubicBezTo>
                <a:lnTo>
                  <a:pt x="55549" y="60401"/>
                </a:lnTo>
                <a:cubicBezTo>
                  <a:pt x="54951" y="60678"/>
                  <a:pt x="54383" y="60811"/>
                  <a:pt x="53845" y="60811"/>
                </a:cubicBezTo>
                <a:cubicBezTo>
                  <a:pt x="47839" y="60811"/>
                  <a:pt x="45568" y="44236"/>
                  <a:pt x="46586" y="26726"/>
                </a:cubicBezTo>
                <a:cubicBezTo>
                  <a:pt x="47589" y="9487"/>
                  <a:pt x="40839" y="0"/>
                  <a:pt x="27909" y="0"/>
                </a:cubicBezTo>
                <a:close/>
              </a:path>
            </a:pathLst>
          </a:custGeom>
          <a:solidFill>
            <a:srgbClr val="E6C29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8" name="Google Shape;1138;p28">
            <a:extLst>
              <a:ext uri="{FF2B5EF4-FFF2-40B4-BE49-F238E27FC236}">
                <a16:creationId xmlns:a16="http://schemas.microsoft.com/office/drawing/2014/main" id="{54A489BF-D70B-4405-BB04-9412AFA5CBBE}"/>
              </a:ext>
            </a:extLst>
          </p:cNvPr>
          <p:cNvSpPr>
            <a:spLocks noGrp="1"/>
          </p:cNvSpPr>
          <p:nvPr/>
        </p:nvSpPr>
        <p:spPr>
          <a:xfrm flipH="1">
            <a:off x="-7594943" y="3939843"/>
            <a:ext cx="382933" cy="844979"/>
          </a:xfrm>
          <a:custGeom>
            <a:avLst/>
            <a:gdLst/>
            <a:ahLst/>
            <a:cxnLst/>
            <a:rect l="l" t="t" r="r" b="b"/>
            <a:pathLst>
              <a:path w="18571" h="37951">
                <a:moveTo>
                  <a:pt x="690" y="1"/>
                </a:moveTo>
                <a:lnTo>
                  <a:pt x="690" y="1"/>
                </a:lnTo>
                <a:cubicBezTo>
                  <a:pt x="1" y="16632"/>
                  <a:pt x="2352" y="31780"/>
                  <a:pt x="8084" y="31780"/>
                </a:cubicBezTo>
                <a:cubicBezTo>
                  <a:pt x="8621" y="31780"/>
                  <a:pt x="9189" y="31647"/>
                  <a:pt x="9786" y="31369"/>
                </a:cubicBezTo>
                <a:lnTo>
                  <a:pt x="9786" y="31369"/>
                </a:lnTo>
                <a:cubicBezTo>
                  <a:pt x="9786" y="31369"/>
                  <a:pt x="7345" y="33942"/>
                  <a:pt x="3264" y="36649"/>
                </a:cubicBezTo>
                <a:cubicBezTo>
                  <a:pt x="6567" y="37575"/>
                  <a:pt x="9772" y="37950"/>
                  <a:pt x="12640" y="37950"/>
                </a:cubicBezTo>
                <a:cubicBezTo>
                  <a:pt x="14855" y="37950"/>
                  <a:pt x="16869" y="37726"/>
                  <a:pt x="18571" y="37359"/>
                </a:cubicBezTo>
                <a:cubicBezTo>
                  <a:pt x="18571" y="37359"/>
                  <a:pt x="11782" y="30570"/>
                  <a:pt x="9919" y="20676"/>
                </a:cubicBezTo>
                <a:cubicBezTo>
                  <a:pt x="8677" y="14065"/>
                  <a:pt x="6369" y="4171"/>
                  <a:pt x="690" y="1"/>
                </a:cubicBezTo>
                <a:close/>
              </a:path>
            </a:pathLst>
          </a:custGeom>
          <a:solidFill>
            <a:srgbClr val="7C674C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9" name="Google Shape;1139;p28">
            <a:extLst>
              <a:ext uri="{FF2B5EF4-FFF2-40B4-BE49-F238E27FC236}">
                <a16:creationId xmlns:a16="http://schemas.microsoft.com/office/drawing/2014/main" id="{63DFD9F1-37DD-4072-A2CB-E84D5737D0DE}"/>
              </a:ext>
            </a:extLst>
          </p:cNvPr>
          <p:cNvSpPr>
            <a:spLocks noGrp="1"/>
          </p:cNvSpPr>
          <p:nvPr/>
        </p:nvSpPr>
        <p:spPr>
          <a:xfrm flipH="1">
            <a:off x="-7048348" y="3894622"/>
            <a:ext cx="748382" cy="861210"/>
          </a:xfrm>
          <a:custGeom>
            <a:avLst/>
            <a:gdLst/>
            <a:ahLst/>
            <a:cxnLst/>
            <a:rect l="l" t="t" r="r" b="b"/>
            <a:pathLst>
              <a:path w="36294" h="38680">
                <a:moveTo>
                  <a:pt x="21194" y="0"/>
                </a:moveTo>
                <a:cubicBezTo>
                  <a:pt x="19643" y="0"/>
                  <a:pt x="17937" y="330"/>
                  <a:pt x="16062" y="1056"/>
                </a:cubicBezTo>
                <a:cubicBezTo>
                  <a:pt x="16062" y="1056"/>
                  <a:pt x="1" y="8510"/>
                  <a:pt x="9851" y="23950"/>
                </a:cubicBezTo>
                <a:cubicBezTo>
                  <a:pt x="15263" y="32380"/>
                  <a:pt x="22717" y="36772"/>
                  <a:pt x="29772" y="38680"/>
                </a:cubicBezTo>
                <a:cubicBezTo>
                  <a:pt x="33853" y="35973"/>
                  <a:pt x="36294" y="33400"/>
                  <a:pt x="36294" y="33400"/>
                </a:cubicBezTo>
                <a:lnTo>
                  <a:pt x="36294" y="33400"/>
                </a:lnTo>
                <a:cubicBezTo>
                  <a:pt x="35697" y="33678"/>
                  <a:pt x="35129" y="33811"/>
                  <a:pt x="34592" y="33811"/>
                </a:cubicBezTo>
                <a:cubicBezTo>
                  <a:pt x="28860" y="33811"/>
                  <a:pt x="26509" y="18663"/>
                  <a:pt x="27198" y="2032"/>
                </a:cubicBezTo>
                <a:cubicBezTo>
                  <a:pt x="25518" y="751"/>
                  <a:pt x="23532" y="0"/>
                  <a:pt x="21194" y="0"/>
                </a:cubicBezTo>
                <a:close/>
              </a:path>
            </a:pathLst>
          </a:custGeom>
          <a:solidFill>
            <a:srgbClr val="7C674C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0" name="Google Shape;1140;p28">
            <a:extLst>
              <a:ext uri="{FF2B5EF4-FFF2-40B4-BE49-F238E27FC236}">
                <a16:creationId xmlns:a16="http://schemas.microsoft.com/office/drawing/2014/main" id="{67D77DAB-7350-4E5B-A5ED-559CDAD2D8B7}"/>
              </a:ext>
            </a:extLst>
          </p:cNvPr>
          <p:cNvSpPr>
            <a:spLocks noGrp="1"/>
          </p:cNvSpPr>
          <p:nvPr/>
        </p:nvSpPr>
        <p:spPr>
          <a:xfrm flipH="1">
            <a:off x="-7374969" y="4429829"/>
            <a:ext cx="119864" cy="116045"/>
          </a:xfrm>
          <a:custGeom>
            <a:avLst/>
            <a:gdLst/>
            <a:ahLst/>
            <a:cxnLst/>
            <a:rect l="l" t="t" r="r" b="b"/>
            <a:pathLst>
              <a:path w="5813" h="5212">
                <a:moveTo>
                  <a:pt x="4836" y="0"/>
                </a:moveTo>
                <a:lnTo>
                  <a:pt x="4836" y="0"/>
                </a:lnTo>
                <a:cubicBezTo>
                  <a:pt x="4969" y="932"/>
                  <a:pt x="5014" y="1775"/>
                  <a:pt x="5014" y="2662"/>
                </a:cubicBezTo>
                <a:cubicBezTo>
                  <a:pt x="4969" y="3062"/>
                  <a:pt x="4969" y="3550"/>
                  <a:pt x="4881" y="3816"/>
                </a:cubicBezTo>
                <a:cubicBezTo>
                  <a:pt x="4748" y="4127"/>
                  <a:pt x="4570" y="4260"/>
                  <a:pt x="4260" y="4304"/>
                </a:cubicBezTo>
                <a:cubicBezTo>
                  <a:pt x="4198" y="4317"/>
                  <a:pt x="4135" y="4323"/>
                  <a:pt x="4072" y="4323"/>
                </a:cubicBezTo>
                <a:cubicBezTo>
                  <a:pt x="3497" y="4323"/>
                  <a:pt x="2854" y="3812"/>
                  <a:pt x="2174" y="3372"/>
                </a:cubicBezTo>
                <a:cubicBezTo>
                  <a:pt x="1464" y="2884"/>
                  <a:pt x="754" y="2352"/>
                  <a:pt x="0" y="1819"/>
                </a:cubicBezTo>
                <a:lnTo>
                  <a:pt x="0" y="1819"/>
                </a:lnTo>
                <a:cubicBezTo>
                  <a:pt x="488" y="2574"/>
                  <a:pt x="1065" y="3284"/>
                  <a:pt x="1731" y="3905"/>
                </a:cubicBezTo>
                <a:cubicBezTo>
                  <a:pt x="2086" y="4215"/>
                  <a:pt x="2440" y="4526"/>
                  <a:pt x="2840" y="4792"/>
                </a:cubicBezTo>
                <a:cubicBezTo>
                  <a:pt x="3178" y="5018"/>
                  <a:pt x="3612" y="5211"/>
                  <a:pt x="4114" y="5211"/>
                </a:cubicBezTo>
                <a:cubicBezTo>
                  <a:pt x="4205" y="5211"/>
                  <a:pt x="4298" y="5205"/>
                  <a:pt x="4393" y="5191"/>
                </a:cubicBezTo>
                <a:cubicBezTo>
                  <a:pt x="4659" y="5147"/>
                  <a:pt x="4969" y="5058"/>
                  <a:pt x="5191" y="4836"/>
                </a:cubicBezTo>
                <a:cubicBezTo>
                  <a:pt x="5457" y="4659"/>
                  <a:pt x="5635" y="4348"/>
                  <a:pt x="5679" y="4082"/>
                </a:cubicBezTo>
                <a:cubicBezTo>
                  <a:pt x="5812" y="3505"/>
                  <a:pt x="5768" y="3062"/>
                  <a:pt x="5724" y="2618"/>
                </a:cubicBezTo>
                <a:cubicBezTo>
                  <a:pt x="5591" y="1686"/>
                  <a:pt x="5324" y="799"/>
                  <a:pt x="4836" y="0"/>
                </a:cubicBezTo>
                <a:close/>
              </a:path>
            </a:pathLst>
          </a:custGeom>
          <a:solidFill>
            <a:srgbClr val="E6C29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1" name="Google Shape;1141;p28">
            <a:extLst>
              <a:ext uri="{FF2B5EF4-FFF2-40B4-BE49-F238E27FC236}">
                <a16:creationId xmlns:a16="http://schemas.microsoft.com/office/drawing/2014/main" id="{71A5C9A8-B6A7-4242-8B81-DD413345BBF7}"/>
              </a:ext>
            </a:extLst>
          </p:cNvPr>
          <p:cNvSpPr>
            <a:spLocks noGrp="1"/>
          </p:cNvSpPr>
          <p:nvPr/>
        </p:nvSpPr>
        <p:spPr>
          <a:xfrm flipH="1">
            <a:off x="-7628389" y="4391288"/>
            <a:ext cx="13732" cy="70179"/>
          </a:xfrm>
          <a:custGeom>
            <a:avLst/>
            <a:gdLst/>
            <a:ahLst/>
            <a:cxnLst/>
            <a:rect l="l" t="t" r="r" b="b"/>
            <a:pathLst>
              <a:path w="666" h="3152">
                <a:moveTo>
                  <a:pt x="0" y="1"/>
                </a:moveTo>
                <a:lnTo>
                  <a:pt x="0" y="1"/>
                </a:lnTo>
                <a:cubicBezTo>
                  <a:pt x="222" y="1110"/>
                  <a:pt x="399" y="2175"/>
                  <a:pt x="666" y="3151"/>
                </a:cubicBezTo>
                <a:cubicBezTo>
                  <a:pt x="666" y="2752"/>
                  <a:pt x="666" y="2441"/>
                  <a:pt x="621" y="2086"/>
                </a:cubicBezTo>
                <a:cubicBezTo>
                  <a:pt x="532" y="1376"/>
                  <a:pt x="355" y="667"/>
                  <a:pt x="0" y="1"/>
                </a:cubicBezTo>
                <a:close/>
              </a:path>
            </a:pathLst>
          </a:custGeom>
          <a:solidFill>
            <a:srgbClr val="E6C29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2" name="Google Shape;1142;p28">
            <a:extLst>
              <a:ext uri="{FF2B5EF4-FFF2-40B4-BE49-F238E27FC236}">
                <a16:creationId xmlns:a16="http://schemas.microsoft.com/office/drawing/2014/main" id="{49D8AF4D-3F30-4F38-A6DB-9A21DC4139F3}"/>
              </a:ext>
            </a:extLst>
          </p:cNvPr>
          <p:cNvSpPr>
            <a:spLocks noGrp="1"/>
          </p:cNvSpPr>
          <p:nvPr/>
        </p:nvSpPr>
        <p:spPr>
          <a:xfrm flipH="1">
            <a:off x="-7524093" y="4380422"/>
            <a:ext cx="118028" cy="115733"/>
          </a:xfrm>
          <a:custGeom>
            <a:avLst/>
            <a:gdLst/>
            <a:ahLst/>
            <a:cxnLst/>
            <a:rect l="l" t="t" r="r" b="b"/>
            <a:pathLst>
              <a:path w="5724" h="5198">
                <a:moveTo>
                  <a:pt x="4792" y="1"/>
                </a:moveTo>
                <a:lnTo>
                  <a:pt x="4792" y="1"/>
                </a:lnTo>
                <a:cubicBezTo>
                  <a:pt x="4925" y="888"/>
                  <a:pt x="5014" y="1776"/>
                  <a:pt x="4969" y="2619"/>
                </a:cubicBezTo>
                <a:cubicBezTo>
                  <a:pt x="4925" y="3018"/>
                  <a:pt x="4925" y="3506"/>
                  <a:pt x="4836" y="3817"/>
                </a:cubicBezTo>
                <a:cubicBezTo>
                  <a:pt x="4748" y="4127"/>
                  <a:pt x="4526" y="4216"/>
                  <a:pt x="4215" y="4305"/>
                </a:cubicBezTo>
                <a:cubicBezTo>
                  <a:pt x="4172" y="4311"/>
                  <a:pt x="4128" y="4314"/>
                  <a:pt x="4085" y="4314"/>
                </a:cubicBezTo>
                <a:cubicBezTo>
                  <a:pt x="3495" y="4314"/>
                  <a:pt x="2835" y="3783"/>
                  <a:pt x="2174" y="3329"/>
                </a:cubicBezTo>
                <a:cubicBezTo>
                  <a:pt x="1420" y="2840"/>
                  <a:pt x="710" y="2308"/>
                  <a:pt x="0" y="1776"/>
                </a:cubicBezTo>
                <a:lnTo>
                  <a:pt x="0" y="1776"/>
                </a:lnTo>
                <a:cubicBezTo>
                  <a:pt x="444" y="2574"/>
                  <a:pt x="1065" y="3240"/>
                  <a:pt x="1730" y="3861"/>
                </a:cubicBezTo>
                <a:cubicBezTo>
                  <a:pt x="2041" y="4216"/>
                  <a:pt x="2396" y="4482"/>
                  <a:pt x="2795" y="4748"/>
                </a:cubicBezTo>
                <a:cubicBezTo>
                  <a:pt x="3160" y="4992"/>
                  <a:pt x="3673" y="5198"/>
                  <a:pt x="4199" y="5198"/>
                </a:cubicBezTo>
                <a:cubicBezTo>
                  <a:pt x="4248" y="5198"/>
                  <a:pt x="4298" y="5196"/>
                  <a:pt x="4348" y="5192"/>
                </a:cubicBezTo>
                <a:cubicBezTo>
                  <a:pt x="4614" y="5148"/>
                  <a:pt x="4925" y="5015"/>
                  <a:pt x="5191" y="4837"/>
                </a:cubicBezTo>
                <a:cubicBezTo>
                  <a:pt x="5413" y="4615"/>
                  <a:pt x="5590" y="4305"/>
                  <a:pt x="5635" y="4038"/>
                </a:cubicBezTo>
                <a:cubicBezTo>
                  <a:pt x="5679" y="3905"/>
                  <a:pt x="5679" y="3772"/>
                  <a:pt x="5724" y="3639"/>
                </a:cubicBezTo>
                <a:cubicBezTo>
                  <a:pt x="5457" y="2663"/>
                  <a:pt x="5280" y="1598"/>
                  <a:pt x="5058" y="489"/>
                </a:cubicBezTo>
                <a:cubicBezTo>
                  <a:pt x="4969" y="312"/>
                  <a:pt x="4881" y="134"/>
                  <a:pt x="4792" y="1"/>
                </a:cubicBezTo>
                <a:close/>
              </a:path>
            </a:pathLst>
          </a:custGeom>
          <a:solidFill>
            <a:srgbClr val="E6C29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3" name="Google Shape;1143;p28">
            <a:extLst>
              <a:ext uri="{FF2B5EF4-FFF2-40B4-BE49-F238E27FC236}">
                <a16:creationId xmlns:a16="http://schemas.microsoft.com/office/drawing/2014/main" id="{5ECCA135-49DA-4D54-8218-84C2973DD711}"/>
              </a:ext>
            </a:extLst>
          </p:cNvPr>
          <p:cNvSpPr>
            <a:spLocks noGrp="1"/>
          </p:cNvSpPr>
          <p:nvPr/>
        </p:nvSpPr>
        <p:spPr>
          <a:xfrm flipH="1">
            <a:off x="-7677774" y="4531580"/>
            <a:ext cx="118049" cy="115711"/>
          </a:xfrm>
          <a:custGeom>
            <a:avLst/>
            <a:gdLst/>
            <a:ahLst/>
            <a:cxnLst/>
            <a:rect l="l" t="t" r="r" b="b"/>
            <a:pathLst>
              <a:path w="5725" h="5197">
                <a:moveTo>
                  <a:pt x="4748" y="0"/>
                </a:moveTo>
                <a:lnTo>
                  <a:pt x="4748" y="0"/>
                </a:lnTo>
                <a:cubicBezTo>
                  <a:pt x="4881" y="888"/>
                  <a:pt x="4970" y="1775"/>
                  <a:pt x="4926" y="2618"/>
                </a:cubicBezTo>
                <a:cubicBezTo>
                  <a:pt x="4926" y="3017"/>
                  <a:pt x="4926" y="3505"/>
                  <a:pt x="4793" y="3816"/>
                </a:cubicBezTo>
                <a:cubicBezTo>
                  <a:pt x="4704" y="4126"/>
                  <a:pt x="4526" y="4260"/>
                  <a:pt x="4172" y="4304"/>
                </a:cubicBezTo>
                <a:cubicBezTo>
                  <a:pt x="4131" y="4310"/>
                  <a:pt x="4091" y="4313"/>
                  <a:pt x="4049" y="4313"/>
                </a:cubicBezTo>
                <a:cubicBezTo>
                  <a:pt x="3490" y="4313"/>
                  <a:pt x="2791" y="3782"/>
                  <a:pt x="2131" y="3328"/>
                </a:cubicBezTo>
                <a:cubicBezTo>
                  <a:pt x="1421" y="2840"/>
                  <a:pt x="711" y="2352"/>
                  <a:pt x="1" y="1819"/>
                </a:cubicBezTo>
                <a:lnTo>
                  <a:pt x="1" y="1819"/>
                </a:lnTo>
                <a:lnTo>
                  <a:pt x="45" y="1952"/>
                </a:lnTo>
                <a:cubicBezTo>
                  <a:pt x="489" y="2662"/>
                  <a:pt x="1066" y="3328"/>
                  <a:pt x="1687" y="3905"/>
                </a:cubicBezTo>
                <a:cubicBezTo>
                  <a:pt x="1997" y="4215"/>
                  <a:pt x="2352" y="4481"/>
                  <a:pt x="2752" y="4748"/>
                </a:cubicBezTo>
                <a:cubicBezTo>
                  <a:pt x="3117" y="4991"/>
                  <a:pt x="3629" y="5197"/>
                  <a:pt x="4155" y="5197"/>
                </a:cubicBezTo>
                <a:cubicBezTo>
                  <a:pt x="4205" y="5197"/>
                  <a:pt x="4255" y="5195"/>
                  <a:pt x="4305" y="5191"/>
                </a:cubicBezTo>
                <a:cubicBezTo>
                  <a:pt x="4571" y="5147"/>
                  <a:pt x="4881" y="5014"/>
                  <a:pt x="5148" y="4836"/>
                </a:cubicBezTo>
                <a:cubicBezTo>
                  <a:pt x="5369" y="4615"/>
                  <a:pt x="5547" y="4304"/>
                  <a:pt x="5591" y="4038"/>
                </a:cubicBezTo>
                <a:cubicBezTo>
                  <a:pt x="5724" y="3505"/>
                  <a:pt x="5680" y="3062"/>
                  <a:pt x="5636" y="2574"/>
                </a:cubicBezTo>
                <a:cubicBezTo>
                  <a:pt x="5547" y="1686"/>
                  <a:pt x="5236" y="755"/>
                  <a:pt x="4748" y="0"/>
                </a:cubicBezTo>
                <a:close/>
              </a:path>
            </a:pathLst>
          </a:custGeom>
          <a:solidFill>
            <a:srgbClr val="E6C29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4" name="Google Shape;1144;p28">
            <a:extLst>
              <a:ext uri="{FF2B5EF4-FFF2-40B4-BE49-F238E27FC236}">
                <a16:creationId xmlns:a16="http://schemas.microsoft.com/office/drawing/2014/main" id="{D94F3265-CFC5-47AF-AE10-79BBF17D8096}"/>
              </a:ext>
            </a:extLst>
          </p:cNvPr>
          <p:cNvSpPr>
            <a:spLocks noGrp="1"/>
          </p:cNvSpPr>
          <p:nvPr/>
        </p:nvSpPr>
        <p:spPr>
          <a:xfrm flipH="1">
            <a:off x="-7676866" y="4571078"/>
            <a:ext cx="1855" cy="3985"/>
          </a:xfrm>
          <a:custGeom>
            <a:avLst/>
            <a:gdLst/>
            <a:ahLst/>
            <a:cxnLst/>
            <a:rect l="l" t="t" r="r" b="b"/>
            <a:pathLst>
              <a:path w="90" h="179">
                <a:moveTo>
                  <a:pt x="1" y="1"/>
                </a:moveTo>
                <a:lnTo>
                  <a:pt x="89" y="178"/>
                </a:lnTo>
                <a:lnTo>
                  <a:pt x="89" y="178"/>
                </a:lnTo>
                <a:lnTo>
                  <a:pt x="45" y="45"/>
                </a:lnTo>
                <a:lnTo>
                  <a:pt x="1" y="1"/>
                </a:lnTo>
                <a:close/>
              </a:path>
            </a:pathLst>
          </a:custGeom>
          <a:solidFill>
            <a:srgbClr val="E6C29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5" name="Google Shape;1145;p28">
            <a:extLst>
              <a:ext uri="{FF2B5EF4-FFF2-40B4-BE49-F238E27FC236}">
                <a16:creationId xmlns:a16="http://schemas.microsoft.com/office/drawing/2014/main" id="{B940878E-7E41-48E4-8E08-BB627BE77D19}"/>
              </a:ext>
            </a:extLst>
          </p:cNvPr>
          <p:cNvSpPr>
            <a:spLocks noGrp="1"/>
          </p:cNvSpPr>
          <p:nvPr/>
        </p:nvSpPr>
        <p:spPr>
          <a:xfrm flipH="1">
            <a:off x="-7651256" y="4311290"/>
            <a:ext cx="118956" cy="115978"/>
          </a:xfrm>
          <a:custGeom>
            <a:avLst/>
            <a:gdLst/>
            <a:ahLst/>
            <a:cxnLst/>
            <a:rect l="l" t="t" r="r" b="b"/>
            <a:pathLst>
              <a:path w="5769" h="5209">
                <a:moveTo>
                  <a:pt x="4792" y="0"/>
                </a:moveTo>
                <a:lnTo>
                  <a:pt x="4792" y="0"/>
                </a:lnTo>
                <a:cubicBezTo>
                  <a:pt x="4925" y="888"/>
                  <a:pt x="5014" y="1775"/>
                  <a:pt x="4969" y="2618"/>
                </a:cubicBezTo>
                <a:cubicBezTo>
                  <a:pt x="4969" y="3062"/>
                  <a:pt x="4969" y="3505"/>
                  <a:pt x="4836" y="3816"/>
                </a:cubicBezTo>
                <a:cubicBezTo>
                  <a:pt x="4748" y="4126"/>
                  <a:pt x="4570" y="4260"/>
                  <a:pt x="4215" y="4304"/>
                </a:cubicBezTo>
                <a:cubicBezTo>
                  <a:pt x="4175" y="4310"/>
                  <a:pt x="4134" y="4313"/>
                  <a:pt x="4093" y="4313"/>
                </a:cubicBezTo>
                <a:cubicBezTo>
                  <a:pt x="3534" y="4313"/>
                  <a:pt x="2835" y="3782"/>
                  <a:pt x="2174" y="3328"/>
                </a:cubicBezTo>
                <a:cubicBezTo>
                  <a:pt x="1464" y="2840"/>
                  <a:pt x="755" y="2307"/>
                  <a:pt x="0" y="1775"/>
                </a:cubicBezTo>
                <a:lnTo>
                  <a:pt x="0" y="1775"/>
                </a:lnTo>
                <a:cubicBezTo>
                  <a:pt x="444" y="2574"/>
                  <a:pt x="1065" y="3283"/>
                  <a:pt x="1731" y="3905"/>
                </a:cubicBezTo>
                <a:cubicBezTo>
                  <a:pt x="2041" y="4215"/>
                  <a:pt x="2396" y="4481"/>
                  <a:pt x="2795" y="4792"/>
                </a:cubicBezTo>
                <a:cubicBezTo>
                  <a:pt x="3141" y="4984"/>
                  <a:pt x="3619" y="5209"/>
                  <a:pt x="4115" y="5209"/>
                </a:cubicBezTo>
                <a:cubicBezTo>
                  <a:pt x="4192" y="5209"/>
                  <a:pt x="4270" y="5203"/>
                  <a:pt x="4348" y="5191"/>
                </a:cubicBezTo>
                <a:cubicBezTo>
                  <a:pt x="4659" y="5147"/>
                  <a:pt x="4925" y="5058"/>
                  <a:pt x="5191" y="4836"/>
                </a:cubicBezTo>
                <a:cubicBezTo>
                  <a:pt x="5413" y="4614"/>
                  <a:pt x="5591" y="4348"/>
                  <a:pt x="5679" y="4038"/>
                </a:cubicBezTo>
                <a:cubicBezTo>
                  <a:pt x="5768" y="3505"/>
                  <a:pt x="5724" y="3062"/>
                  <a:pt x="5679" y="2574"/>
                </a:cubicBezTo>
                <a:cubicBezTo>
                  <a:pt x="5591" y="1686"/>
                  <a:pt x="5280" y="754"/>
                  <a:pt x="4792" y="0"/>
                </a:cubicBezTo>
                <a:close/>
              </a:path>
            </a:pathLst>
          </a:custGeom>
          <a:solidFill>
            <a:srgbClr val="E6C29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6" name="Google Shape;1146;p28">
            <a:extLst>
              <a:ext uri="{FF2B5EF4-FFF2-40B4-BE49-F238E27FC236}">
                <a16:creationId xmlns:a16="http://schemas.microsoft.com/office/drawing/2014/main" id="{9A754386-ECCD-469E-A660-3679837D2678}"/>
              </a:ext>
            </a:extLst>
          </p:cNvPr>
          <p:cNvSpPr>
            <a:spLocks noGrp="1"/>
          </p:cNvSpPr>
          <p:nvPr/>
        </p:nvSpPr>
        <p:spPr>
          <a:xfrm flipH="1">
            <a:off x="-7371299" y="4242135"/>
            <a:ext cx="118956" cy="116045"/>
          </a:xfrm>
          <a:custGeom>
            <a:avLst/>
            <a:gdLst/>
            <a:ahLst/>
            <a:cxnLst/>
            <a:rect l="l" t="t" r="r" b="b"/>
            <a:pathLst>
              <a:path w="5769" h="5212">
                <a:moveTo>
                  <a:pt x="4792" y="0"/>
                </a:moveTo>
                <a:cubicBezTo>
                  <a:pt x="4926" y="932"/>
                  <a:pt x="5014" y="1775"/>
                  <a:pt x="4970" y="2663"/>
                </a:cubicBezTo>
                <a:cubicBezTo>
                  <a:pt x="4926" y="3062"/>
                  <a:pt x="4926" y="3550"/>
                  <a:pt x="4837" y="3816"/>
                </a:cubicBezTo>
                <a:cubicBezTo>
                  <a:pt x="4748" y="4127"/>
                  <a:pt x="4526" y="4260"/>
                  <a:pt x="4216" y="4304"/>
                </a:cubicBezTo>
                <a:cubicBezTo>
                  <a:pt x="4154" y="4317"/>
                  <a:pt x="4091" y="4324"/>
                  <a:pt x="4028" y="4324"/>
                </a:cubicBezTo>
                <a:cubicBezTo>
                  <a:pt x="3453" y="4324"/>
                  <a:pt x="2810" y="3812"/>
                  <a:pt x="2130" y="3372"/>
                </a:cubicBezTo>
                <a:cubicBezTo>
                  <a:pt x="1421" y="2884"/>
                  <a:pt x="711" y="2352"/>
                  <a:pt x="1" y="1820"/>
                </a:cubicBezTo>
                <a:lnTo>
                  <a:pt x="1" y="1820"/>
                </a:lnTo>
                <a:cubicBezTo>
                  <a:pt x="444" y="2574"/>
                  <a:pt x="1066" y="3284"/>
                  <a:pt x="1731" y="3905"/>
                </a:cubicBezTo>
                <a:cubicBezTo>
                  <a:pt x="2042" y="4215"/>
                  <a:pt x="2397" y="4526"/>
                  <a:pt x="2796" y="4792"/>
                </a:cubicBezTo>
                <a:cubicBezTo>
                  <a:pt x="3134" y="5018"/>
                  <a:pt x="3568" y="5211"/>
                  <a:pt x="4070" y="5211"/>
                </a:cubicBezTo>
                <a:cubicBezTo>
                  <a:pt x="4161" y="5211"/>
                  <a:pt x="4254" y="5205"/>
                  <a:pt x="4349" y="5191"/>
                </a:cubicBezTo>
                <a:cubicBezTo>
                  <a:pt x="4615" y="5147"/>
                  <a:pt x="4926" y="5058"/>
                  <a:pt x="5147" y="4837"/>
                </a:cubicBezTo>
                <a:cubicBezTo>
                  <a:pt x="5414" y="4659"/>
                  <a:pt x="5591" y="4348"/>
                  <a:pt x="5635" y="4082"/>
                </a:cubicBezTo>
                <a:cubicBezTo>
                  <a:pt x="5769" y="3505"/>
                  <a:pt x="5724" y="3062"/>
                  <a:pt x="5680" y="2618"/>
                </a:cubicBezTo>
                <a:cubicBezTo>
                  <a:pt x="5547" y="1686"/>
                  <a:pt x="5281" y="799"/>
                  <a:pt x="4792" y="0"/>
                </a:cubicBezTo>
                <a:close/>
              </a:path>
            </a:pathLst>
          </a:custGeom>
          <a:solidFill>
            <a:srgbClr val="E6C29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7" name="Google Shape;1147;p28">
            <a:extLst>
              <a:ext uri="{FF2B5EF4-FFF2-40B4-BE49-F238E27FC236}">
                <a16:creationId xmlns:a16="http://schemas.microsoft.com/office/drawing/2014/main" id="{10F46B53-F7C8-4E5F-AC01-E86DB17E3F94}"/>
              </a:ext>
            </a:extLst>
          </p:cNvPr>
          <p:cNvSpPr>
            <a:spLocks noGrp="1"/>
          </p:cNvSpPr>
          <p:nvPr/>
        </p:nvSpPr>
        <p:spPr>
          <a:xfrm flipH="1">
            <a:off x="-7609171" y="4077151"/>
            <a:ext cx="21053" cy="113640"/>
          </a:xfrm>
          <a:custGeom>
            <a:avLst/>
            <a:gdLst/>
            <a:ahLst/>
            <a:cxnLst/>
            <a:rect l="l" t="t" r="r" b="b"/>
            <a:pathLst>
              <a:path w="1021" h="5104">
                <a:moveTo>
                  <a:pt x="45" y="1"/>
                </a:moveTo>
                <a:cubicBezTo>
                  <a:pt x="178" y="933"/>
                  <a:pt x="267" y="1776"/>
                  <a:pt x="222" y="2619"/>
                </a:cubicBezTo>
                <a:cubicBezTo>
                  <a:pt x="222" y="3062"/>
                  <a:pt x="178" y="3506"/>
                  <a:pt x="89" y="3817"/>
                </a:cubicBezTo>
                <a:cubicBezTo>
                  <a:pt x="45" y="3905"/>
                  <a:pt x="45" y="3994"/>
                  <a:pt x="0" y="4038"/>
                </a:cubicBezTo>
                <a:cubicBezTo>
                  <a:pt x="0" y="4393"/>
                  <a:pt x="0" y="4748"/>
                  <a:pt x="45" y="5103"/>
                </a:cubicBezTo>
                <a:cubicBezTo>
                  <a:pt x="178" y="5015"/>
                  <a:pt x="311" y="4970"/>
                  <a:pt x="444" y="4837"/>
                </a:cubicBezTo>
                <a:cubicBezTo>
                  <a:pt x="666" y="4660"/>
                  <a:pt x="843" y="4349"/>
                  <a:pt x="888" y="4083"/>
                </a:cubicBezTo>
                <a:cubicBezTo>
                  <a:pt x="1021" y="3506"/>
                  <a:pt x="976" y="3062"/>
                  <a:pt x="932" y="2619"/>
                </a:cubicBezTo>
                <a:cubicBezTo>
                  <a:pt x="843" y="1687"/>
                  <a:pt x="533" y="800"/>
                  <a:pt x="45" y="1"/>
                </a:cubicBezTo>
                <a:close/>
              </a:path>
            </a:pathLst>
          </a:custGeom>
          <a:solidFill>
            <a:srgbClr val="E6C29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8" name="Google Shape;1148;p28">
            <a:extLst>
              <a:ext uri="{FF2B5EF4-FFF2-40B4-BE49-F238E27FC236}">
                <a16:creationId xmlns:a16="http://schemas.microsoft.com/office/drawing/2014/main" id="{8C3CAF8C-3EEF-43C1-8202-863A33164063}"/>
              </a:ext>
            </a:extLst>
          </p:cNvPr>
          <p:cNvSpPr>
            <a:spLocks noGrp="1"/>
          </p:cNvSpPr>
          <p:nvPr/>
        </p:nvSpPr>
        <p:spPr>
          <a:xfrm flipH="1">
            <a:off x="-7511288" y="4117673"/>
            <a:ext cx="98811" cy="75522"/>
          </a:xfrm>
          <a:custGeom>
            <a:avLst/>
            <a:gdLst/>
            <a:ahLst/>
            <a:cxnLst/>
            <a:rect l="l" t="t" r="r" b="b"/>
            <a:pathLst>
              <a:path w="4792" h="3392">
                <a:moveTo>
                  <a:pt x="0" y="0"/>
                </a:moveTo>
                <a:lnTo>
                  <a:pt x="0" y="0"/>
                </a:lnTo>
                <a:cubicBezTo>
                  <a:pt x="444" y="754"/>
                  <a:pt x="1065" y="1464"/>
                  <a:pt x="1730" y="2085"/>
                </a:cubicBezTo>
                <a:cubicBezTo>
                  <a:pt x="2041" y="2396"/>
                  <a:pt x="2396" y="2662"/>
                  <a:pt x="2795" y="2973"/>
                </a:cubicBezTo>
                <a:cubicBezTo>
                  <a:pt x="3133" y="3198"/>
                  <a:pt x="3599" y="3392"/>
                  <a:pt x="4084" y="3392"/>
                </a:cubicBezTo>
                <a:cubicBezTo>
                  <a:pt x="4172" y="3392"/>
                  <a:pt x="4260" y="3386"/>
                  <a:pt x="4348" y="3372"/>
                </a:cubicBezTo>
                <a:cubicBezTo>
                  <a:pt x="4481" y="3372"/>
                  <a:pt x="4614" y="3328"/>
                  <a:pt x="4792" y="3283"/>
                </a:cubicBezTo>
                <a:cubicBezTo>
                  <a:pt x="4747" y="2928"/>
                  <a:pt x="4747" y="2573"/>
                  <a:pt x="4747" y="2218"/>
                </a:cubicBezTo>
                <a:cubicBezTo>
                  <a:pt x="4614" y="2396"/>
                  <a:pt x="4481" y="2440"/>
                  <a:pt x="4215" y="2485"/>
                </a:cubicBezTo>
                <a:cubicBezTo>
                  <a:pt x="4161" y="2497"/>
                  <a:pt x="4105" y="2503"/>
                  <a:pt x="4048" y="2503"/>
                </a:cubicBezTo>
                <a:cubicBezTo>
                  <a:pt x="3497" y="2503"/>
                  <a:pt x="2817" y="1955"/>
                  <a:pt x="2174" y="1553"/>
                </a:cubicBezTo>
                <a:cubicBezTo>
                  <a:pt x="1420" y="1065"/>
                  <a:pt x="710" y="532"/>
                  <a:pt x="0" y="0"/>
                </a:cubicBezTo>
                <a:close/>
              </a:path>
            </a:pathLst>
          </a:custGeom>
          <a:solidFill>
            <a:srgbClr val="E6C29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9" name="Google Shape;1149;p28">
            <a:extLst>
              <a:ext uri="{FF2B5EF4-FFF2-40B4-BE49-F238E27FC236}">
                <a16:creationId xmlns:a16="http://schemas.microsoft.com/office/drawing/2014/main" id="{D37F30AB-E929-47BD-9209-3A57BAC2C685}"/>
              </a:ext>
            </a:extLst>
          </p:cNvPr>
          <p:cNvSpPr>
            <a:spLocks noGrp="1"/>
          </p:cNvSpPr>
          <p:nvPr/>
        </p:nvSpPr>
        <p:spPr>
          <a:xfrm flipH="1">
            <a:off x="-7524093" y="4545406"/>
            <a:ext cx="118936" cy="115733"/>
          </a:xfrm>
          <a:custGeom>
            <a:avLst/>
            <a:gdLst/>
            <a:ahLst/>
            <a:cxnLst/>
            <a:rect l="l" t="t" r="r" b="b"/>
            <a:pathLst>
              <a:path w="5768" h="5198">
                <a:moveTo>
                  <a:pt x="4792" y="0"/>
                </a:moveTo>
                <a:lnTo>
                  <a:pt x="4792" y="0"/>
                </a:lnTo>
                <a:cubicBezTo>
                  <a:pt x="4925" y="888"/>
                  <a:pt x="5014" y="1775"/>
                  <a:pt x="4969" y="2618"/>
                </a:cubicBezTo>
                <a:cubicBezTo>
                  <a:pt x="4925" y="3017"/>
                  <a:pt x="4925" y="3505"/>
                  <a:pt x="4836" y="3816"/>
                </a:cubicBezTo>
                <a:cubicBezTo>
                  <a:pt x="4748" y="4127"/>
                  <a:pt x="4526" y="4260"/>
                  <a:pt x="4215" y="4304"/>
                </a:cubicBezTo>
                <a:cubicBezTo>
                  <a:pt x="4172" y="4310"/>
                  <a:pt x="4128" y="4313"/>
                  <a:pt x="4085" y="4313"/>
                </a:cubicBezTo>
                <a:cubicBezTo>
                  <a:pt x="3495" y="4313"/>
                  <a:pt x="2835" y="3782"/>
                  <a:pt x="2174" y="3328"/>
                </a:cubicBezTo>
                <a:cubicBezTo>
                  <a:pt x="1420" y="2840"/>
                  <a:pt x="710" y="2308"/>
                  <a:pt x="0" y="1775"/>
                </a:cubicBezTo>
                <a:lnTo>
                  <a:pt x="0" y="1775"/>
                </a:lnTo>
                <a:cubicBezTo>
                  <a:pt x="444" y="2574"/>
                  <a:pt x="1065" y="3284"/>
                  <a:pt x="1730" y="3905"/>
                </a:cubicBezTo>
                <a:cubicBezTo>
                  <a:pt x="2041" y="4215"/>
                  <a:pt x="2396" y="4482"/>
                  <a:pt x="2795" y="4748"/>
                </a:cubicBezTo>
                <a:cubicBezTo>
                  <a:pt x="3160" y="4991"/>
                  <a:pt x="3673" y="5197"/>
                  <a:pt x="4199" y="5197"/>
                </a:cubicBezTo>
                <a:cubicBezTo>
                  <a:pt x="4248" y="5197"/>
                  <a:pt x="4298" y="5195"/>
                  <a:pt x="4348" y="5191"/>
                </a:cubicBezTo>
                <a:cubicBezTo>
                  <a:pt x="4614" y="5147"/>
                  <a:pt x="4925" y="5014"/>
                  <a:pt x="5191" y="4837"/>
                </a:cubicBezTo>
                <a:cubicBezTo>
                  <a:pt x="5413" y="4615"/>
                  <a:pt x="5590" y="4304"/>
                  <a:pt x="5635" y="4038"/>
                </a:cubicBezTo>
                <a:cubicBezTo>
                  <a:pt x="5768" y="3505"/>
                  <a:pt x="5724" y="3062"/>
                  <a:pt x="5679" y="2574"/>
                </a:cubicBezTo>
                <a:cubicBezTo>
                  <a:pt x="5590" y="1642"/>
                  <a:pt x="5280" y="755"/>
                  <a:pt x="4792" y="0"/>
                </a:cubicBezTo>
                <a:close/>
              </a:path>
            </a:pathLst>
          </a:custGeom>
          <a:solidFill>
            <a:srgbClr val="E6C29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0" name="Google Shape;1150;p28">
            <a:extLst>
              <a:ext uri="{FF2B5EF4-FFF2-40B4-BE49-F238E27FC236}">
                <a16:creationId xmlns:a16="http://schemas.microsoft.com/office/drawing/2014/main" id="{FEEEFA94-1B7E-4D75-A838-BF9B6A3B0A27}"/>
              </a:ext>
            </a:extLst>
          </p:cNvPr>
          <p:cNvSpPr>
            <a:spLocks noGrp="1"/>
          </p:cNvSpPr>
          <p:nvPr/>
        </p:nvSpPr>
        <p:spPr>
          <a:xfrm flipH="1">
            <a:off x="-6811404" y="4451559"/>
            <a:ext cx="71386" cy="70157"/>
          </a:xfrm>
          <a:custGeom>
            <a:avLst/>
            <a:gdLst/>
            <a:ahLst/>
            <a:cxnLst/>
            <a:rect l="l" t="t" r="r" b="b"/>
            <a:pathLst>
              <a:path w="3462" h="3151">
                <a:moveTo>
                  <a:pt x="3106" y="0"/>
                </a:moveTo>
                <a:cubicBezTo>
                  <a:pt x="3106" y="577"/>
                  <a:pt x="3062" y="1110"/>
                  <a:pt x="2973" y="1642"/>
                </a:cubicBezTo>
                <a:cubicBezTo>
                  <a:pt x="2929" y="1864"/>
                  <a:pt x="2885" y="2174"/>
                  <a:pt x="2796" y="2352"/>
                </a:cubicBezTo>
                <a:cubicBezTo>
                  <a:pt x="2707" y="2529"/>
                  <a:pt x="2574" y="2574"/>
                  <a:pt x="2397" y="2574"/>
                </a:cubicBezTo>
                <a:lnTo>
                  <a:pt x="2352" y="2574"/>
                </a:lnTo>
                <a:cubicBezTo>
                  <a:pt x="1953" y="2574"/>
                  <a:pt x="1598" y="2130"/>
                  <a:pt x="1199" y="1775"/>
                </a:cubicBezTo>
                <a:cubicBezTo>
                  <a:pt x="799" y="1420"/>
                  <a:pt x="400" y="1021"/>
                  <a:pt x="1" y="622"/>
                </a:cubicBezTo>
                <a:lnTo>
                  <a:pt x="1" y="622"/>
                </a:lnTo>
                <a:cubicBezTo>
                  <a:pt x="223" y="1154"/>
                  <a:pt x="533" y="1642"/>
                  <a:pt x="844" y="2086"/>
                </a:cubicBezTo>
                <a:cubicBezTo>
                  <a:pt x="1021" y="2308"/>
                  <a:pt x="1199" y="2529"/>
                  <a:pt x="1420" y="2707"/>
                </a:cubicBezTo>
                <a:cubicBezTo>
                  <a:pt x="1642" y="2929"/>
                  <a:pt x="1953" y="3106"/>
                  <a:pt x="2352" y="3151"/>
                </a:cubicBezTo>
                <a:cubicBezTo>
                  <a:pt x="2530" y="3151"/>
                  <a:pt x="2707" y="3106"/>
                  <a:pt x="2885" y="3017"/>
                </a:cubicBezTo>
                <a:cubicBezTo>
                  <a:pt x="3062" y="2884"/>
                  <a:pt x="3195" y="2751"/>
                  <a:pt x="3240" y="2574"/>
                </a:cubicBezTo>
                <a:cubicBezTo>
                  <a:pt x="3373" y="2219"/>
                  <a:pt x="3417" y="1953"/>
                  <a:pt x="3417" y="1686"/>
                </a:cubicBezTo>
                <a:cubicBezTo>
                  <a:pt x="3461" y="1110"/>
                  <a:pt x="3373" y="533"/>
                  <a:pt x="3106" y="0"/>
                </a:cubicBezTo>
                <a:close/>
              </a:path>
            </a:pathLst>
          </a:custGeom>
          <a:solidFill>
            <a:srgbClr val="B1946E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1" name="Google Shape;1151;p28">
            <a:extLst>
              <a:ext uri="{FF2B5EF4-FFF2-40B4-BE49-F238E27FC236}">
                <a16:creationId xmlns:a16="http://schemas.microsoft.com/office/drawing/2014/main" id="{948951EE-9F44-4ECB-BFB4-9A933F886212}"/>
              </a:ext>
            </a:extLst>
          </p:cNvPr>
          <p:cNvSpPr>
            <a:spLocks noGrp="1"/>
          </p:cNvSpPr>
          <p:nvPr/>
        </p:nvSpPr>
        <p:spPr>
          <a:xfrm flipH="1">
            <a:off x="-6907472" y="4436731"/>
            <a:ext cx="70458" cy="70179"/>
          </a:xfrm>
          <a:custGeom>
            <a:avLst/>
            <a:gdLst/>
            <a:ahLst/>
            <a:cxnLst/>
            <a:rect l="l" t="t" r="r" b="b"/>
            <a:pathLst>
              <a:path w="3417" h="3152">
                <a:moveTo>
                  <a:pt x="3106" y="1"/>
                </a:moveTo>
                <a:cubicBezTo>
                  <a:pt x="3106" y="578"/>
                  <a:pt x="3062" y="1110"/>
                  <a:pt x="2929" y="1643"/>
                </a:cubicBezTo>
                <a:cubicBezTo>
                  <a:pt x="2884" y="1864"/>
                  <a:pt x="2840" y="2175"/>
                  <a:pt x="2751" y="2352"/>
                </a:cubicBezTo>
                <a:cubicBezTo>
                  <a:pt x="2662" y="2530"/>
                  <a:pt x="2529" y="2574"/>
                  <a:pt x="2352" y="2574"/>
                </a:cubicBezTo>
                <a:lnTo>
                  <a:pt x="2307" y="2574"/>
                </a:lnTo>
                <a:cubicBezTo>
                  <a:pt x="1952" y="2574"/>
                  <a:pt x="1553" y="2175"/>
                  <a:pt x="1154" y="1776"/>
                </a:cubicBezTo>
                <a:cubicBezTo>
                  <a:pt x="755" y="1421"/>
                  <a:pt x="400" y="1021"/>
                  <a:pt x="0" y="622"/>
                </a:cubicBezTo>
                <a:lnTo>
                  <a:pt x="0" y="622"/>
                </a:lnTo>
                <a:cubicBezTo>
                  <a:pt x="178" y="1154"/>
                  <a:pt x="488" y="1643"/>
                  <a:pt x="843" y="2086"/>
                </a:cubicBezTo>
                <a:cubicBezTo>
                  <a:pt x="1021" y="2308"/>
                  <a:pt x="1198" y="2530"/>
                  <a:pt x="1420" y="2707"/>
                </a:cubicBezTo>
                <a:cubicBezTo>
                  <a:pt x="1642" y="2929"/>
                  <a:pt x="1952" y="3107"/>
                  <a:pt x="2307" y="3151"/>
                </a:cubicBezTo>
                <a:lnTo>
                  <a:pt x="2352" y="3151"/>
                </a:lnTo>
                <a:cubicBezTo>
                  <a:pt x="2485" y="3151"/>
                  <a:pt x="2707" y="3107"/>
                  <a:pt x="2840" y="3018"/>
                </a:cubicBezTo>
                <a:cubicBezTo>
                  <a:pt x="3017" y="2885"/>
                  <a:pt x="3150" y="2752"/>
                  <a:pt x="3239" y="2574"/>
                </a:cubicBezTo>
                <a:cubicBezTo>
                  <a:pt x="3328" y="2264"/>
                  <a:pt x="3372" y="1953"/>
                  <a:pt x="3372" y="1687"/>
                </a:cubicBezTo>
                <a:cubicBezTo>
                  <a:pt x="3417" y="1110"/>
                  <a:pt x="3328" y="533"/>
                  <a:pt x="3106" y="1"/>
                </a:cubicBezTo>
                <a:close/>
              </a:path>
            </a:pathLst>
          </a:custGeom>
          <a:solidFill>
            <a:srgbClr val="B1946E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2" name="Google Shape;1152;p28">
            <a:extLst>
              <a:ext uri="{FF2B5EF4-FFF2-40B4-BE49-F238E27FC236}">
                <a16:creationId xmlns:a16="http://schemas.microsoft.com/office/drawing/2014/main" id="{0ADD4E41-B35F-44D8-B3E2-F639D219440A}"/>
              </a:ext>
            </a:extLst>
          </p:cNvPr>
          <p:cNvSpPr>
            <a:spLocks noGrp="1"/>
          </p:cNvSpPr>
          <p:nvPr/>
        </p:nvSpPr>
        <p:spPr>
          <a:xfrm flipH="1">
            <a:off x="-6987066" y="4545406"/>
            <a:ext cx="70458" cy="70157"/>
          </a:xfrm>
          <a:custGeom>
            <a:avLst/>
            <a:gdLst/>
            <a:ahLst/>
            <a:cxnLst/>
            <a:rect l="l" t="t" r="r" b="b"/>
            <a:pathLst>
              <a:path w="3417" h="3151">
                <a:moveTo>
                  <a:pt x="3106" y="0"/>
                </a:moveTo>
                <a:cubicBezTo>
                  <a:pt x="3106" y="577"/>
                  <a:pt x="3062" y="1110"/>
                  <a:pt x="2929" y="1642"/>
                </a:cubicBezTo>
                <a:cubicBezTo>
                  <a:pt x="2884" y="1908"/>
                  <a:pt x="2840" y="2174"/>
                  <a:pt x="2751" y="2352"/>
                </a:cubicBezTo>
                <a:cubicBezTo>
                  <a:pt x="2662" y="2529"/>
                  <a:pt x="2529" y="2574"/>
                  <a:pt x="2352" y="2574"/>
                </a:cubicBezTo>
                <a:lnTo>
                  <a:pt x="2307" y="2574"/>
                </a:lnTo>
                <a:cubicBezTo>
                  <a:pt x="1952" y="2574"/>
                  <a:pt x="1553" y="2174"/>
                  <a:pt x="1154" y="1819"/>
                </a:cubicBezTo>
                <a:cubicBezTo>
                  <a:pt x="755" y="1420"/>
                  <a:pt x="400" y="1021"/>
                  <a:pt x="0" y="622"/>
                </a:cubicBezTo>
                <a:lnTo>
                  <a:pt x="0" y="622"/>
                </a:lnTo>
                <a:cubicBezTo>
                  <a:pt x="178" y="1154"/>
                  <a:pt x="488" y="1642"/>
                  <a:pt x="843" y="2086"/>
                </a:cubicBezTo>
                <a:cubicBezTo>
                  <a:pt x="1021" y="2308"/>
                  <a:pt x="1198" y="2529"/>
                  <a:pt x="1420" y="2751"/>
                </a:cubicBezTo>
                <a:cubicBezTo>
                  <a:pt x="1642" y="2929"/>
                  <a:pt x="1952" y="3151"/>
                  <a:pt x="2307" y="3151"/>
                </a:cubicBezTo>
                <a:lnTo>
                  <a:pt x="2352" y="3151"/>
                </a:lnTo>
                <a:cubicBezTo>
                  <a:pt x="2485" y="3151"/>
                  <a:pt x="2707" y="3106"/>
                  <a:pt x="2840" y="3017"/>
                </a:cubicBezTo>
                <a:cubicBezTo>
                  <a:pt x="3017" y="2929"/>
                  <a:pt x="3150" y="2751"/>
                  <a:pt x="3239" y="2574"/>
                </a:cubicBezTo>
                <a:cubicBezTo>
                  <a:pt x="3328" y="2263"/>
                  <a:pt x="3372" y="1997"/>
                  <a:pt x="3372" y="1686"/>
                </a:cubicBezTo>
                <a:cubicBezTo>
                  <a:pt x="3417" y="1110"/>
                  <a:pt x="3328" y="533"/>
                  <a:pt x="3106" y="0"/>
                </a:cubicBezTo>
                <a:close/>
              </a:path>
            </a:pathLst>
          </a:custGeom>
          <a:solidFill>
            <a:srgbClr val="B1946E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3" name="Google Shape;1153;p28">
            <a:extLst>
              <a:ext uri="{FF2B5EF4-FFF2-40B4-BE49-F238E27FC236}">
                <a16:creationId xmlns:a16="http://schemas.microsoft.com/office/drawing/2014/main" id="{A7CC5AC1-7061-43CE-84F6-6547355B022A}"/>
              </a:ext>
            </a:extLst>
          </p:cNvPr>
          <p:cNvSpPr>
            <a:spLocks noGrp="1"/>
          </p:cNvSpPr>
          <p:nvPr/>
        </p:nvSpPr>
        <p:spPr>
          <a:xfrm flipH="1">
            <a:off x="-6987066" y="4707406"/>
            <a:ext cx="70458" cy="69177"/>
          </a:xfrm>
          <a:custGeom>
            <a:avLst/>
            <a:gdLst/>
            <a:ahLst/>
            <a:cxnLst/>
            <a:rect l="l" t="t" r="r" b="b"/>
            <a:pathLst>
              <a:path w="3417" h="3107">
                <a:moveTo>
                  <a:pt x="3106" y="1"/>
                </a:moveTo>
                <a:cubicBezTo>
                  <a:pt x="3106" y="533"/>
                  <a:pt x="3062" y="1066"/>
                  <a:pt x="2929" y="1598"/>
                </a:cubicBezTo>
                <a:cubicBezTo>
                  <a:pt x="2884" y="1864"/>
                  <a:pt x="2840" y="2130"/>
                  <a:pt x="2751" y="2308"/>
                </a:cubicBezTo>
                <a:cubicBezTo>
                  <a:pt x="2662" y="2485"/>
                  <a:pt x="2529" y="2574"/>
                  <a:pt x="2352" y="2574"/>
                </a:cubicBezTo>
                <a:lnTo>
                  <a:pt x="2307" y="2574"/>
                </a:lnTo>
                <a:cubicBezTo>
                  <a:pt x="1952" y="2574"/>
                  <a:pt x="1553" y="2130"/>
                  <a:pt x="1154" y="1775"/>
                </a:cubicBezTo>
                <a:cubicBezTo>
                  <a:pt x="755" y="1376"/>
                  <a:pt x="400" y="1021"/>
                  <a:pt x="0" y="622"/>
                </a:cubicBezTo>
                <a:lnTo>
                  <a:pt x="0" y="622"/>
                </a:lnTo>
                <a:cubicBezTo>
                  <a:pt x="178" y="1110"/>
                  <a:pt x="488" y="1598"/>
                  <a:pt x="843" y="2042"/>
                </a:cubicBezTo>
                <a:cubicBezTo>
                  <a:pt x="1021" y="2264"/>
                  <a:pt x="1198" y="2485"/>
                  <a:pt x="1420" y="2707"/>
                </a:cubicBezTo>
                <a:cubicBezTo>
                  <a:pt x="1642" y="2885"/>
                  <a:pt x="1952" y="3107"/>
                  <a:pt x="2307" y="3107"/>
                </a:cubicBezTo>
                <a:lnTo>
                  <a:pt x="2352" y="3107"/>
                </a:lnTo>
                <a:cubicBezTo>
                  <a:pt x="2485" y="3107"/>
                  <a:pt x="2707" y="3062"/>
                  <a:pt x="2840" y="2973"/>
                </a:cubicBezTo>
                <a:cubicBezTo>
                  <a:pt x="3017" y="2885"/>
                  <a:pt x="3150" y="2707"/>
                  <a:pt x="3239" y="2530"/>
                </a:cubicBezTo>
                <a:cubicBezTo>
                  <a:pt x="3328" y="2219"/>
                  <a:pt x="3372" y="1953"/>
                  <a:pt x="3372" y="1642"/>
                </a:cubicBezTo>
                <a:cubicBezTo>
                  <a:pt x="3417" y="1066"/>
                  <a:pt x="3328" y="489"/>
                  <a:pt x="3106" y="1"/>
                </a:cubicBezTo>
                <a:close/>
              </a:path>
            </a:pathLst>
          </a:custGeom>
          <a:solidFill>
            <a:srgbClr val="B1946E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4" name="Google Shape;1154;p28">
            <a:extLst>
              <a:ext uri="{FF2B5EF4-FFF2-40B4-BE49-F238E27FC236}">
                <a16:creationId xmlns:a16="http://schemas.microsoft.com/office/drawing/2014/main" id="{9C28D294-14E1-4CD0-B217-D190D8E011DE}"/>
              </a:ext>
            </a:extLst>
          </p:cNvPr>
          <p:cNvSpPr>
            <a:spLocks noGrp="1"/>
          </p:cNvSpPr>
          <p:nvPr/>
        </p:nvSpPr>
        <p:spPr>
          <a:xfrm flipH="1">
            <a:off x="-7038286" y="4337963"/>
            <a:ext cx="70479" cy="69155"/>
          </a:xfrm>
          <a:custGeom>
            <a:avLst/>
            <a:gdLst/>
            <a:ahLst/>
            <a:cxnLst/>
            <a:rect l="l" t="t" r="r" b="b"/>
            <a:pathLst>
              <a:path w="3418" h="3106">
                <a:moveTo>
                  <a:pt x="3107" y="0"/>
                </a:moveTo>
                <a:cubicBezTo>
                  <a:pt x="3107" y="577"/>
                  <a:pt x="3062" y="1109"/>
                  <a:pt x="2929" y="1642"/>
                </a:cubicBezTo>
                <a:cubicBezTo>
                  <a:pt x="2885" y="1864"/>
                  <a:pt x="2840" y="2174"/>
                  <a:pt x="2752" y="2352"/>
                </a:cubicBezTo>
                <a:cubicBezTo>
                  <a:pt x="2663" y="2529"/>
                  <a:pt x="2530" y="2573"/>
                  <a:pt x="2352" y="2573"/>
                </a:cubicBezTo>
                <a:lnTo>
                  <a:pt x="2308" y="2573"/>
                </a:lnTo>
                <a:cubicBezTo>
                  <a:pt x="1953" y="2573"/>
                  <a:pt x="1554" y="2130"/>
                  <a:pt x="1154" y="1775"/>
                </a:cubicBezTo>
                <a:cubicBezTo>
                  <a:pt x="755" y="1420"/>
                  <a:pt x="400" y="1021"/>
                  <a:pt x="1" y="621"/>
                </a:cubicBezTo>
                <a:lnTo>
                  <a:pt x="1" y="621"/>
                </a:lnTo>
                <a:cubicBezTo>
                  <a:pt x="178" y="1154"/>
                  <a:pt x="489" y="1642"/>
                  <a:pt x="844" y="2085"/>
                </a:cubicBezTo>
                <a:cubicBezTo>
                  <a:pt x="1021" y="2307"/>
                  <a:pt x="1199" y="2529"/>
                  <a:pt x="1421" y="2707"/>
                </a:cubicBezTo>
                <a:cubicBezTo>
                  <a:pt x="1642" y="2928"/>
                  <a:pt x="1953" y="3106"/>
                  <a:pt x="2308" y="3106"/>
                </a:cubicBezTo>
                <a:lnTo>
                  <a:pt x="2352" y="3106"/>
                </a:lnTo>
                <a:cubicBezTo>
                  <a:pt x="2485" y="3106"/>
                  <a:pt x="2707" y="3106"/>
                  <a:pt x="2840" y="2973"/>
                </a:cubicBezTo>
                <a:cubicBezTo>
                  <a:pt x="3018" y="2884"/>
                  <a:pt x="3151" y="2707"/>
                  <a:pt x="3240" y="2573"/>
                </a:cubicBezTo>
                <a:cubicBezTo>
                  <a:pt x="3328" y="2219"/>
                  <a:pt x="3373" y="1952"/>
                  <a:pt x="3373" y="1686"/>
                </a:cubicBezTo>
                <a:cubicBezTo>
                  <a:pt x="3417" y="1109"/>
                  <a:pt x="3328" y="533"/>
                  <a:pt x="3107" y="0"/>
                </a:cubicBezTo>
                <a:close/>
              </a:path>
            </a:pathLst>
          </a:custGeom>
          <a:solidFill>
            <a:srgbClr val="B1946E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5" name="Google Shape;1155;p28">
            <a:extLst>
              <a:ext uri="{FF2B5EF4-FFF2-40B4-BE49-F238E27FC236}">
                <a16:creationId xmlns:a16="http://schemas.microsoft.com/office/drawing/2014/main" id="{DACD9D09-AEB2-4C43-A0B5-B8BB3EC07F22}"/>
              </a:ext>
            </a:extLst>
          </p:cNvPr>
          <p:cNvSpPr>
            <a:spLocks noGrp="1"/>
          </p:cNvSpPr>
          <p:nvPr/>
        </p:nvSpPr>
        <p:spPr>
          <a:xfrm flipH="1">
            <a:off x="-6826044" y="4336961"/>
            <a:ext cx="70458" cy="69177"/>
          </a:xfrm>
          <a:custGeom>
            <a:avLst/>
            <a:gdLst/>
            <a:ahLst/>
            <a:cxnLst/>
            <a:rect l="l" t="t" r="r" b="b"/>
            <a:pathLst>
              <a:path w="3417" h="3107">
                <a:moveTo>
                  <a:pt x="3106" y="1"/>
                </a:moveTo>
                <a:cubicBezTo>
                  <a:pt x="3106" y="533"/>
                  <a:pt x="3062" y="1066"/>
                  <a:pt x="2973" y="1598"/>
                </a:cubicBezTo>
                <a:cubicBezTo>
                  <a:pt x="2929" y="1864"/>
                  <a:pt x="2884" y="2130"/>
                  <a:pt x="2751" y="2308"/>
                </a:cubicBezTo>
                <a:cubicBezTo>
                  <a:pt x="2663" y="2485"/>
                  <a:pt x="2574" y="2530"/>
                  <a:pt x="2352" y="2530"/>
                </a:cubicBezTo>
                <a:cubicBezTo>
                  <a:pt x="1953" y="2530"/>
                  <a:pt x="1553" y="2130"/>
                  <a:pt x="1199" y="1775"/>
                </a:cubicBezTo>
                <a:cubicBezTo>
                  <a:pt x="799" y="1376"/>
                  <a:pt x="400" y="977"/>
                  <a:pt x="1" y="578"/>
                </a:cubicBezTo>
                <a:lnTo>
                  <a:pt x="1" y="578"/>
                </a:lnTo>
                <a:cubicBezTo>
                  <a:pt x="222" y="1110"/>
                  <a:pt x="533" y="1598"/>
                  <a:pt x="844" y="2042"/>
                </a:cubicBezTo>
                <a:cubicBezTo>
                  <a:pt x="1021" y="2264"/>
                  <a:pt x="1199" y="2485"/>
                  <a:pt x="1420" y="2707"/>
                </a:cubicBezTo>
                <a:cubicBezTo>
                  <a:pt x="1642" y="2885"/>
                  <a:pt x="1953" y="3107"/>
                  <a:pt x="2352" y="3107"/>
                </a:cubicBezTo>
                <a:cubicBezTo>
                  <a:pt x="2530" y="3107"/>
                  <a:pt x="2707" y="3062"/>
                  <a:pt x="2884" y="2973"/>
                </a:cubicBezTo>
                <a:cubicBezTo>
                  <a:pt x="3062" y="2885"/>
                  <a:pt x="3195" y="2707"/>
                  <a:pt x="3239" y="2530"/>
                </a:cubicBezTo>
                <a:cubicBezTo>
                  <a:pt x="3373" y="2219"/>
                  <a:pt x="3373" y="1953"/>
                  <a:pt x="3417" y="1642"/>
                </a:cubicBezTo>
                <a:cubicBezTo>
                  <a:pt x="3417" y="1066"/>
                  <a:pt x="3328" y="489"/>
                  <a:pt x="3106" y="1"/>
                </a:cubicBezTo>
                <a:close/>
              </a:path>
            </a:pathLst>
          </a:custGeom>
          <a:solidFill>
            <a:srgbClr val="B1946E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6" name="Google Shape;1156;p28">
            <a:extLst>
              <a:ext uri="{FF2B5EF4-FFF2-40B4-BE49-F238E27FC236}">
                <a16:creationId xmlns:a16="http://schemas.microsoft.com/office/drawing/2014/main" id="{20CBFDC3-0AD6-4F07-9E11-128CE6ABCC39}"/>
              </a:ext>
            </a:extLst>
          </p:cNvPr>
          <p:cNvSpPr>
            <a:spLocks noGrp="1"/>
          </p:cNvSpPr>
          <p:nvPr/>
        </p:nvSpPr>
        <p:spPr>
          <a:xfrm flipH="1">
            <a:off x="-6926690" y="4250039"/>
            <a:ext cx="71365" cy="70157"/>
          </a:xfrm>
          <a:custGeom>
            <a:avLst/>
            <a:gdLst/>
            <a:ahLst/>
            <a:cxnLst/>
            <a:rect l="l" t="t" r="r" b="b"/>
            <a:pathLst>
              <a:path w="3461" h="3151">
                <a:moveTo>
                  <a:pt x="3106" y="0"/>
                </a:moveTo>
                <a:cubicBezTo>
                  <a:pt x="3106" y="577"/>
                  <a:pt x="3106" y="1110"/>
                  <a:pt x="2973" y="1642"/>
                </a:cubicBezTo>
                <a:cubicBezTo>
                  <a:pt x="2928" y="1908"/>
                  <a:pt x="2884" y="2174"/>
                  <a:pt x="2795" y="2352"/>
                </a:cubicBezTo>
                <a:cubicBezTo>
                  <a:pt x="2706" y="2529"/>
                  <a:pt x="2573" y="2574"/>
                  <a:pt x="2396" y="2574"/>
                </a:cubicBezTo>
                <a:lnTo>
                  <a:pt x="2352" y="2574"/>
                </a:lnTo>
                <a:cubicBezTo>
                  <a:pt x="1952" y="2574"/>
                  <a:pt x="1597" y="2174"/>
                  <a:pt x="1198" y="1819"/>
                </a:cubicBezTo>
                <a:cubicBezTo>
                  <a:pt x="799" y="1420"/>
                  <a:pt x="399" y="1021"/>
                  <a:pt x="0" y="622"/>
                </a:cubicBezTo>
                <a:lnTo>
                  <a:pt x="0" y="622"/>
                </a:lnTo>
                <a:cubicBezTo>
                  <a:pt x="222" y="1154"/>
                  <a:pt x="532" y="1642"/>
                  <a:pt x="887" y="2086"/>
                </a:cubicBezTo>
                <a:cubicBezTo>
                  <a:pt x="1020" y="2308"/>
                  <a:pt x="1198" y="2529"/>
                  <a:pt x="1420" y="2751"/>
                </a:cubicBezTo>
                <a:cubicBezTo>
                  <a:pt x="1642" y="2929"/>
                  <a:pt x="1952" y="3150"/>
                  <a:pt x="2352" y="3150"/>
                </a:cubicBezTo>
                <a:cubicBezTo>
                  <a:pt x="2529" y="3150"/>
                  <a:pt x="2706" y="3106"/>
                  <a:pt x="2884" y="3017"/>
                </a:cubicBezTo>
                <a:cubicBezTo>
                  <a:pt x="3061" y="2929"/>
                  <a:pt x="3195" y="2751"/>
                  <a:pt x="3239" y="2574"/>
                </a:cubicBezTo>
                <a:cubicBezTo>
                  <a:pt x="3372" y="2263"/>
                  <a:pt x="3416" y="1997"/>
                  <a:pt x="3416" y="1686"/>
                </a:cubicBezTo>
                <a:cubicBezTo>
                  <a:pt x="3461" y="1110"/>
                  <a:pt x="3372" y="533"/>
                  <a:pt x="3106" y="0"/>
                </a:cubicBezTo>
                <a:close/>
              </a:path>
            </a:pathLst>
          </a:custGeom>
          <a:solidFill>
            <a:srgbClr val="B1946E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7" name="Google Shape;1157;p28">
            <a:extLst>
              <a:ext uri="{FF2B5EF4-FFF2-40B4-BE49-F238E27FC236}">
                <a16:creationId xmlns:a16="http://schemas.microsoft.com/office/drawing/2014/main" id="{4B430C33-E67D-4EF8-9D67-04D3B64B6768}"/>
              </a:ext>
            </a:extLst>
          </p:cNvPr>
          <p:cNvSpPr>
            <a:spLocks noGrp="1"/>
          </p:cNvSpPr>
          <p:nvPr/>
        </p:nvSpPr>
        <p:spPr>
          <a:xfrm flipH="1">
            <a:off x="-7039214" y="4139404"/>
            <a:ext cx="70458" cy="70157"/>
          </a:xfrm>
          <a:custGeom>
            <a:avLst/>
            <a:gdLst/>
            <a:ahLst/>
            <a:cxnLst/>
            <a:rect l="l" t="t" r="r" b="b"/>
            <a:pathLst>
              <a:path w="3417" h="3151">
                <a:moveTo>
                  <a:pt x="3106" y="0"/>
                </a:moveTo>
                <a:cubicBezTo>
                  <a:pt x="3106" y="577"/>
                  <a:pt x="3062" y="1109"/>
                  <a:pt x="2973" y="1642"/>
                </a:cubicBezTo>
                <a:cubicBezTo>
                  <a:pt x="2884" y="1908"/>
                  <a:pt x="2840" y="2174"/>
                  <a:pt x="2751" y="2352"/>
                </a:cubicBezTo>
                <a:cubicBezTo>
                  <a:pt x="2662" y="2529"/>
                  <a:pt x="2529" y="2573"/>
                  <a:pt x="2352" y="2573"/>
                </a:cubicBezTo>
                <a:lnTo>
                  <a:pt x="2307" y="2573"/>
                </a:lnTo>
                <a:cubicBezTo>
                  <a:pt x="1952" y="2573"/>
                  <a:pt x="1553" y="2174"/>
                  <a:pt x="1154" y="1819"/>
                </a:cubicBezTo>
                <a:cubicBezTo>
                  <a:pt x="755" y="1420"/>
                  <a:pt x="400" y="1021"/>
                  <a:pt x="0" y="621"/>
                </a:cubicBezTo>
                <a:lnTo>
                  <a:pt x="0" y="621"/>
                </a:lnTo>
                <a:cubicBezTo>
                  <a:pt x="178" y="1154"/>
                  <a:pt x="488" y="1642"/>
                  <a:pt x="843" y="2085"/>
                </a:cubicBezTo>
                <a:cubicBezTo>
                  <a:pt x="1021" y="2307"/>
                  <a:pt x="1198" y="2529"/>
                  <a:pt x="1420" y="2751"/>
                </a:cubicBezTo>
                <a:cubicBezTo>
                  <a:pt x="1642" y="2928"/>
                  <a:pt x="1952" y="3106"/>
                  <a:pt x="2307" y="3150"/>
                </a:cubicBezTo>
                <a:lnTo>
                  <a:pt x="2352" y="3150"/>
                </a:lnTo>
                <a:cubicBezTo>
                  <a:pt x="2529" y="3150"/>
                  <a:pt x="2707" y="3106"/>
                  <a:pt x="2840" y="3017"/>
                </a:cubicBezTo>
                <a:cubicBezTo>
                  <a:pt x="3017" y="2884"/>
                  <a:pt x="3150" y="2751"/>
                  <a:pt x="3239" y="2573"/>
                </a:cubicBezTo>
                <a:cubicBezTo>
                  <a:pt x="3372" y="2263"/>
                  <a:pt x="3372" y="1997"/>
                  <a:pt x="3372" y="1686"/>
                </a:cubicBezTo>
                <a:cubicBezTo>
                  <a:pt x="3417" y="1109"/>
                  <a:pt x="3328" y="533"/>
                  <a:pt x="3106" y="0"/>
                </a:cubicBezTo>
                <a:close/>
              </a:path>
            </a:pathLst>
          </a:custGeom>
          <a:solidFill>
            <a:srgbClr val="B1946E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8" name="Google Shape;1158;p28">
            <a:extLst>
              <a:ext uri="{FF2B5EF4-FFF2-40B4-BE49-F238E27FC236}">
                <a16:creationId xmlns:a16="http://schemas.microsoft.com/office/drawing/2014/main" id="{3F95C099-9528-42E3-9984-CEC3A886EE91}"/>
              </a:ext>
            </a:extLst>
          </p:cNvPr>
          <p:cNvSpPr>
            <a:spLocks noGrp="1"/>
          </p:cNvSpPr>
          <p:nvPr/>
        </p:nvSpPr>
        <p:spPr>
          <a:xfrm flipH="1">
            <a:off x="-7104167" y="4441674"/>
            <a:ext cx="70458" cy="70157"/>
          </a:xfrm>
          <a:custGeom>
            <a:avLst/>
            <a:gdLst/>
            <a:ahLst/>
            <a:cxnLst/>
            <a:rect l="l" t="t" r="r" b="b"/>
            <a:pathLst>
              <a:path w="3417" h="3151">
                <a:moveTo>
                  <a:pt x="3106" y="1"/>
                </a:moveTo>
                <a:cubicBezTo>
                  <a:pt x="3106" y="578"/>
                  <a:pt x="3062" y="1110"/>
                  <a:pt x="2973" y="1642"/>
                </a:cubicBezTo>
                <a:cubicBezTo>
                  <a:pt x="2929" y="1864"/>
                  <a:pt x="2884" y="2175"/>
                  <a:pt x="2751" y="2352"/>
                </a:cubicBezTo>
                <a:cubicBezTo>
                  <a:pt x="2662" y="2530"/>
                  <a:pt x="2574" y="2574"/>
                  <a:pt x="2352" y="2574"/>
                </a:cubicBezTo>
                <a:cubicBezTo>
                  <a:pt x="1953" y="2574"/>
                  <a:pt x="1553" y="2175"/>
                  <a:pt x="1198" y="1775"/>
                </a:cubicBezTo>
                <a:cubicBezTo>
                  <a:pt x="799" y="1421"/>
                  <a:pt x="400" y="1021"/>
                  <a:pt x="0" y="622"/>
                </a:cubicBezTo>
                <a:lnTo>
                  <a:pt x="0" y="622"/>
                </a:lnTo>
                <a:cubicBezTo>
                  <a:pt x="222" y="1154"/>
                  <a:pt x="488" y="1642"/>
                  <a:pt x="843" y="2086"/>
                </a:cubicBezTo>
                <a:cubicBezTo>
                  <a:pt x="1021" y="2308"/>
                  <a:pt x="1198" y="2530"/>
                  <a:pt x="1420" y="2707"/>
                </a:cubicBezTo>
                <a:cubicBezTo>
                  <a:pt x="1642" y="2929"/>
                  <a:pt x="1953" y="3107"/>
                  <a:pt x="2352" y="3151"/>
                </a:cubicBezTo>
                <a:cubicBezTo>
                  <a:pt x="2529" y="3151"/>
                  <a:pt x="2707" y="3107"/>
                  <a:pt x="2884" y="3018"/>
                </a:cubicBezTo>
                <a:cubicBezTo>
                  <a:pt x="3062" y="2885"/>
                  <a:pt x="3195" y="2752"/>
                  <a:pt x="3239" y="2574"/>
                </a:cubicBezTo>
                <a:cubicBezTo>
                  <a:pt x="3372" y="2264"/>
                  <a:pt x="3372" y="1953"/>
                  <a:pt x="3417" y="1687"/>
                </a:cubicBezTo>
                <a:cubicBezTo>
                  <a:pt x="3417" y="1110"/>
                  <a:pt x="3328" y="533"/>
                  <a:pt x="3106" y="1"/>
                </a:cubicBezTo>
                <a:close/>
              </a:path>
            </a:pathLst>
          </a:custGeom>
          <a:solidFill>
            <a:srgbClr val="B1946E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9" name="Google Shape;1159;p28">
            <a:extLst>
              <a:ext uri="{FF2B5EF4-FFF2-40B4-BE49-F238E27FC236}">
                <a16:creationId xmlns:a16="http://schemas.microsoft.com/office/drawing/2014/main" id="{6C48A573-51EE-4261-BA4E-341BC05C1AA4}"/>
              </a:ext>
            </a:extLst>
          </p:cNvPr>
          <p:cNvSpPr>
            <a:spLocks noGrp="1"/>
          </p:cNvSpPr>
          <p:nvPr/>
        </p:nvSpPr>
        <p:spPr>
          <a:xfrm flipH="1">
            <a:off x="-7104167" y="4663945"/>
            <a:ext cx="70458" cy="69177"/>
          </a:xfrm>
          <a:custGeom>
            <a:avLst/>
            <a:gdLst/>
            <a:ahLst/>
            <a:cxnLst/>
            <a:rect l="l" t="t" r="r" b="b"/>
            <a:pathLst>
              <a:path w="3417" h="3107">
                <a:moveTo>
                  <a:pt x="3106" y="1"/>
                </a:moveTo>
                <a:cubicBezTo>
                  <a:pt x="3106" y="533"/>
                  <a:pt x="3062" y="1065"/>
                  <a:pt x="2973" y="1598"/>
                </a:cubicBezTo>
                <a:cubicBezTo>
                  <a:pt x="2929" y="1864"/>
                  <a:pt x="2884" y="2130"/>
                  <a:pt x="2751" y="2308"/>
                </a:cubicBezTo>
                <a:cubicBezTo>
                  <a:pt x="2662" y="2485"/>
                  <a:pt x="2574" y="2574"/>
                  <a:pt x="2352" y="2574"/>
                </a:cubicBezTo>
                <a:cubicBezTo>
                  <a:pt x="1953" y="2574"/>
                  <a:pt x="1553" y="2130"/>
                  <a:pt x="1198" y="1775"/>
                </a:cubicBezTo>
                <a:cubicBezTo>
                  <a:pt x="799" y="1376"/>
                  <a:pt x="400" y="1021"/>
                  <a:pt x="0" y="622"/>
                </a:cubicBezTo>
                <a:lnTo>
                  <a:pt x="0" y="622"/>
                </a:lnTo>
                <a:cubicBezTo>
                  <a:pt x="222" y="1110"/>
                  <a:pt x="488" y="1598"/>
                  <a:pt x="843" y="2041"/>
                </a:cubicBezTo>
                <a:cubicBezTo>
                  <a:pt x="1021" y="2263"/>
                  <a:pt x="1198" y="2485"/>
                  <a:pt x="1420" y="2707"/>
                </a:cubicBezTo>
                <a:cubicBezTo>
                  <a:pt x="1642" y="2884"/>
                  <a:pt x="1953" y="3106"/>
                  <a:pt x="2352" y="3106"/>
                </a:cubicBezTo>
                <a:cubicBezTo>
                  <a:pt x="2529" y="3106"/>
                  <a:pt x="2707" y="3062"/>
                  <a:pt x="2884" y="2973"/>
                </a:cubicBezTo>
                <a:cubicBezTo>
                  <a:pt x="3062" y="2884"/>
                  <a:pt x="3195" y="2707"/>
                  <a:pt x="3239" y="2530"/>
                </a:cubicBezTo>
                <a:cubicBezTo>
                  <a:pt x="3372" y="2219"/>
                  <a:pt x="3372" y="1953"/>
                  <a:pt x="3417" y="1642"/>
                </a:cubicBezTo>
                <a:cubicBezTo>
                  <a:pt x="3417" y="1065"/>
                  <a:pt x="3328" y="489"/>
                  <a:pt x="3106" y="1"/>
                </a:cubicBezTo>
                <a:close/>
              </a:path>
            </a:pathLst>
          </a:custGeom>
          <a:solidFill>
            <a:srgbClr val="B1946E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0" name="Google Shape;1160;p28">
            <a:extLst>
              <a:ext uri="{FF2B5EF4-FFF2-40B4-BE49-F238E27FC236}">
                <a16:creationId xmlns:a16="http://schemas.microsoft.com/office/drawing/2014/main" id="{4BC714FD-A560-4CE2-9C60-1AD181B7EC55}"/>
              </a:ext>
            </a:extLst>
          </p:cNvPr>
          <p:cNvSpPr>
            <a:spLocks noGrp="1"/>
          </p:cNvSpPr>
          <p:nvPr/>
        </p:nvSpPr>
        <p:spPr>
          <a:xfrm flipH="1">
            <a:off x="-6786701" y="4210518"/>
            <a:ext cx="71386" cy="69177"/>
          </a:xfrm>
          <a:custGeom>
            <a:avLst/>
            <a:gdLst/>
            <a:ahLst/>
            <a:cxnLst/>
            <a:rect l="l" t="t" r="r" b="b"/>
            <a:pathLst>
              <a:path w="3462" h="3107">
                <a:moveTo>
                  <a:pt x="3151" y="1"/>
                </a:moveTo>
                <a:cubicBezTo>
                  <a:pt x="3107" y="533"/>
                  <a:pt x="3107" y="1065"/>
                  <a:pt x="2973" y="1598"/>
                </a:cubicBezTo>
                <a:cubicBezTo>
                  <a:pt x="2929" y="1864"/>
                  <a:pt x="2885" y="2130"/>
                  <a:pt x="2796" y="2308"/>
                </a:cubicBezTo>
                <a:cubicBezTo>
                  <a:pt x="2707" y="2485"/>
                  <a:pt x="2574" y="2574"/>
                  <a:pt x="2397" y="2574"/>
                </a:cubicBezTo>
                <a:lnTo>
                  <a:pt x="2352" y="2574"/>
                </a:lnTo>
                <a:cubicBezTo>
                  <a:pt x="1953" y="2574"/>
                  <a:pt x="1598" y="2130"/>
                  <a:pt x="1199" y="1775"/>
                </a:cubicBezTo>
                <a:cubicBezTo>
                  <a:pt x="799" y="1376"/>
                  <a:pt x="400" y="1021"/>
                  <a:pt x="1" y="622"/>
                </a:cubicBezTo>
                <a:lnTo>
                  <a:pt x="1" y="622"/>
                </a:lnTo>
                <a:cubicBezTo>
                  <a:pt x="223" y="1110"/>
                  <a:pt x="533" y="1598"/>
                  <a:pt x="888" y="2042"/>
                </a:cubicBezTo>
                <a:cubicBezTo>
                  <a:pt x="1021" y="2308"/>
                  <a:pt x="1199" y="2485"/>
                  <a:pt x="1421" y="2707"/>
                </a:cubicBezTo>
                <a:cubicBezTo>
                  <a:pt x="1642" y="2885"/>
                  <a:pt x="1997" y="3106"/>
                  <a:pt x="2352" y="3106"/>
                </a:cubicBezTo>
                <a:cubicBezTo>
                  <a:pt x="2530" y="3106"/>
                  <a:pt x="2707" y="3062"/>
                  <a:pt x="2885" y="2973"/>
                </a:cubicBezTo>
                <a:cubicBezTo>
                  <a:pt x="3062" y="2885"/>
                  <a:pt x="3195" y="2707"/>
                  <a:pt x="3240" y="2530"/>
                </a:cubicBezTo>
                <a:cubicBezTo>
                  <a:pt x="3373" y="2219"/>
                  <a:pt x="3417" y="1953"/>
                  <a:pt x="3417" y="1642"/>
                </a:cubicBezTo>
                <a:cubicBezTo>
                  <a:pt x="3461" y="1065"/>
                  <a:pt x="3373" y="489"/>
                  <a:pt x="3151" y="1"/>
                </a:cubicBezTo>
                <a:close/>
              </a:path>
            </a:pathLst>
          </a:custGeom>
          <a:solidFill>
            <a:srgbClr val="B1946E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1" name="Google Shape;1161;p28">
            <a:extLst>
              <a:ext uri="{FF2B5EF4-FFF2-40B4-BE49-F238E27FC236}">
                <a16:creationId xmlns:a16="http://schemas.microsoft.com/office/drawing/2014/main" id="{D15E8553-8FF1-487B-9158-7135A01BCA74}"/>
              </a:ext>
            </a:extLst>
          </p:cNvPr>
          <p:cNvSpPr>
            <a:spLocks noGrp="1"/>
          </p:cNvSpPr>
          <p:nvPr/>
        </p:nvSpPr>
        <p:spPr>
          <a:xfrm flipH="1">
            <a:off x="-6891925" y="4537502"/>
            <a:ext cx="70458" cy="70157"/>
          </a:xfrm>
          <a:custGeom>
            <a:avLst/>
            <a:gdLst/>
            <a:ahLst/>
            <a:cxnLst/>
            <a:rect l="l" t="t" r="r" b="b"/>
            <a:pathLst>
              <a:path w="3417" h="3151">
                <a:moveTo>
                  <a:pt x="3106" y="0"/>
                </a:moveTo>
                <a:cubicBezTo>
                  <a:pt x="3106" y="577"/>
                  <a:pt x="3061" y="1110"/>
                  <a:pt x="2973" y="1642"/>
                </a:cubicBezTo>
                <a:cubicBezTo>
                  <a:pt x="2928" y="1908"/>
                  <a:pt x="2840" y="2174"/>
                  <a:pt x="2751" y="2352"/>
                </a:cubicBezTo>
                <a:cubicBezTo>
                  <a:pt x="2662" y="2529"/>
                  <a:pt x="2573" y="2574"/>
                  <a:pt x="2352" y="2574"/>
                </a:cubicBezTo>
                <a:cubicBezTo>
                  <a:pt x="1952" y="2574"/>
                  <a:pt x="1553" y="2174"/>
                  <a:pt x="1154" y="1820"/>
                </a:cubicBezTo>
                <a:cubicBezTo>
                  <a:pt x="799" y="1420"/>
                  <a:pt x="399" y="1021"/>
                  <a:pt x="0" y="622"/>
                </a:cubicBezTo>
                <a:lnTo>
                  <a:pt x="0" y="622"/>
                </a:lnTo>
                <a:cubicBezTo>
                  <a:pt x="222" y="1154"/>
                  <a:pt x="488" y="1642"/>
                  <a:pt x="843" y="2086"/>
                </a:cubicBezTo>
                <a:cubicBezTo>
                  <a:pt x="1021" y="2308"/>
                  <a:pt x="1198" y="2529"/>
                  <a:pt x="1420" y="2751"/>
                </a:cubicBezTo>
                <a:cubicBezTo>
                  <a:pt x="1642" y="2929"/>
                  <a:pt x="1952" y="3151"/>
                  <a:pt x="2307" y="3151"/>
                </a:cubicBezTo>
                <a:lnTo>
                  <a:pt x="2352" y="3151"/>
                </a:lnTo>
                <a:cubicBezTo>
                  <a:pt x="2529" y="3151"/>
                  <a:pt x="2706" y="3106"/>
                  <a:pt x="2884" y="3017"/>
                </a:cubicBezTo>
                <a:cubicBezTo>
                  <a:pt x="3061" y="2929"/>
                  <a:pt x="3195" y="2751"/>
                  <a:pt x="3239" y="2574"/>
                </a:cubicBezTo>
                <a:cubicBezTo>
                  <a:pt x="3372" y="2263"/>
                  <a:pt x="3372" y="1997"/>
                  <a:pt x="3416" y="1686"/>
                </a:cubicBezTo>
                <a:cubicBezTo>
                  <a:pt x="3416" y="1110"/>
                  <a:pt x="3328" y="533"/>
                  <a:pt x="3106" y="0"/>
                </a:cubicBezTo>
                <a:close/>
              </a:path>
            </a:pathLst>
          </a:custGeom>
          <a:solidFill>
            <a:srgbClr val="B1946E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2" name="Google Shape;1162;p28">
            <a:extLst>
              <a:ext uri="{FF2B5EF4-FFF2-40B4-BE49-F238E27FC236}">
                <a16:creationId xmlns:a16="http://schemas.microsoft.com/office/drawing/2014/main" id="{E863C7D5-DC24-4345-8DA6-35400BC45E0D}"/>
              </a:ext>
            </a:extLst>
          </p:cNvPr>
          <p:cNvSpPr>
            <a:spLocks noGrp="1"/>
          </p:cNvSpPr>
          <p:nvPr/>
        </p:nvSpPr>
        <p:spPr>
          <a:xfrm flipH="1">
            <a:off x="-6876357" y="3631650"/>
            <a:ext cx="34785" cy="112616"/>
          </a:xfrm>
          <a:custGeom>
            <a:avLst/>
            <a:gdLst/>
            <a:ahLst/>
            <a:cxnLst/>
            <a:rect l="l" t="t" r="r" b="b"/>
            <a:pathLst>
              <a:path w="1687" h="5058">
                <a:moveTo>
                  <a:pt x="844" y="0"/>
                </a:moveTo>
                <a:cubicBezTo>
                  <a:pt x="400" y="0"/>
                  <a:pt x="1" y="1154"/>
                  <a:pt x="1" y="2529"/>
                </a:cubicBezTo>
                <a:cubicBezTo>
                  <a:pt x="1" y="3949"/>
                  <a:pt x="400" y="5058"/>
                  <a:pt x="844" y="5058"/>
                </a:cubicBezTo>
                <a:cubicBezTo>
                  <a:pt x="1332" y="5058"/>
                  <a:pt x="1687" y="3949"/>
                  <a:pt x="1687" y="2529"/>
                </a:cubicBezTo>
                <a:cubicBezTo>
                  <a:pt x="1687" y="1154"/>
                  <a:pt x="1332" y="0"/>
                  <a:pt x="844" y="0"/>
                </a:cubicBezTo>
                <a:close/>
              </a:path>
            </a:pathLst>
          </a:custGeom>
          <a:solidFill>
            <a:srgbClr val="40403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3" name="Google Shape;1163;p28">
            <a:extLst>
              <a:ext uri="{FF2B5EF4-FFF2-40B4-BE49-F238E27FC236}">
                <a16:creationId xmlns:a16="http://schemas.microsoft.com/office/drawing/2014/main" id="{0DE37681-FA03-4954-8A1E-FD768EC920DD}"/>
              </a:ext>
            </a:extLst>
          </p:cNvPr>
          <p:cNvSpPr>
            <a:spLocks noGrp="1"/>
          </p:cNvSpPr>
          <p:nvPr/>
        </p:nvSpPr>
        <p:spPr>
          <a:xfrm flipH="1">
            <a:off x="-7351174" y="3631650"/>
            <a:ext cx="34785" cy="112616"/>
          </a:xfrm>
          <a:custGeom>
            <a:avLst/>
            <a:gdLst/>
            <a:ahLst/>
            <a:cxnLst/>
            <a:rect l="l" t="t" r="r" b="b"/>
            <a:pathLst>
              <a:path w="1687" h="5058">
                <a:moveTo>
                  <a:pt x="844" y="0"/>
                </a:moveTo>
                <a:cubicBezTo>
                  <a:pt x="400" y="0"/>
                  <a:pt x="1" y="1154"/>
                  <a:pt x="1" y="2529"/>
                </a:cubicBezTo>
                <a:cubicBezTo>
                  <a:pt x="1" y="3949"/>
                  <a:pt x="400" y="5058"/>
                  <a:pt x="844" y="5058"/>
                </a:cubicBezTo>
                <a:cubicBezTo>
                  <a:pt x="1332" y="5058"/>
                  <a:pt x="1687" y="3949"/>
                  <a:pt x="1687" y="2529"/>
                </a:cubicBezTo>
                <a:cubicBezTo>
                  <a:pt x="1687" y="1154"/>
                  <a:pt x="1332" y="0"/>
                  <a:pt x="844" y="0"/>
                </a:cubicBezTo>
                <a:close/>
              </a:path>
            </a:pathLst>
          </a:custGeom>
          <a:solidFill>
            <a:srgbClr val="40403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4" name="Google Shape;1164;p28">
            <a:extLst>
              <a:ext uri="{FF2B5EF4-FFF2-40B4-BE49-F238E27FC236}">
                <a16:creationId xmlns:a16="http://schemas.microsoft.com/office/drawing/2014/main" id="{14DF2593-819A-4EDB-8537-697A8BD88BDE}"/>
              </a:ext>
            </a:extLst>
          </p:cNvPr>
          <p:cNvSpPr>
            <a:spLocks noGrp="1"/>
          </p:cNvSpPr>
          <p:nvPr/>
        </p:nvSpPr>
        <p:spPr>
          <a:xfrm flipH="1">
            <a:off x="-7073979" y="3819322"/>
            <a:ext cx="92418" cy="99814"/>
          </a:xfrm>
          <a:custGeom>
            <a:avLst/>
            <a:gdLst/>
            <a:ahLst/>
            <a:cxnLst/>
            <a:rect l="l" t="t" r="r" b="b"/>
            <a:pathLst>
              <a:path w="4482" h="4483">
                <a:moveTo>
                  <a:pt x="0" y="1"/>
                </a:moveTo>
                <a:lnTo>
                  <a:pt x="1686" y="4482"/>
                </a:lnTo>
                <a:lnTo>
                  <a:pt x="4481" y="1"/>
                </a:lnTo>
                <a:close/>
              </a:path>
            </a:pathLst>
          </a:custGeom>
          <a:solidFill>
            <a:srgbClr val="3D3E3D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5" name="Google Shape;1165;p28">
            <a:extLst>
              <a:ext uri="{FF2B5EF4-FFF2-40B4-BE49-F238E27FC236}">
                <a16:creationId xmlns:a16="http://schemas.microsoft.com/office/drawing/2014/main" id="{D5485464-CC4C-4B66-9DB4-B23ED5AD6359}"/>
              </a:ext>
            </a:extLst>
          </p:cNvPr>
          <p:cNvSpPr>
            <a:spLocks noGrp="1"/>
          </p:cNvSpPr>
          <p:nvPr/>
        </p:nvSpPr>
        <p:spPr>
          <a:xfrm flipH="1">
            <a:off x="-6818270" y="3201958"/>
            <a:ext cx="142277" cy="145212"/>
          </a:xfrm>
          <a:custGeom>
            <a:avLst/>
            <a:gdLst/>
            <a:ahLst/>
            <a:cxnLst/>
            <a:rect l="l" t="t" r="r" b="b"/>
            <a:pathLst>
              <a:path w="6900" h="6522">
                <a:moveTo>
                  <a:pt x="1457" y="0"/>
                </a:moveTo>
                <a:cubicBezTo>
                  <a:pt x="305" y="0"/>
                  <a:pt x="1" y="4885"/>
                  <a:pt x="5746" y="6521"/>
                </a:cubicBezTo>
                <a:cubicBezTo>
                  <a:pt x="6101" y="6388"/>
                  <a:pt x="6500" y="6299"/>
                  <a:pt x="6900" y="6166"/>
                </a:cubicBezTo>
                <a:cubicBezTo>
                  <a:pt x="5613" y="5101"/>
                  <a:pt x="3439" y="3060"/>
                  <a:pt x="2285" y="798"/>
                </a:cubicBezTo>
                <a:cubicBezTo>
                  <a:pt x="2005" y="237"/>
                  <a:pt x="1710" y="0"/>
                  <a:pt x="1457" y="0"/>
                </a:cubicBezTo>
                <a:close/>
              </a:path>
            </a:pathLst>
          </a:custGeom>
          <a:solidFill>
            <a:srgbClr val="7C674C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6" name="Google Shape;1166;p28">
            <a:extLst>
              <a:ext uri="{FF2B5EF4-FFF2-40B4-BE49-F238E27FC236}">
                <a16:creationId xmlns:a16="http://schemas.microsoft.com/office/drawing/2014/main" id="{4262D8FB-3103-4535-BBE8-25C210509D66}"/>
              </a:ext>
            </a:extLst>
          </p:cNvPr>
          <p:cNvSpPr>
            <a:spLocks noGrp="1"/>
          </p:cNvSpPr>
          <p:nvPr/>
        </p:nvSpPr>
        <p:spPr>
          <a:xfrm flipH="1">
            <a:off x="-6936753" y="3339244"/>
            <a:ext cx="43920" cy="17789"/>
          </a:xfrm>
          <a:custGeom>
            <a:avLst/>
            <a:gdLst/>
            <a:ahLst/>
            <a:cxnLst/>
            <a:rect l="l" t="t" r="r" b="b"/>
            <a:pathLst>
              <a:path w="2130" h="799">
                <a:moveTo>
                  <a:pt x="1154" y="0"/>
                </a:moveTo>
                <a:cubicBezTo>
                  <a:pt x="754" y="133"/>
                  <a:pt x="355" y="222"/>
                  <a:pt x="0" y="355"/>
                </a:cubicBezTo>
                <a:cubicBezTo>
                  <a:pt x="621" y="577"/>
                  <a:pt x="1331" y="710"/>
                  <a:pt x="2130" y="799"/>
                </a:cubicBezTo>
                <a:cubicBezTo>
                  <a:pt x="2130" y="799"/>
                  <a:pt x="1730" y="488"/>
                  <a:pt x="1154" y="0"/>
                </a:cubicBezTo>
                <a:close/>
              </a:path>
            </a:pathLst>
          </a:custGeom>
          <a:solidFill>
            <a:srgbClr val="7C674C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7" name="Google Shape;1167;p28">
            <a:extLst>
              <a:ext uri="{FF2B5EF4-FFF2-40B4-BE49-F238E27FC236}">
                <a16:creationId xmlns:a16="http://schemas.microsoft.com/office/drawing/2014/main" id="{80EE6531-B00C-40BD-A976-8787B10EC2F7}"/>
              </a:ext>
            </a:extLst>
          </p:cNvPr>
          <p:cNvSpPr>
            <a:spLocks noGrp="1"/>
          </p:cNvSpPr>
          <p:nvPr/>
        </p:nvSpPr>
        <p:spPr>
          <a:xfrm flipH="1">
            <a:off x="-6797485" y="3288346"/>
            <a:ext cx="137452" cy="73652"/>
          </a:xfrm>
          <a:custGeom>
            <a:avLst/>
            <a:gdLst/>
            <a:ahLst/>
            <a:cxnLst/>
            <a:rect l="l" t="t" r="r" b="b"/>
            <a:pathLst>
              <a:path w="6666" h="3308">
                <a:moveTo>
                  <a:pt x="976" y="0"/>
                </a:moveTo>
                <a:cubicBezTo>
                  <a:pt x="1" y="0"/>
                  <a:pt x="944" y="3308"/>
                  <a:pt x="4847" y="3308"/>
                </a:cubicBezTo>
                <a:cubicBezTo>
                  <a:pt x="4891" y="3308"/>
                  <a:pt x="4935" y="3307"/>
                  <a:pt x="4979" y="3307"/>
                </a:cubicBezTo>
                <a:cubicBezTo>
                  <a:pt x="5512" y="3085"/>
                  <a:pt x="6089" y="2863"/>
                  <a:pt x="6665" y="2685"/>
                </a:cubicBezTo>
                <a:cubicBezTo>
                  <a:pt x="5512" y="2330"/>
                  <a:pt x="3249" y="1621"/>
                  <a:pt x="1652" y="334"/>
                </a:cubicBezTo>
                <a:cubicBezTo>
                  <a:pt x="1372" y="100"/>
                  <a:pt x="1145" y="0"/>
                  <a:pt x="976" y="0"/>
                </a:cubicBezTo>
                <a:close/>
              </a:path>
            </a:pathLst>
          </a:custGeom>
          <a:solidFill>
            <a:srgbClr val="7C674C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8" name="Google Shape;1168;p28">
            <a:extLst>
              <a:ext uri="{FF2B5EF4-FFF2-40B4-BE49-F238E27FC236}">
                <a16:creationId xmlns:a16="http://schemas.microsoft.com/office/drawing/2014/main" id="{76CEEA1A-2C20-4BDE-BD88-F19DF4AC7E2D}"/>
              </a:ext>
            </a:extLst>
          </p:cNvPr>
          <p:cNvSpPr>
            <a:spLocks noGrp="1"/>
          </p:cNvSpPr>
          <p:nvPr/>
        </p:nvSpPr>
        <p:spPr>
          <a:xfrm flipH="1">
            <a:off x="-6900152" y="3348128"/>
            <a:ext cx="52168" cy="13848"/>
          </a:xfrm>
          <a:custGeom>
            <a:avLst/>
            <a:gdLst/>
            <a:ahLst/>
            <a:cxnLst/>
            <a:rect l="l" t="t" r="r" b="b"/>
            <a:pathLst>
              <a:path w="2530" h="622">
                <a:moveTo>
                  <a:pt x="1686" y="0"/>
                </a:moveTo>
                <a:cubicBezTo>
                  <a:pt x="1110" y="178"/>
                  <a:pt x="533" y="400"/>
                  <a:pt x="0" y="622"/>
                </a:cubicBezTo>
                <a:cubicBezTo>
                  <a:pt x="710" y="622"/>
                  <a:pt x="1553" y="488"/>
                  <a:pt x="2529" y="178"/>
                </a:cubicBezTo>
                <a:cubicBezTo>
                  <a:pt x="2529" y="178"/>
                  <a:pt x="2219" y="134"/>
                  <a:pt x="1686" y="0"/>
                </a:cubicBezTo>
                <a:close/>
              </a:path>
            </a:pathLst>
          </a:custGeom>
          <a:solidFill>
            <a:srgbClr val="7C674C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9" name="Google Shape;1169;p28">
            <a:extLst>
              <a:ext uri="{FF2B5EF4-FFF2-40B4-BE49-F238E27FC236}">
                <a16:creationId xmlns:a16="http://schemas.microsoft.com/office/drawing/2014/main" id="{DAE732A9-157D-4BAB-8B39-390EDF7C63AB}"/>
              </a:ext>
            </a:extLst>
          </p:cNvPr>
          <p:cNvSpPr>
            <a:spLocks noGrp="1"/>
          </p:cNvSpPr>
          <p:nvPr/>
        </p:nvSpPr>
        <p:spPr>
          <a:xfrm flipH="1">
            <a:off x="-7328306" y="3153153"/>
            <a:ext cx="115781" cy="159439"/>
          </a:xfrm>
          <a:custGeom>
            <a:avLst/>
            <a:gdLst/>
            <a:ahLst/>
            <a:cxnLst/>
            <a:rect l="l" t="t" r="r" b="b"/>
            <a:pathLst>
              <a:path w="5615" h="7161">
                <a:moveTo>
                  <a:pt x="3214" y="0"/>
                </a:moveTo>
                <a:cubicBezTo>
                  <a:pt x="2928" y="0"/>
                  <a:pt x="2661" y="298"/>
                  <a:pt x="2529" y="993"/>
                </a:cubicBezTo>
                <a:cubicBezTo>
                  <a:pt x="2130" y="3167"/>
                  <a:pt x="932" y="5385"/>
                  <a:pt x="0" y="6850"/>
                </a:cubicBezTo>
                <a:cubicBezTo>
                  <a:pt x="400" y="6938"/>
                  <a:pt x="843" y="7027"/>
                  <a:pt x="1243" y="7160"/>
                </a:cubicBezTo>
                <a:cubicBezTo>
                  <a:pt x="5614" y="4118"/>
                  <a:pt x="4280" y="0"/>
                  <a:pt x="3214" y="0"/>
                </a:cubicBezTo>
                <a:close/>
              </a:path>
            </a:pathLst>
          </a:custGeom>
          <a:solidFill>
            <a:srgbClr val="7C674C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0" name="Google Shape;1170;p28">
            <a:extLst>
              <a:ext uri="{FF2B5EF4-FFF2-40B4-BE49-F238E27FC236}">
                <a16:creationId xmlns:a16="http://schemas.microsoft.com/office/drawing/2014/main" id="{E54BAA11-19F6-443B-A2FF-C1BE49BD3733}"/>
              </a:ext>
            </a:extLst>
          </p:cNvPr>
          <p:cNvSpPr>
            <a:spLocks noGrp="1"/>
          </p:cNvSpPr>
          <p:nvPr/>
        </p:nvSpPr>
        <p:spPr>
          <a:xfrm flipH="1">
            <a:off x="-7304511" y="3305646"/>
            <a:ext cx="49426" cy="36581"/>
          </a:xfrm>
          <a:custGeom>
            <a:avLst/>
            <a:gdLst/>
            <a:ahLst/>
            <a:cxnLst/>
            <a:rect l="l" t="t" r="r" b="b"/>
            <a:pathLst>
              <a:path w="2397" h="1643">
                <a:moveTo>
                  <a:pt x="1154" y="1"/>
                </a:moveTo>
                <a:cubicBezTo>
                  <a:pt x="489" y="977"/>
                  <a:pt x="1" y="1642"/>
                  <a:pt x="1" y="1642"/>
                </a:cubicBezTo>
                <a:cubicBezTo>
                  <a:pt x="933" y="1243"/>
                  <a:pt x="1731" y="799"/>
                  <a:pt x="2397" y="311"/>
                </a:cubicBezTo>
                <a:cubicBezTo>
                  <a:pt x="1997" y="178"/>
                  <a:pt x="1554" y="89"/>
                  <a:pt x="1154" y="1"/>
                </a:cubicBezTo>
                <a:close/>
              </a:path>
            </a:pathLst>
          </a:custGeom>
          <a:solidFill>
            <a:srgbClr val="7C674C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1" name="Google Shape;1171;p28">
            <a:extLst>
              <a:ext uri="{FF2B5EF4-FFF2-40B4-BE49-F238E27FC236}">
                <a16:creationId xmlns:a16="http://schemas.microsoft.com/office/drawing/2014/main" id="{24C67ADB-4893-453B-84F1-B0BBB17F5F98}"/>
              </a:ext>
            </a:extLst>
          </p:cNvPr>
          <p:cNvSpPr>
            <a:spLocks noGrp="1"/>
          </p:cNvSpPr>
          <p:nvPr/>
        </p:nvSpPr>
        <p:spPr>
          <a:xfrm flipH="1">
            <a:off x="-7354844" y="3227184"/>
            <a:ext cx="108481" cy="96273"/>
          </a:xfrm>
          <a:custGeom>
            <a:avLst/>
            <a:gdLst/>
            <a:ahLst/>
            <a:cxnLst/>
            <a:rect l="l" t="t" r="r" b="b"/>
            <a:pathLst>
              <a:path w="5261" h="4324">
                <a:moveTo>
                  <a:pt x="4388" y="0"/>
                </a:moveTo>
                <a:cubicBezTo>
                  <a:pt x="4204" y="0"/>
                  <a:pt x="3975" y="151"/>
                  <a:pt x="3727" y="508"/>
                </a:cubicBezTo>
                <a:cubicBezTo>
                  <a:pt x="2751" y="1972"/>
                  <a:pt x="1109" y="3170"/>
                  <a:pt x="0" y="3880"/>
                </a:cubicBezTo>
                <a:cubicBezTo>
                  <a:pt x="444" y="4013"/>
                  <a:pt x="887" y="4146"/>
                  <a:pt x="1331" y="4323"/>
                </a:cubicBezTo>
                <a:cubicBezTo>
                  <a:pt x="5140" y="3371"/>
                  <a:pt x="5261" y="0"/>
                  <a:pt x="4388" y="0"/>
                </a:cubicBezTo>
                <a:close/>
              </a:path>
            </a:pathLst>
          </a:custGeom>
          <a:solidFill>
            <a:srgbClr val="7C674C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2" name="Google Shape;1172;p28">
            <a:extLst>
              <a:ext uri="{FF2B5EF4-FFF2-40B4-BE49-F238E27FC236}">
                <a16:creationId xmlns:a16="http://schemas.microsoft.com/office/drawing/2014/main" id="{1E8FB54B-2F5F-4018-B463-3E8E629B174A}"/>
              </a:ext>
            </a:extLst>
          </p:cNvPr>
          <p:cNvSpPr>
            <a:spLocks noGrp="1"/>
          </p:cNvSpPr>
          <p:nvPr/>
        </p:nvSpPr>
        <p:spPr>
          <a:xfrm flipH="1">
            <a:off x="-7331048" y="3313550"/>
            <a:ext cx="51261" cy="15095"/>
          </a:xfrm>
          <a:custGeom>
            <a:avLst/>
            <a:gdLst/>
            <a:ahLst/>
            <a:cxnLst/>
            <a:rect l="l" t="t" r="r" b="b"/>
            <a:pathLst>
              <a:path w="2486" h="678">
                <a:moveTo>
                  <a:pt x="1154" y="1"/>
                </a:moveTo>
                <a:cubicBezTo>
                  <a:pt x="489" y="444"/>
                  <a:pt x="1" y="666"/>
                  <a:pt x="1" y="666"/>
                </a:cubicBezTo>
                <a:cubicBezTo>
                  <a:pt x="160" y="674"/>
                  <a:pt x="318" y="677"/>
                  <a:pt x="472" y="677"/>
                </a:cubicBezTo>
                <a:cubicBezTo>
                  <a:pt x="1218" y="677"/>
                  <a:pt x="1897" y="591"/>
                  <a:pt x="2485" y="444"/>
                </a:cubicBezTo>
                <a:cubicBezTo>
                  <a:pt x="2041" y="267"/>
                  <a:pt x="1598" y="134"/>
                  <a:pt x="1154" y="1"/>
                </a:cubicBezTo>
                <a:close/>
              </a:path>
            </a:pathLst>
          </a:custGeom>
          <a:solidFill>
            <a:srgbClr val="7C674C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3" name="Google Shape;1173;p28">
            <a:extLst>
              <a:ext uri="{FF2B5EF4-FFF2-40B4-BE49-F238E27FC236}">
                <a16:creationId xmlns:a16="http://schemas.microsoft.com/office/drawing/2014/main" id="{FFFABFF9-A0C7-4286-B291-BDD505C570BB}"/>
              </a:ext>
            </a:extLst>
          </p:cNvPr>
          <p:cNvSpPr>
            <a:spLocks noGrp="1"/>
          </p:cNvSpPr>
          <p:nvPr/>
        </p:nvSpPr>
        <p:spPr>
          <a:xfrm flipH="1">
            <a:off x="-6697973" y="3293400"/>
            <a:ext cx="878288" cy="351096"/>
          </a:xfrm>
          <a:custGeom>
            <a:avLst/>
            <a:gdLst/>
            <a:ahLst/>
            <a:cxnLst/>
            <a:rect l="l" t="t" r="r" b="b"/>
            <a:pathLst>
              <a:path w="42594" h="15769">
                <a:moveTo>
                  <a:pt x="25646" y="1"/>
                </a:moveTo>
                <a:cubicBezTo>
                  <a:pt x="24265" y="1"/>
                  <a:pt x="22814" y="109"/>
                  <a:pt x="21297" y="329"/>
                </a:cubicBezTo>
                <a:cubicBezTo>
                  <a:pt x="9628" y="2015"/>
                  <a:pt x="2884" y="4632"/>
                  <a:pt x="0" y="14127"/>
                </a:cubicBezTo>
                <a:cubicBezTo>
                  <a:pt x="2307" y="11509"/>
                  <a:pt x="6034" y="8226"/>
                  <a:pt x="10338" y="7916"/>
                </a:cubicBezTo>
                <a:cubicBezTo>
                  <a:pt x="10580" y="7897"/>
                  <a:pt x="10819" y="7887"/>
                  <a:pt x="11055" y="7887"/>
                </a:cubicBezTo>
                <a:cubicBezTo>
                  <a:pt x="17950" y="7887"/>
                  <a:pt x="22140" y="15769"/>
                  <a:pt x="22140" y="15769"/>
                </a:cubicBezTo>
                <a:cubicBezTo>
                  <a:pt x="22140" y="15769"/>
                  <a:pt x="25642" y="7821"/>
                  <a:pt x="34016" y="7821"/>
                </a:cubicBezTo>
                <a:cubicBezTo>
                  <a:pt x="34535" y="7821"/>
                  <a:pt x="35071" y="7851"/>
                  <a:pt x="35627" y="7916"/>
                </a:cubicBezTo>
                <a:cubicBezTo>
                  <a:pt x="38600" y="8271"/>
                  <a:pt x="40863" y="9735"/>
                  <a:pt x="42593" y="11554"/>
                </a:cubicBezTo>
                <a:cubicBezTo>
                  <a:pt x="39850" y="4011"/>
                  <a:pt x="34032" y="1"/>
                  <a:pt x="25646" y="1"/>
                </a:cubicBezTo>
                <a:close/>
              </a:path>
            </a:pathLst>
          </a:custGeom>
          <a:solidFill>
            <a:srgbClr val="7C674C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69" name="圖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4450" y="628650"/>
            <a:ext cx="3143250" cy="2362200"/>
          </a:xfrm>
          <a:prstGeom prst="roundRect">
            <a:avLst>
              <a:gd name="adj" fmla="val 3226"/>
            </a:avLst>
          </a:prstGeom>
        </p:spPr>
      </p:pic>
      <p:pic>
        <p:nvPicPr>
          <p:cNvPr id="1370" name="圖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0" y="2038350"/>
            <a:ext cx="3238500" cy="2428875"/>
          </a:xfrm>
          <a:prstGeom prst="roundRect">
            <a:avLst>
              <a:gd name="adj" fmla="val 3137"/>
            </a:avLst>
          </a:prstGeom>
        </p:spPr>
      </p:pic>
    </p:spTree>
    <p:extLst>
      <p:ext uri="{BB962C8B-B14F-4D97-AF65-F5344CB8AC3E}">
        <p14:creationId xmlns:p14="http://schemas.microsoft.com/office/powerpoint/2010/main" val="867381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9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27">
            <a:extLst>
              <a:ext uri="{FF2B5EF4-FFF2-40B4-BE49-F238E27FC236}">
                <a16:creationId xmlns:a16="http://schemas.microsoft.com/office/drawing/2014/main" id="{53CE017C-FCAF-4140-97CA-6CD2D0722BCB}"/>
              </a:ext>
            </a:extLst>
          </p:cNvPr>
          <p:cNvSpPr>
            <a:spLocks noGrp="1"/>
          </p:cNvSpPr>
          <p:nvPr/>
        </p:nvSpPr>
        <p:spPr>
          <a:xfrm>
            <a:off x="-14881858" y="370032"/>
            <a:ext cx="1395437" cy="853826"/>
          </a:xfrm>
          <a:custGeom>
            <a:avLst/>
            <a:gdLst/>
            <a:ahLst/>
            <a:cxnLst/>
            <a:rect l="l" t="t" r="r" b="b"/>
            <a:pathLst>
              <a:path w="31500" h="25215">
                <a:moveTo>
                  <a:pt x="3702" y="1"/>
                </a:moveTo>
                <a:cubicBezTo>
                  <a:pt x="2458" y="1"/>
                  <a:pt x="1221" y="88"/>
                  <a:pt x="0" y="266"/>
                </a:cubicBezTo>
                <a:cubicBezTo>
                  <a:pt x="1598" y="3256"/>
                  <a:pt x="3653" y="5973"/>
                  <a:pt x="5250" y="8940"/>
                </a:cubicBezTo>
                <a:cubicBezTo>
                  <a:pt x="7168" y="12615"/>
                  <a:pt x="9405" y="16518"/>
                  <a:pt x="12691" y="19325"/>
                </a:cubicBezTo>
                <a:cubicBezTo>
                  <a:pt x="17462" y="23274"/>
                  <a:pt x="25588" y="24598"/>
                  <a:pt x="31499" y="25214"/>
                </a:cubicBezTo>
                <a:cubicBezTo>
                  <a:pt x="31479" y="10329"/>
                  <a:pt x="17249" y="1"/>
                  <a:pt x="3702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8" name="Google Shape;708;p27">
            <a:extLst>
              <a:ext uri="{FF2B5EF4-FFF2-40B4-BE49-F238E27FC236}">
                <a16:creationId xmlns:a16="http://schemas.microsoft.com/office/drawing/2014/main" id="{7ADF4FE4-5123-4090-B6F2-290750C65FB9}"/>
              </a:ext>
            </a:extLst>
          </p:cNvPr>
          <p:cNvSpPr>
            <a:spLocks noGrp="1"/>
          </p:cNvSpPr>
          <p:nvPr/>
        </p:nvSpPr>
        <p:spPr>
          <a:xfrm>
            <a:off x="-14869669" y="472805"/>
            <a:ext cx="1169287" cy="739914"/>
          </a:xfrm>
          <a:custGeom>
            <a:avLst/>
            <a:gdLst/>
            <a:ahLst/>
            <a:cxnLst/>
            <a:rect l="l" t="t" r="r" b="b"/>
            <a:pathLst>
              <a:path w="26395" h="21851">
                <a:moveTo>
                  <a:pt x="480" y="1"/>
                </a:moveTo>
                <a:cubicBezTo>
                  <a:pt x="186" y="1"/>
                  <a:pt x="0" y="446"/>
                  <a:pt x="304" y="655"/>
                </a:cubicBezTo>
                <a:cubicBezTo>
                  <a:pt x="4960" y="3851"/>
                  <a:pt x="8932" y="7845"/>
                  <a:pt x="13406" y="11246"/>
                </a:cubicBezTo>
                <a:cubicBezTo>
                  <a:pt x="17674" y="14487"/>
                  <a:pt x="22330" y="17454"/>
                  <a:pt x="25686" y="21723"/>
                </a:cubicBezTo>
                <a:cubicBezTo>
                  <a:pt x="25753" y="21813"/>
                  <a:pt x="25835" y="21850"/>
                  <a:pt x="25915" y="21850"/>
                </a:cubicBezTo>
                <a:cubicBezTo>
                  <a:pt x="26160" y="21850"/>
                  <a:pt x="26394" y="21501"/>
                  <a:pt x="26188" y="21243"/>
                </a:cubicBezTo>
                <a:cubicBezTo>
                  <a:pt x="22970" y="17158"/>
                  <a:pt x="18587" y="14236"/>
                  <a:pt x="14456" y="11177"/>
                </a:cubicBezTo>
                <a:cubicBezTo>
                  <a:pt x="9708" y="7640"/>
                  <a:pt x="5554" y="3417"/>
                  <a:pt x="669" y="62"/>
                </a:cubicBezTo>
                <a:cubicBezTo>
                  <a:pt x="604" y="19"/>
                  <a:pt x="540" y="1"/>
                  <a:pt x="480" y="1"/>
                </a:cubicBezTo>
                <a:close/>
              </a:path>
            </a:pathLst>
          </a:custGeom>
          <a:solidFill>
            <a:srgbClr val="A8B065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9" name="Google Shape;709;p27">
            <a:extLst>
              <a:ext uri="{FF2B5EF4-FFF2-40B4-BE49-F238E27FC236}">
                <a16:creationId xmlns:a16="http://schemas.microsoft.com/office/drawing/2014/main" id="{9C9BF191-1964-4C4B-8F37-AD8D549F3291}"/>
              </a:ext>
            </a:extLst>
          </p:cNvPr>
          <p:cNvSpPr>
            <a:spLocks noGrp="1"/>
          </p:cNvSpPr>
          <p:nvPr/>
        </p:nvSpPr>
        <p:spPr>
          <a:xfrm>
            <a:off x="-14965253" y="919061"/>
            <a:ext cx="306420" cy="200935"/>
          </a:xfrm>
          <a:custGeom>
            <a:avLst/>
            <a:gdLst/>
            <a:ahLst/>
            <a:cxnLst/>
            <a:rect l="l" t="t" r="r" b="b"/>
            <a:pathLst>
              <a:path w="6917" h="5934">
                <a:moveTo>
                  <a:pt x="5844" y="5224"/>
                </a:moveTo>
                <a:lnTo>
                  <a:pt x="5844" y="5224"/>
                </a:lnTo>
                <a:cubicBezTo>
                  <a:pt x="5981" y="5247"/>
                  <a:pt x="6095" y="5247"/>
                  <a:pt x="6232" y="5247"/>
                </a:cubicBezTo>
                <a:cubicBezTo>
                  <a:pt x="6118" y="5361"/>
                  <a:pt x="6004" y="5475"/>
                  <a:pt x="5889" y="5589"/>
                </a:cubicBezTo>
                <a:cubicBezTo>
                  <a:pt x="5867" y="5475"/>
                  <a:pt x="5867" y="5361"/>
                  <a:pt x="5844" y="5224"/>
                </a:cubicBezTo>
                <a:close/>
                <a:moveTo>
                  <a:pt x="5509" y="1"/>
                </a:moveTo>
                <a:cubicBezTo>
                  <a:pt x="5265" y="1"/>
                  <a:pt x="5029" y="244"/>
                  <a:pt x="5205" y="499"/>
                </a:cubicBezTo>
                <a:cubicBezTo>
                  <a:pt x="6163" y="1891"/>
                  <a:pt x="5730" y="3626"/>
                  <a:pt x="5844" y="5224"/>
                </a:cubicBezTo>
                <a:cubicBezTo>
                  <a:pt x="4041" y="5155"/>
                  <a:pt x="2237" y="5201"/>
                  <a:pt x="457" y="5064"/>
                </a:cubicBezTo>
                <a:cubicBezTo>
                  <a:pt x="450" y="5064"/>
                  <a:pt x="442" y="5064"/>
                  <a:pt x="435" y="5064"/>
                </a:cubicBezTo>
                <a:cubicBezTo>
                  <a:pt x="1" y="5064"/>
                  <a:pt x="8" y="5727"/>
                  <a:pt x="457" y="5772"/>
                </a:cubicBezTo>
                <a:cubicBezTo>
                  <a:pt x="2374" y="5909"/>
                  <a:pt x="4314" y="5817"/>
                  <a:pt x="6232" y="5931"/>
                </a:cubicBezTo>
                <a:cubicBezTo>
                  <a:pt x="6241" y="5933"/>
                  <a:pt x="6250" y="5933"/>
                  <a:pt x="6260" y="5933"/>
                </a:cubicBezTo>
                <a:cubicBezTo>
                  <a:pt x="6414" y="5933"/>
                  <a:pt x="6596" y="5761"/>
                  <a:pt x="6574" y="5589"/>
                </a:cubicBezTo>
                <a:cubicBezTo>
                  <a:pt x="6323" y="3763"/>
                  <a:pt x="6917" y="1777"/>
                  <a:pt x="5798" y="157"/>
                </a:cubicBezTo>
                <a:cubicBezTo>
                  <a:pt x="5722" y="46"/>
                  <a:pt x="5615" y="1"/>
                  <a:pt x="5509" y="1"/>
                </a:cubicBezTo>
                <a:close/>
              </a:path>
            </a:pathLst>
          </a:custGeom>
          <a:solidFill>
            <a:srgbClr val="A8B065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0" name="Google Shape;710;p27">
            <a:extLst>
              <a:ext uri="{FF2B5EF4-FFF2-40B4-BE49-F238E27FC236}">
                <a16:creationId xmlns:a16="http://schemas.microsoft.com/office/drawing/2014/main" id="{0F95A878-30EC-4A52-8D4D-8640EFD07D9D}"/>
              </a:ext>
            </a:extLst>
          </p:cNvPr>
          <p:cNvSpPr>
            <a:spLocks noGrp="1"/>
          </p:cNvSpPr>
          <p:nvPr/>
        </p:nvSpPr>
        <p:spPr>
          <a:xfrm>
            <a:off x="-15109852" y="788893"/>
            <a:ext cx="404499" cy="247834"/>
          </a:xfrm>
          <a:custGeom>
            <a:avLst/>
            <a:gdLst/>
            <a:ahLst/>
            <a:cxnLst/>
            <a:rect l="l" t="t" r="r" b="b"/>
            <a:pathLst>
              <a:path w="9131" h="7319">
                <a:moveTo>
                  <a:pt x="7246" y="0"/>
                </a:moveTo>
                <a:cubicBezTo>
                  <a:pt x="7010" y="0"/>
                  <a:pt x="6757" y="260"/>
                  <a:pt x="6916" y="531"/>
                </a:cubicBezTo>
                <a:cubicBezTo>
                  <a:pt x="7852" y="2312"/>
                  <a:pt x="8354" y="4503"/>
                  <a:pt x="8354" y="6534"/>
                </a:cubicBezTo>
                <a:cubicBezTo>
                  <a:pt x="8491" y="6580"/>
                  <a:pt x="8651" y="6603"/>
                  <a:pt x="8788" y="6626"/>
                </a:cubicBezTo>
                <a:cubicBezTo>
                  <a:pt x="8651" y="6740"/>
                  <a:pt x="8491" y="6854"/>
                  <a:pt x="8354" y="6968"/>
                </a:cubicBezTo>
                <a:cubicBezTo>
                  <a:pt x="8354" y="6831"/>
                  <a:pt x="8354" y="6694"/>
                  <a:pt x="8354" y="6534"/>
                </a:cubicBezTo>
                <a:cubicBezTo>
                  <a:pt x="6091" y="6078"/>
                  <a:pt x="3793" y="5759"/>
                  <a:pt x="1475" y="5759"/>
                </a:cubicBezTo>
                <a:cubicBezTo>
                  <a:pt x="1128" y="5759"/>
                  <a:pt x="781" y="5766"/>
                  <a:pt x="434" y="5781"/>
                </a:cubicBezTo>
                <a:cubicBezTo>
                  <a:pt x="7" y="5781"/>
                  <a:pt x="1" y="6466"/>
                  <a:pt x="414" y="6466"/>
                </a:cubicBezTo>
                <a:cubicBezTo>
                  <a:pt x="420" y="6466"/>
                  <a:pt x="427" y="6466"/>
                  <a:pt x="434" y="6466"/>
                </a:cubicBezTo>
                <a:cubicBezTo>
                  <a:pt x="774" y="6452"/>
                  <a:pt x="1113" y="6445"/>
                  <a:pt x="1451" y="6445"/>
                </a:cubicBezTo>
                <a:cubicBezTo>
                  <a:pt x="3864" y="6445"/>
                  <a:pt x="6243" y="6790"/>
                  <a:pt x="8606" y="7310"/>
                </a:cubicBezTo>
                <a:cubicBezTo>
                  <a:pt x="8632" y="7316"/>
                  <a:pt x="8658" y="7318"/>
                  <a:pt x="8684" y="7318"/>
                </a:cubicBezTo>
                <a:cubicBezTo>
                  <a:pt x="8879" y="7318"/>
                  <a:pt x="9039" y="7170"/>
                  <a:pt x="9039" y="6968"/>
                </a:cubicBezTo>
                <a:cubicBezTo>
                  <a:pt x="9131" y="4685"/>
                  <a:pt x="8583" y="2175"/>
                  <a:pt x="7510" y="166"/>
                </a:cubicBezTo>
                <a:cubicBezTo>
                  <a:pt x="7448" y="49"/>
                  <a:pt x="7349" y="0"/>
                  <a:pt x="7246" y="0"/>
                </a:cubicBezTo>
                <a:close/>
              </a:path>
            </a:pathLst>
          </a:custGeom>
          <a:solidFill>
            <a:srgbClr val="A8B065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1" name="Google Shape;711;p27">
            <a:extLst>
              <a:ext uri="{FF2B5EF4-FFF2-40B4-BE49-F238E27FC236}">
                <a16:creationId xmlns:a16="http://schemas.microsoft.com/office/drawing/2014/main" id="{17B63562-28A3-420D-ABC3-01C8BB01933A}"/>
              </a:ext>
            </a:extLst>
          </p:cNvPr>
          <p:cNvSpPr>
            <a:spLocks noGrp="1"/>
          </p:cNvSpPr>
          <p:nvPr/>
        </p:nvSpPr>
        <p:spPr>
          <a:xfrm>
            <a:off x="-15352040" y="631824"/>
            <a:ext cx="321526" cy="262801"/>
          </a:xfrm>
          <a:custGeom>
            <a:avLst/>
            <a:gdLst/>
            <a:ahLst/>
            <a:cxnLst/>
            <a:rect l="l" t="t" r="r" b="b"/>
            <a:pathLst>
              <a:path w="7258" h="7761">
                <a:moveTo>
                  <a:pt x="5332" y="1"/>
                </a:moveTo>
                <a:cubicBezTo>
                  <a:pt x="5104" y="1"/>
                  <a:pt x="4857" y="257"/>
                  <a:pt x="4998" y="524"/>
                </a:cubicBezTo>
                <a:cubicBezTo>
                  <a:pt x="5774" y="2168"/>
                  <a:pt x="6116" y="4130"/>
                  <a:pt x="6276" y="5934"/>
                </a:cubicBezTo>
                <a:cubicBezTo>
                  <a:pt x="6299" y="6230"/>
                  <a:pt x="6299" y="6527"/>
                  <a:pt x="6276" y="6824"/>
                </a:cubicBezTo>
                <a:cubicBezTo>
                  <a:pt x="6276" y="6938"/>
                  <a:pt x="5888" y="6967"/>
                  <a:pt x="5477" y="6967"/>
                </a:cubicBezTo>
                <a:cubicBezTo>
                  <a:pt x="5066" y="6967"/>
                  <a:pt x="4633" y="6938"/>
                  <a:pt x="4541" y="6938"/>
                </a:cubicBezTo>
                <a:cubicBezTo>
                  <a:pt x="3195" y="6961"/>
                  <a:pt x="1825" y="7006"/>
                  <a:pt x="456" y="7052"/>
                </a:cubicBezTo>
                <a:cubicBezTo>
                  <a:pt x="29" y="7075"/>
                  <a:pt x="0" y="7760"/>
                  <a:pt x="434" y="7760"/>
                </a:cubicBezTo>
                <a:cubicBezTo>
                  <a:pt x="441" y="7760"/>
                  <a:pt x="448" y="7760"/>
                  <a:pt x="456" y="7760"/>
                </a:cubicBezTo>
                <a:cubicBezTo>
                  <a:pt x="2215" y="7700"/>
                  <a:pt x="3991" y="7641"/>
                  <a:pt x="5755" y="7641"/>
                </a:cubicBezTo>
                <a:cubicBezTo>
                  <a:pt x="6028" y="7641"/>
                  <a:pt x="6301" y="7643"/>
                  <a:pt x="6573" y="7646"/>
                </a:cubicBezTo>
                <a:cubicBezTo>
                  <a:pt x="6710" y="7646"/>
                  <a:pt x="6892" y="7531"/>
                  <a:pt x="6915" y="7395"/>
                </a:cubicBezTo>
                <a:cubicBezTo>
                  <a:pt x="7258" y="5089"/>
                  <a:pt x="6573" y="2259"/>
                  <a:pt x="5591" y="182"/>
                </a:cubicBezTo>
                <a:cubicBezTo>
                  <a:pt x="5534" y="54"/>
                  <a:pt x="5435" y="1"/>
                  <a:pt x="5332" y="1"/>
                </a:cubicBezTo>
                <a:close/>
              </a:path>
            </a:pathLst>
          </a:custGeom>
          <a:solidFill>
            <a:srgbClr val="A8B065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2" name="Google Shape;712;p27">
            <a:extLst>
              <a:ext uri="{FF2B5EF4-FFF2-40B4-BE49-F238E27FC236}">
                <a16:creationId xmlns:a16="http://schemas.microsoft.com/office/drawing/2014/main" id="{E46682DB-6F0D-43C8-BFF8-367A35E83339}"/>
              </a:ext>
            </a:extLst>
          </p:cNvPr>
          <p:cNvSpPr>
            <a:spLocks noGrp="1"/>
          </p:cNvSpPr>
          <p:nvPr/>
        </p:nvSpPr>
        <p:spPr>
          <a:xfrm>
            <a:off x="-15592281" y="553004"/>
            <a:ext cx="285156" cy="191691"/>
          </a:xfrm>
          <a:custGeom>
            <a:avLst/>
            <a:gdLst/>
            <a:ahLst/>
            <a:cxnLst/>
            <a:rect l="l" t="t" r="r" b="b"/>
            <a:pathLst>
              <a:path w="6437" h="5661">
                <a:moveTo>
                  <a:pt x="5963" y="0"/>
                </a:moveTo>
                <a:cubicBezTo>
                  <a:pt x="5792" y="0"/>
                  <a:pt x="5626" y="114"/>
                  <a:pt x="5638" y="343"/>
                </a:cubicBezTo>
                <a:cubicBezTo>
                  <a:pt x="5684" y="1872"/>
                  <a:pt x="5729" y="3401"/>
                  <a:pt x="5684" y="4953"/>
                </a:cubicBezTo>
                <a:lnTo>
                  <a:pt x="6026" y="4953"/>
                </a:lnTo>
                <a:cubicBezTo>
                  <a:pt x="5912" y="5067"/>
                  <a:pt x="5798" y="5182"/>
                  <a:pt x="5684" y="5296"/>
                </a:cubicBezTo>
                <a:cubicBezTo>
                  <a:pt x="5684" y="5182"/>
                  <a:pt x="5684" y="5067"/>
                  <a:pt x="5684" y="4953"/>
                </a:cubicBezTo>
                <a:cubicBezTo>
                  <a:pt x="5105" y="4923"/>
                  <a:pt x="4525" y="4913"/>
                  <a:pt x="3942" y="4913"/>
                </a:cubicBezTo>
                <a:cubicBezTo>
                  <a:pt x="2777" y="4913"/>
                  <a:pt x="1605" y="4953"/>
                  <a:pt x="434" y="4953"/>
                </a:cubicBezTo>
                <a:cubicBezTo>
                  <a:pt x="0" y="4953"/>
                  <a:pt x="0" y="5661"/>
                  <a:pt x="434" y="5661"/>
                </a:cubicBezTo>
                <a:cubicBezTo>
                  <a:pt x="1771" y="5661"/>
                  <a:pt x="3096" y="5603"/>
                  <a:pt x="4426" y="5603"/>
                </a:cubicBezTo>
                <a:cubicBezTo>
                  <a:pt x="4958" y="5603"/>
                  <a:pt x="5491" y="5612"/>
                  <a:pt x="6026" y="5638"/>
                </a:cubicBezTo>
                <a:cubicBezTo>
                  <a:pt x="6036" y="5639"/>
                  <a:pt x="6047" y="5640"/>
                  <a:pt x="6057" y="5640"/>
                </a:cubicBezTo>
                <a:cubicBezTo>
                  <a:pt x="6226" y="5640"/>
                  <a:pt x="6368" y="5468"/>
                  <a:pt x="6368" y="5296"/>
                </a:cubicBezTo>
                <a:cubicBezTo>
                  <a:pt x="6437" y="3652"/>
                  <a:pt x="6391" y="1986"/>
                  <a:pt x="6323" y="343"/>
                </a:cubicBezTo>
                <a:cubicBezTo>
                  <a:pt x="6311" y="114"/>
                  <a:pt x="6134" y="0"/>
                  <a:pt x="5963" y="0"/>
                </a:cubicBezTo>
                <a:close/>
              </a:path>
            </a:pathLst>
          </a:custGeom>
          <a:solidFill>
            <a:srgbClr val="A8B065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3" name="Google Shape;713;p27">
            <a:extLst>
              <a:ext uri="{FF2B5EF4-FFF2-40B4-BE49-F238E27FC236}">
                <a16:creationId xmlns:a16="http://schemas.microsoft.com/office/drawing/2014/main" id="{3F8C1FC7-5876-4975-AE74-82D76BFCB9D6}"/>
              </a:ext>
            </a:extLst>
          </p:cNvPr>
          <p:cNvSpPr>
            <a:spLocks noGrp="1"/>
          </p:cNvSpPr>
          <p:nvPr/>
        </p:nvSpPr>
        <p:spPr>
          <a:xfrm>
            <a:off x="-15789528" y="429748"/>
            <a:ext cx="223491" cy="183091"/>
          </a:xfrm>
          <a:custGeom>
            <a:avLst/>
            <a:gdLst/>
            <a:ahLst/>
            <a:cxnLst/>
            <a:rect l="l" t="t" r="r" b="b"/>
            <a:pathLst>
              <a:path w="5045" h="5407">
                <a:moveTo>
                  <a:pt x="3832" y="1"/>
                </a:moveTo>
                <a:cubicBezTo>
                  <a:pt x="3658" y="1"/>
                  <a:pt x="3493" y="109"/>
                  <a:pt x="3515" y="326"/>
                </a:cubicBezTo>
                <a:cubicBezTo>
                  <a:pt x="3629" y="1787"/>
                  <a:pt x="4269" y="3225"/>
                  <a:pt x="4177" y="4686"/>
                </a:cubicBezTo>
                <a:cubicBezTo>
                  <a:pt x="4314" y="4708"/>
                  <a:pt x="4428" y="4708"/>
                  <a:pt x="4565" y="4731"/>
                </a:cubicBezTo>
                <a:cubicBezTo>
                  <a:pt x="4428" y="4823"/>
                  <a:pt x="4291" y="4891"/>
                  <a:pt x="4132" y="4982"/>
                </a:cubicBezTo>
                <a:cubicBezTo>
                  <a:pt x="4154" y="4868"/>
                  <a:pt x="4154" y="4777"/>
                  <a:pt x="4177" y="4686"/>
                </a:cubicBezTo>
                <a:cubicBezTo>
                  <a:pt x="3477" y="4597"/>
                  <a:pt x="2785" y="4550"/>
                  <a:pt x="2091" y="4550"/>
                </a:cubicBezTo>
                <a:cubicBezTo>
                  <a:pt x="1541" y="4550"/>
                  <a:pt x="990" y="4579"/>
                  <a:pt x="434" y="4640"/>
                </a:cubicBezTo>
                <a:cubicBezTo>
                  <a:pt x="14" y="4684"/>
                  <a:pt x="1" y="5327"/>
                  <a:pt x="393" y="5327"/>
                </a:cubicBezTo>
                <a:cubicBezTo>
                  <a:pt x="406" y="5327"/>
                  <a:pt x="420" y="5326"/>
                  <a:pt x="434" y="5325"/>
                </a:cubicBezTo>
                <a:cubicBezTo>
                  <a:pt x="1029" y="5263"/>
                  <a:pt x="1619" y="5229"/>
                  <a:pt x="2209" y="5229"/>
                </a:cubicBezTo>
                <a:cubicBezTo>
                  <a:pt x="2932" y="5229"/>
                  <a:pt x="3654" y="5280"/>
                  <a:pt x="4383" y="5393"/>
                </a:cubicBezTo>
                <a:cubicBezTo>
                  <a:pt x="4414" y="5402"/>
                  <a:pt x="4448" y="5407"/>
                  <a:pt x="4483" y="5407"/>
                </a:cubicBezTo>
                <a:cubicBezTo>
                  <a:pt x="4625" y="5407"/>
                  <a:pt x="4780" y="5330"/>
                  <a:pt x="4816" y="5165"/>
                </a:cubicBezTo>
                <a:cubicBezTo>
                  <a:pt x="5045" y="3476"/>
                  <a:pt x="4337" y="1969"/>
                  <a:pt x="4200" y="326"/>
                </a:cubicBezTo>
                <a:cubicBezTo>
                  <a:pt x="4189" y="109"/>
                  <a:pt x="4006" y="1"/>
                  <a:pt x="3832" y="1"/>
                </a:cubicBezTo>
                <a:close/>
              </a:path>
            </a:pathLst>
          </a:custGeom>
          <a:solidFill>
            <a:srgbClr val="A8B065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4" name="Google Shape;714;p27">
            <a:extLst>
              <a:ext uri="{FF2B5EF4-FFF2-40B4-BE49-F238E27FC236}">
                <a16:creationId xmlns:a16="http://schemas.microsoft.com/office/drawing/2014/main" id="{C05961ED-A21C-45B5-B94A-952EA63CC833}"/>
              </a:ext>
            </a:extLst>
          </p:cNvPr>
          <p:cNvSpPr>
            <a:spLocks noGrp="1"/>
          </p:cNvSpPr>
          <p:nvPr/>
        </p:nvSpPr>
        <p:spPr>
          <a:xfrm>
            <a:off x="-15625059" y="538261"/>
            <a:ext cx="59672" cy="35589"/>
          </a:xfrm>
          <a:custGeom>
            <a:avLst/>
            <a:gdLst/>
            <a:ahLst/>
            <a:cxnLst/>
            <a:rect l="l" t="t" r="r" b="b"/>
            <a:pathLst>
              <a:path w="1347" h="1051">
                <a:moveTo>
                  <a:pt x="662" y="0"/>
                </a:moveTo>
                <a:cubicBezTo>
                  <a:pt x="0" y="0"/>
                  <a:pt x="0" y="1050"/>
                  <a:pt x="662" y="1050"/>
                </a:cubicBezTo>
                <a:cubicBezTo>
                  <a:pt x="1347" y="1050"/>
                  <a:pt x="1347" y="0"/>
                  <a:pt x="662" y="0"/>
                </a:cubicBezTo>
                <a:close/>
              </a:path>
            </a:pathLst>
          </a:custGeom>
          <a:solidFill>
            <a:srgbClr val="A8B065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5" name="Google Shape;715;p27">
            <a:extLst>
              <a:ext uri="{FF2B5EF4-FFF2-40B4-BE49-F238E27FC236}">
                <a16:creationId xmlns:a16="http://schemas.microsoft.com/office/drawing/2014/main" id="{90466536-16AC-4894-AC09-9D196604DEC2}"/>
              </a:ext>
            </a:extLst>
          </p:cNvPr>
          <p:cNvSpPr>
            <a:spLocks noGrp="1"/>
          </p:cNvSpPr>
          <p:nvPr/>
        </p:nvSpPr>
        <p:spPr>
          <a:xfrm>
            <a:off x="-15679637" y="501148"/>
            <a:ext cx="59715" cy="35589"/>
          </a:xfrm>
          <a:custGeom>
            <a:avLst/>
            <a:gdLst/>
            <a:ahLst/>
            <a:cxnLst/>
            <a:rect l="l" t="t" r="r" b="b"/>
            <a:pathLst>
              <a:path w="1348" h="1051">
                <a:moveTo>
                  <a:pt x="685" y="1"/>
                </a:moveTo>
                <a:cubicBezTo>
                  <a:pt x="1" y="1"/>
                  <a:pt x="1" y="1051"/>
                  <a:pt x="685" y="1051"/>
                </a:cubicBezTo>
                <a:cubicBezTo>
                  <a:pt x="1347" y="1051"/>
                  <a:pt x="1347" y="1"/>
                  <a:pt x="685" y="1"/>
                </a:cubicBezTo>
                <a:close/>
              </a:path>
            </a:pathLst>
          </a:custGeom>
          <a:solidFill>
            <a:srgbClr val="A8B065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6" name="Google Shape;716;p27">
            <a:extLst>
              <a:ext uri="{FF2B5EF4-FFF2-40B4-BE49-F238E27FC236}">
                <a16:creationId xmlns:a16="http://schemas.microsoft.com/office/drawing/2014/main" id="{15AA5D3B-7BCF-4BD3-BFFA-BCF9CA0E4B59}"/>
              </a:ext>
            </a:extLst>
          </p:cNvPr>
          <p:cNvSpPr>
            <a:spLocks noGrp="1"/>
          </p:cNvSpPr>
          <p:nvPr/>
        </p:nvSpPr>
        <p:spPr>
          <a:xfrm>
            <a:off x="-15612921" y="489567"/>
            <a:ext cx="59672" cy="34809"/>
          </a:xfrm>
          <a:custGeom>
            <a:avLst/>
            <a:gdLst/>
            <a:ahLst/>
            <a:cxnLst/>
            <a:rect l="l" t="t" r="r" b="b"/>
            <a:pathLst>
              <a:path w="1347" h="1028">
                <a:moveTo>
                  <a:pt x="662" y="0"/>
                </a:moveTo>
                <a:cubicBezTo>
                  <a:pt x="0" y="0"/>
                  <a:pt x="0" y="1027"/>
                  <a:pt x="662" y="1027"/>
                </a:cubicBezTo>
                <a:cubicBezTo>
                  <a:pt x="1347" y="1027"/>
                  <a:pt x="1347" y="0"/>
                  <a:pt x="662" y="0"/>
                </a:cubicBezTo>
                <a:close/>
              </a:path>
            </a:pathLst>
          </a:custGeom>
          <a:solidFill>
            <a:srgbClr val="A8B065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7" name="Google Shape;717;p27">
            <a:extLst>
              <a:ext uri="{FF2B5EF4-FFF2-40B4-BE49-F238E27FC236}">
                <a16:creationId xmlns:a16="http://schemas.microsoft.com/office/drawing/2014/main" id="{2520E15A-34ED-44DB-A90F-DC452C7B27A9}"/>
              </a:ext>
            </a:extLst>
          </p:cNvPr>
          <p:cNvSpPr>
            <a:spLocks noGrp="1"/>
          </p:cNvSpPr>
          <p:nvPr/>
        </p:nvSpPr>
        <p:spPr>
          <a:xfrm>
            <a:off x="-15725134" y="865204"/>
            <a:ext cx="59715" cy="35589"/>
          </a:xfrm>
          <a:custGeom>
            <a:avLst/>
            <a:gdLst/>
            <a:ahLst/>
            <a:cxnLst/>
            <a:rect l="l" t="t" r="r" b="b"/>
            <a:pathLst>
              <a:path w="1348" h="1051">
                <a:moveTo>
                  <a:pt x="685" y="0"/>
                </a:moveTo>
                <a:cubicBezTo>
                  <a:pt x="0" y="0"/>
                  <a:pt x="0" y="1050"/>
                  <a:pt x="685" y="1050"/>
                </a:cubicBezTo>
                <a:cubicBezTo>
                  <a:pt x="1347" y="1050"/>
                  <a:pt x="1347" y="0"/>
                  <a:pt x="685" y="0"/>
                </a:cubicBezTo>
                <a:close/>
              </a:path>
            </a:pathLst>
          </a:custGeom>
          <a:solidFill>
            <a:srgbClr val="A8B065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8" name="Google Shape;718;p27">
            <a:extLst>
              <a:ext uri="{FF2B5EF4-FFF2-40B4-BE49-F238E27FC236}">
                <a16:creationId xmlns:a16="http://schemas.microsoft.com/office/drawing/2014/main" id="{2010F03C-C26E-40E1-B956-5422D8F39E81}"/>
              </a:ext>
            </a:extLst>
          </p:cNvPr>
          <p:cNvSpPr>
            <a:spLocks noGrp="1"/>
          </p:cNvSpPr>
          <p:nvPr/>
        </p:nvSpPr>
        <p:spPr>
          <a:xfrm>
            <a:off x="-15785826" y="831207"/>
            <a:ext cx="59715" cy="35554"/>
          </a:xfrm>
          <a:custGeom>
            <a:avLst/>
            <a:gdLst/>
            <a:ahLst/>
            <a:cxnLst/>
            <a:rect l="l" t="t" r="r" b="b"/>
            <a:pathLst>
              <a:path w="1348" h="1050">
                <a:moveTo>
                  <a:pt x="686" y="0"/>
                </a:moveTo>
                <a:cubicBezTo>
                  <a:pt x="1" y="0"/>
                  <a:pt x="1" y="1050"/>
                  <a:pt x="686" y="1050"/>
                </a:cubicBezTo>
                <a:cubicBezTo>
                  <a:pt x="1348" y="1050"/>
                  <a:pt x="1348" y="0"/>
                  <a:pt x="686" y="0"/>
                </a:cubicBezTo>
                <a:close/>
              </a:path>
            </a:pathLst>
          </a:custGeom>
          <a:solidFill>
            <a:srgbClr val="A8B065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9" name="Google Shape;719;p27">
            <a:extLst>
              <a:ext uri="{FF2B5EF4-FFF2-40B4-BE49-F238E27FC236}">
                <a16:creationId xmlns:a16="http://schemas.microsoft.com/office/drawing/2014/main" id="{88882EE8-337E-4FAE-90E7-3327D410C0AD}"/>
              </a:ext>
            </a:extLst>
          </p:cNvPr>
          <p:cNvSpPr>
            <a:spLocks noGrp="1"/>
          </p:cNvSpPr>
          <p:nvPr/>
        </p:nvSpPr>
        <p:spPr>
          <a:xfrm>
            <a:off x="-15705951" y="813429"/>
            <a:ext cx="59672" cy="35589"/>
          </a:xfrm>
          <a:custGeom>
            <a:avLst/>
            <a:gdLst/>
            <a:ahLst/>
            <a:cxnLst/>
            <a:rect l="l" t="t" r="r" b="b"/>
            <a:pathLst>
              <a:path w="1347" h="1051">
                <a:moveTo>
                  <a:pt x="662" y="0"/>
                </a:moveTo>
                <a:cubicBezTo>
                  <a:pt x="0" y="0"/>
                  <a:pt x="0" y="1050"/>
                  <a:pt x="662" y="1050"/>
                </a:cubicBezTo>
                <a:cubicBezTo>
                  <a:pt x="1347" y="1050"/>
                  <a:pt x="1347" y="0"/>
                  <a:pt x="662" y="0"/>
                </a:cubicBezTo>
                <a:close/>
              </a:path>
            </a:pathLst>
          </a:custGeom>
          <a:solidFill>
            <a:srgbClr val="A8B065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0" name="Google Shape;720;p27">
            <a:extLst>
              <a:ext uri="{FF2B5EF4-FFF2-40B4-BE49-F238E27FC236}">
                <a16:creationId xmlns:a16="http://schemas.microsoft.com/office/drawing/2014/main" id="{F23B0AAD-A3F2-47B4-A977-EF1F1F2C37BB}"/>
              </a:ext>
            </a:extLst>
          </p:cNvPr>
          <p:cNvSpPr>
            <a:spLocks noGrp="1"/>
          </p:cNvSpPr>
          <p:nvPr/>
        </p:nvSpPr>
        <p:spPr>
          <a:xfrm>
            <a:off x="-16038605" y="422316"/>
            <a:ext cx="59715" cy="35589"/>
          </a:xfrm>
          <a:custGeom>
            <a:avLst/>
            <a:gdLst/>
            <a:ahLst/>
            <a:cxnLst/>
            <a:rect l="l" t="t" r="r" b="b"/>
            <a:pathLst>
              <a:path w="1348" h="1051">
                <a:moveTo>
                  <a:pt x="662" y="0"/>
                </a:moveTo>
                <a:cubicBezTo>
                  <a:pt x="1" y="0"/>
                  <a:pt x="1" y="1050"/>
                  <a:pt x="662" y="1050"/>
                </a:cubicBezTo>
                <a:cubicBezTo>
                  <a:pt x="1347" y="1050"/>
                  <a:pt x="1347" y="0"/>
                  <a:pt x="662" y="0"/>
                </a:cubicBezTo>
                <a:close/>
              </a:path>
            </a:pathLst>
          </a:custGeom>
          <a:solidFill>
            <a:srgbClr val="A8B065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1" name="Google Shape;721;p27">
            <a:extLst>
              <a:ext uri="{FF2B5EF4-FFF2-40B4-BE49-F238E27FC236}">
                <a16:creationId xmlns:a16="http://schemas.microsoft.com/office/drawing/2014/main" id="{70C50746-4C31-4DFA-990C-614B825325DD}"/>
              </a:ext>
            </a:extLst>
          </p:cNvPr>
          <p:cNvSpPr>
            <a:spLocks noGrp="1"/>
          </p:cNvSpPr>
          <p:nvPr/>
        </p:nvSpPr>
        <p:spPr>
          <a:xfrm>
            <a:off x="-15332808" y="599315"/>
            <a:ext cx="58697" cy="35589"/>
          </a:xfrm>
          <a:custGeom>
            <a:avLst/>
            <a:gdLst/>
            <a:ahLst/>
            <a:cxnLst/>
            <a:rect l="l" t="t" r="r" b="b"/>
            <a:pathLst>
              <a:path w="1325" h="1051">
                <a:moveTo>
                  <a:pt x="662" y="0"/>
                </a:moveTo>
                <a:cubicBezTo>
                  <a:pt x="0" y="0"/>
                  <a:pt x="0" y="1050"/>
                  <a:pt x="662" y="1050"/>
                </a:cubicBezTo>
                <a:cubicBezTo>
                  <a:pt x="1324" y="1050"/>
                  <a:pt x="1324" y="0"/>
                  <a:pt x="662" y="0"/>
                </a:cubicBezTo>
                <a:close/>
              </a:path>
            </a:pathLst>
          </a:custGeom>
          <a:solidFill>
            <a:srgbClr val="A8B065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2" name="Google Shape;722;p27">
            <a:extLst>
              <a:ext uri="{FF2B5EF4-FFF2-40B4-BE49-F238E27FC236}">
                <a16:creationId xmlns:a16="http://schemas.microsoft.com/office/drawing/2014/main" id="{42208AB8-491A-410F-858D-98B6E107A875}"/>
              </a:ext>
            </a:extLst>
          </p:cNvPr>
          <p:cNvSpPr>
            <a:spLocks noGrp="1"/>
          </p:cNvSpPr>
          <p:nvPr/>
        </p:nvSpPr>
        <p:spPr>
          <a:xfrm>
            <a:off x="-15382381" y="567620"/>
            <a:ext cx="59672" cy="34809"/>
          </a:xfrm>
          <a:custGeom>
            <a:avLst/>
            <a:gdLst/>
            <a:ahLst/>
            <a:cxnLst/>
            <a:rect l="l" t="t" r="r" b="b"/>
            <a:pathLst>
              <a:path w="1347" h="1028">
                <a:moveTo>
                  <a:pt x="662" y="1"/>
                </a:moveTo>
                <a:cubicBezTo>
                  <a:pt x="0" y="1"/>
                  <a:pt x="0" y="1028"/>
                  <a:pt x="662" y="1028"/>
                </a:cubicBezTo>
                <a:cubicBezTo>
                  <a:pt x="1347" y="1028"/>
                  <a:pt x="1347" y="1"/>
                  <a:pt x="662" y="1"/>
                </a:cubicBezTo>
                <a:close/>
              </a:path>
            </a:pathLst>
          </a:custGeom>
          <a:solidFill>
            <a:srgbClr val="A8B065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3" name="Google Shape;723;p27">
            <a:extLst>
              <a:ext uri="{FF2B5EF4-FFF2-40B4-BE49-F238E27FC236}">
                <a16:creationId xmlns:a16="http://schemas.microsoft.com/office/drawing/2014/main" id="{F0F6F37B-0222-446D-8158-9422AAE8FA87}"/>
              </a:ext>
            </a:extLst>
          </p:cNvPr>
          <p:cNvSpPr>
            <a:spLocks noGrp="1"/>
          </p:cNvSpPr>
          <p:nvPr/>
        </p:nvSpPr>
        <p:spPr>
          <a:xfrm>
            <a:off x="-15497651" y="1032926"/>
            <a:ext cx="59672" cy="35589"/>
          </a:xfrm>
          <a:custGeom>
            <a:avLst/>
            <a:gdLst/>
            <a:ahLst/>
            <a:cxnLst/>
            <a:rect l="l" t="t" r="r" b="b"/>
            <a:pathLst>
              <a:path w="1347" h="1051">
                <a:moveTo>
                  <a:pt x="662" y="0"/>
                </a:moveTo>
                <a:cubicBezTo>
                  <a:pt x="0" y="0"/>
                  <a:pt x="0" y="1050"/>
                  <a:pt x="662" y="1050"/>
                </a:cubicBezTo>
                <a:cubicBezTo>
                  <a:pt x="1347" y="1050"/>
                  <a:pt x="1347" y="0"/>
                  <a:pt x="662" y="0"/>
                </a:cubicBezTo>
                <a:close/>
              </a:path>
            </a:pathLst>
          </a:custGeom>
          <a:solidFill>
            <a:srgbClr val="A8B065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4" name="Google Shape;724;p27">
            <a:extLst>
              <a:ext uri="{FF2B5EF4-FFF2-40B4-BE49-F238E27FC236}">
                <a16:creationId xmlns:a16="http://schemas.microsoft.com/office/drawing/2014/main" id="{A066F0A4-687A-4244-80B6-7A2CFC13BE8D}"/>
              </a:ext>
            </a:extLst>
          </p:cNvPr>
          <p:cNvSpPr>
            <a:spLocks noGrp="1"/>
          </p:cNvSpPr>
          <p:nvPr/>
        </p:nvSpPr>
        <p:spPr>
          <a:xfrm>
            <a:off x="-15559317" y="1015927"/>
            <a:ext cx="59715" cy="35589"/>
          </a:xfrm>
          <a:custGeom>
            <a:avLst/>
            <a:gdLst/>
            <a:ahLst/>
            <a:cxnLst/>
            <a:rect l="l" t="t" r="r" b="b"/>
            <a:pathLst>
              <a:path w="1348" h="1051">
                <a:moveTo>
                  <a:pt x="686" y="0"/>
                </a:moveTo>
                <a:cubicBezTo>
                  <a:pt x="1" y="0"/>
                  <a:pt x="1" y="1050"/>
                  <a:pt x="686" y="1050"/>
                </a:cubicBezTo>
                <a:cubicBezTo>
                  <a:pt x="1347" y="1050"/>
                  <a:pt x="1347" y="0"/>
                  <a:pt x="686" y="0"/>
                </a:cubicBezTo>
                <a:close/>
              </a:path>
            </a:pathLst>
          </a:custGeom>
          <a:solidFill>
            <a:srgbClr val="A8B065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6" name="Google Shape;726;p27">
            <a:extLst>
              <a:ext uri="{FF2B5EF4-FFF2-40B4-BE49-F238E27FC236}">
                <a16:creationId xmlns:a16="http://schemas.microsoft.com/office/drawing/2014/main" id="{A90E4FE3-B448-4075-B2D0-629067141A31}"/>
              </a:ext>
            </a:extLst>
          </p:cNvPr>
          <p:cNvSpPr>
            <a:spLocks noGrp="1"/>
          </p:cNvSpPr>
          <p:nvPr/>
        </p:nvSpPr>
        <p:spPr>
          <a:xfrm flipH="1">
            <a:off x="8706244" y="1384867"/>
            <a:ext cx="285876" cy="129639"/>
          </a:xfrm>
          <a:custGeom>
            <a:avLst/>
            <a:gdLst/>
            <a:ahLst/>
            <a:cxnLst/>
            <a:rect l="l" t="t" r="r" b="b"/>
            <a:pathLst>
              <a:path w="7512" h="4428">
                <a:moveTo>
                  <a:pt x="2539" y="0"/>
                </a:moveTo>
                <a:cubicBezTo>
                  <a:pt x="1131" y="0"/>
                  <a:pt x="0" y="955"/>
                  <a:pt x="573" y="2673"/>
                </a:cubicBezTo>
                <a:cubicBezTo>
                  <a:pt x="981" y="3929"/>
                  <a:pt x="2197" y="4428"/>
                  <a:pt x="3532" y="4428"/>
                </a:cubicBezTo>
                <a:cubicBezTo>
                  <a:pt x="5035" y="4428"/>
                  <a:pt x="6689" y="3796"/>
                  <a:pt x="7511" y="2901"/>
                </a:cubicBezTo>
                <a:lnTo>
                  <a:pt x="7466" y="2810"/>
                </a:lnTo>
                <a:cubicBezTo>
                  <a:pt x="6507" y="1600"/>
                  <a:pt x="5001" y="596"/>
                  <a:pt x="3563" y="162"/>
                </a:cubicBezTo>
                <a:cubicBezTo>
                  <a:pt x="3218" y="53"/>
                  <a:pt x="2871" y="0"/>
                  <a:pt x="2539" y="0"/>
                </a:cubicBezTo>
                <a:close/>
              </a:path>
            </a:pathLst>
          </a:custGeom>
          <a:solidFill>
            <a:srgbClr val="459B97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7" name="Google Shape;727;p27">
            <a:extLst>
              <a:ext uri="{FF2B5EF4-FFF2-40B4-BE49-F238E27FC236}">
                <a16:creationId xmlns:a16="http://schemas.microsoft.com/office/drawing/2014/main" id="{4A63F569-5179-4869-A0EA-9192E6BED3D5}"/>
              </a:ext>
            </a:extLst>
          </p:cNvPr>
          <p:cNvSpPr>
            <a:spLocks noGrp="1"/>
          </p:cNvSpPr>
          <p:nvPr/>
        </p:nvSpPr>
        <p:spPr>
          <a:xfrm flipH="1">
            <a:off x="8689347" y="1195176"/>
            <a:ext cx="274040" cy="201808"/>
          </a:xfrm>
          <a:custGeom>
            <a:avLst/>
            <a:gdLst/>
            <a:ahLst/>
            <a:cxnLst/>
            <a:rect l="l" t="t" r="r" b="b"/>
            <a:pathLst>
              <a:path w="7201" h="6893">
                <a:moveTo>
                  <a:pt x="4723" y="0"/>
                </a:moveTo>
                <a:cubicBezTo>
                  <a:pt x="4407" y="0"/>
                  <a:pt x="4045" y="92"/>
                  <a:pt x="3629" y="296"/>
                </a:cubicBezTo>
                <a:cubicBezTo>
                  <a:pt x="0" y="2099"/>
                  <a:pt x="4451" y="5865"/>
                  <a:pt x="6232" y="6892"/>
                </a:cubicBezTo>
                <a:lnTo>
                  <a:pt x="6346" y="6892"/>
                </a:lnTo>
                <a:cubicBezTo>
                  <a:pt x="6791" y="5637"/>
                  <a:pt x="7201" y="0"/>
                  <a:pt x="4723" y="0"/>
                </a:cubicBezTo>
                <a:close/>
              </a:path>
            </a:pathLst>
          </a:custGeom>
          <a:solidFill>
            <a:srgbClr val="459B97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8" name="Google Shape;728;p27">
            <a:extLst>
              <a:ext uri="{FF2B5EF4-FFF2-40B4-BE49-F238E27FC236}">
                <a16:creationId xmlns:a16="http://schemas.microsoft.com/office/drawing/2014/main" id="{1D2E85CF-236D-4C7B-9D54-675720CEE0D0}"/>
              </a:ext>
            </a:extLst>
          </p:cNvPr>
          <p:cNvSpPr>
            <a:spLocks noGrp="1"/>
          </p:cNvSpPr>
          <p:nvPr/>
        </p:nvSpPr>
        <p:spPr>
          <a:xfrm flipH="1">
            <a:off x="8387440" y="1291618"/>
            <a:ext cx="181603" cy="264402"/>
          </a:xfrm>
          <a:custGeom>
            <a:avLst/>
            <a:gdLst/>
            <a:ahLst/>
            <a:cxnLst/>
            <a:rect l="l" t="t" r="r" b="b"/>
            <a:pathLst>
              <a:path w="4772" h="9031">
                <a:moveTo>
                  <a:pt x="2488" y="1"/>
                </a:moveTo>
                <a:cubicBezTo>
                  <a:pt x="2069" y="1"/>
                  <a:pt x="1625" y="199"/>
                  <a:pt x="1188" y="677"/>
                </a:cubicBezTo>
                <a:cubicBezTo>
                  <a:pt x="1" y="1955"/>
                  <a:pt x="663" y="4466"/>
                  <a:pt x="914" y="5972"/>
                </a:cubicBezTo>
                <a:cubicBezTo>
                  <a:pt x="1074" y="6908"/>
                  <a:pt x="1485" y="8026"/>
                  <a:pt x="914" y="8825"/>
                </a:cubicBezTo>
                <a:lnTo>
                  <a:pt x="1005" y="9031"/>
                </a:lnTo>
                <a:cubicBezTo>
                  <a:pt x="1736" y="8711"/>
                  <a:pt x="2352" y="8392"/>
                  <a:pt x="2877" y="7775"/>
                </a:cubicBezTo>
                <a:cubicBezTo>
                  <a:pt x="3972" y="6543"/>
                  <a:pt x="4771" y="4694"/>
                  <a:pt x="4726" y="3050"/>
                </a:cubicBezTo>
                <a:cubicBezTo>
                  <a:pt x="4726" y="1690"/>
                  <a:pt x="3713" y="1"/>
                  <a:pt x="2488" y="1"/>
                </a:cubicBezTo>
                <a:close/>
              </a:path>
            </a:pathLst>
          </a:custGeom>
          <a:solidFill>
            <a:srgbClr val="459B97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9" name="Google Shape;729;p27">
            <a:extLst>
              <a:ext uri="{FF2B5EF4-FFF2-40B4-BE49-F238E27FC236}">
                <a16:creationId xmlns:a16="http://schemas.microsoft.com/office/drawing/2014/main" id="{81E80D26-3F45-45C5-93FD-BE64CF5D80A9}"/>
              </a:ext>
            </a:extLst>
          </p:cNvPr>
          <p:cNvSpPr>
            <a:spLocks noGrp="1"/>
          </p:cNvSpPr>
          <p:nvPr/>
        </p:nvSpPr>
        <p:spPr>
          <a:xfrm flipH="1">
            <a:off x="8500357" y="1276129"/>
            <a:ext cx="298016" cy="578606"/>
          </a:xfrm>
          <a:custGeom>
            <a:avLst/>
            <a:gdLst/>
            <a:ahLst/>
            <a:cxnLst/>
            <a:rect l="l" t="t" r="r" b="b"/>
            <a:pathLst>
              <a:path w="7831" h="19763">
                <a:moveTo>
                  <a:pt x="431" y="0"/>
                </a:moveTo>
                <a:cubicBezTo>
                  <a:pt x="224" y="0"/>
                  <a:pt x="0" y="176"/>
                  <a:pt x="69" y="452"/>
                </a:cubicBezTo>
                <a:cubicBezTo>
                  <a:pt x="1005" y="4264"/>
                  <a:pt x="3562" y="7231"/>
                  <a:pt x="5388" y="10632"/>
                </a:cubicBezTo>
                <a:cubicBezTo>
                  <a:pt x="6940" y="13463"/>
                  <a:pt x="7259" y="16772"/>
                  <a:pt x="6346" y="19763"/>
                </a:cubicBezTo>
                <a:lnTo>
                  <a:pt x="7077" y="19763"/>
                </a:lnTo>
                <a:cubicBezTo>
                  <a:pt x="7830" y="17229"/>
                  <a:pt x="7739" y="14444"/>
                  <a:pt x="6780" y="11933"/>
                </a:cubicBezTo>
                <a:cubicBezTo>
                  <a:pt x="5182" y="7779"/>
                  <a:pt x="1827" y="4652"/>
                  <a:pt x="731" y="247"/>
                </a:cubicBezTo>
                <a:cubicBezTo>
                  <a:pt x="695" y="76"/>
                  <a:pt x="567" y="0"/>
                  <a:pt x="431" y="0"/>
                </a:cubicBezTo>
                <a:close/>
              </a:path>
            </a:pathLst>
          </a:custGeom>
          <a:solidFill>
            <a:srgbClr val="0E514A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0" name="Google Shape;730;p27">
            <a:extLst>
              <a:ext uri="{FF2B5EF4-FFF2-40B4-BE49-F238E27FC236}">
                <a16:creationId xmlns:a16="http://schemas.microsoft.com/office/drawing/2014/main" id="{C971B417-E040-4043-B8BF-2054929C7D7D}"/>
              </a:ext>
            </a:extLst>
          </p:cNvPr>
          <p:cNvSpPr>
            <a:spLocks noGrp="1"/>
          </p:cNvSpPr>
          <p:nvPr/>
        </p:nvSpPr>
        <p:spPr>
          <a:xfrm flipH="1">
            <a:off x="8447379" y="1380329"/>
            <a:ext cx="151006" cy="204677"/>
          </a:xfrm>
          <a:custGeom>
            <a:avLst/>
            <a:gdLst/>
            <a:ahLst/>
            <a:cxnLst/>
            <a:rect l="l" t="t" r="r" b="b"/>
            <a:pathLst>
              <a:path w="3968" h="6991">
                <a:moveTo>
                  <a:pt x="3236" y="1"/>
                </a:moveTo>
                <a:cubicBezTo>
                  <a:pt x="3034" y="1"/>
                  <a:pt x="2817" y="171"/>
                  <a:pt x="2872" y="431"/>
                </a:cubicBezTo>
                <a:cubicBezTo>
                  <a:pt x="3214" y="2166"/>
                  <a:pt x="2438" y="5795"/>
                  <a:pt x="407" y="6297"/>
                </a:cubicBezTo>
                <a:cubicBezTo>
                  <a:pt x="1" y="6404"/>
                  <a:pt x="135" y="6991"/>
                  <a:pt x="509" y="6991"/>
                </a:cubicBezTo>
                <a:cubicBezTo>
                  <a:pt x="535" y="6991"/>
                  <a:pt x="561" y="6988"/>
                  <a:pt x="589" y="6982"/>
                </a:cubicBezTo>
                <a:cubicBezTo>
                  <a:pt x="3032" y="6366"/>
                  <a:pt x="3967" y="2371"/>
                  <a:pt x="3534" y="249"/>
                </a:cubicBezTo>
                <a:cubicBezTo>
                  <a:pt x="3497" y="76"/>
                  <a:pt x="3370" y="1"/>
                  <a:pt x="3236" y="1"/>
                </a:cubicBezTo>
                <a:close/>
              </a:path>
            </a:pathLst>
          </a:custGeom>
          <a:solidFill>
            <a:srgbClr val="0E514A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1" name="Google Shape;731;p27">
            <a:extLst>
              <a:ext uri="{FF2B5EF4-FFF2-40B4-BE49-F238E27FC236}">
                <a16:creationId xmlns:a16="http://schemas.microsoft.com/office/drawing/2014/main" id="{2A0ECF15-C9B5-42AF-93D6-C139377CB7F1}"/>
              </a:ext>
            </a:extLst>
          </p:cNvPr>
          <p:cNvSpPr>
            <a:spLocks noGrp="1"/>
          </p:cNvSpPr>
          <p:nvPr/>
        </p:nvSpPr>
        <p:spPr>
          <a:xfrm flipH="1">
            <a:off x="8663390" y="1450245"/>
            <a:ext cx="211058" cy="36362"/>
          </a:xfrm>
          <a:custGeom>
            <a:avLst/>
            <a:gdLst/>
            <a:ahLst/>
            <a:cxnLst/>
            <a:rect l="l" t="t" r="r" b="b"/>
            <a:pathLst>
              <a:path w="5546" h="1242">
                <a:moveTo>
                  <a:pt x="5031" y="1"/>
                </a:moveTo>
                <a:cubicBezTo>
                  <a:pt x="4974" y="1"/>
                  <a:pt x="4914" y="16"/>
                  <a:pt x="4853" y="52"/>
                </a:cubicBezTo>
                <a:cubicBezTo>
                  <a:pt x="4229" y="407"/>
                  <a:pt x="3554" y="544"/>
                  <a:pt x="2868" y="544"/>
                </a:cubicBezTo>
                <a:cubicBezTo>
                  <a:pt x="2101" y="544"/>
                  <a:pt x="1320" y="372"/>
                  <a:pt x="585" y="143"/>
                </a:cubicBezTo>
                <a:cubicBezTo>
                  <a:pt x="551" y="134"/>
                  <a:pt x="518" y="130"/>
                  <a:pt x="487" y="130"/>
                </a:cubicBezTo>
                <a:cubicBezTo>
                  <a:pt x="126" y="130"/>
                  <a:pt x="1" y="702"/>
                  <a:pt x="379" y="828"/>
                </a:cubicBezTo>
                <a:cubicBezTo>
                  <a:pt x="1185" y="1070"/>
                  <a:pt x="2031" y="1242"/>
                  <a:pt x="2863" y="1242"/>
                </a:cubicBezTo>
                <a:cubicBezTo>
                  <a:pt x="3680" y="1242"/>
                  <a:pt x="4483" y="1075"/>
                  <a:pt x="5218" y="645"/>
                </a:cubicBezTo>
                <a:cubicBezTo>
                  <a:pt x="5546" y="453"/>
                  <a:pt x="5337" y="1"/>
                  <a:pt x="5031" y="1"/>
                </a:cubicBezTo>
                <a:close/>
              </a:path>
            </a:pathLst>
          </a:custGeom>
          <a:solidFill>
            <a:srgbClr val="0E514A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3" name="Google Shape;733;p27">
            <a:extLst>
              <a:ext uri="{FF2B5EF4-FFF2-40B4-BE49-F238E27FC236}">
                <a16:creationId xmlns:a16="http://schemas.microsoft.com/office/drawing/2014/main" id="{5489311B-29E5-4FB0-86E7-5A8D492B62DE}"/>
              </a:ext>
            </a:extLst>
          </p:cNvPr>
          <p:cNvSpPr>
            <a:spLocks noGrp="1"/>
          </p:cNvSpPr>
          <p:nvPr/>
        </p:nvSpPr>
        <p:spPr>
          <a:xfrm flipH="1">
            <a:off x="3945943" y="488519"/>
            <a:ext cx="1593691" cy="972023"/>
          </a:xfrm>
          <a:custGeom>
            <a:avLst/>
            <a:gdLst/>
            <a:ahLst/>
            <a:cxnLst/>
            <a:rect l="l" t="t" r="r" b="b"/>
            <a:pathLst>
              <a:path w="31500" h="25215">
                <a:moveTo>
                  <a:pt x="3702" y="1"/>
                </a:moveTo>
                <a:cubicBezTo>
                  <a:pt x="2458" y="1"/>
                  <a:pt x="1221" y="88"/>
                  <a:pt x="0" y="266"/>
                </a:cubicBezTo>
                <a:cubicBezTo>
                  <a:pt x="1598" y="3256"/>
                  <a:pt x="3653" y="5973"/>
                  <a:pt x="5250" y="8940"/>
                </a:cubicBezTo>
                <a:cubicBezTo>
                  <a:pt x="7168" y="12615"/>
                  <a:pt x="9405" y="16518"/>
                  <a:pt x="12691" y="19325"/>
                </a:cubicBezTo>
                <a:cubicBezTo>
                  <a:pt x="17462" y="23274"/>
                  <a:pt x="25588" y="24598"/>
                  <a:pt x="31499" y="25214"/>
                </a:cubicBezTo>
                <a:cubicBezTo>
                  <a:pt x="31479" y="10329"/>
                  <a:pt x="17249" y="1"/>
                  <a:pt x="3702" y="1"/>
                </a:cubicBezTo>
                <a:close/>
              </a:path>
            </a:pathLst>
          </a:custGeom>
          <a:solidFill>
            <a:srgbClr val="11564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4" name="Google Shape;734;p27">
            <a:extLst>
              <a:ext uri="{FF2B5EF4-FFF2-40B4-BE49-F238E27FC236}">
                <a16:creationId xmlns:a16="http://schemas.microsoft.com/office/drawing/2014/main" id="{2D40ADFD-C8FF-4E82-9C94-1B2EE30C2D1D}"/>
              </a:ext>
            </a:extLst>
          </p:cNvPr>
          <p:cNvSpPr>
            <a:spLocks noGrp="1"/>
          </p:cNvSpPr>
          <p:nvPr/>
        </p:nvSpPr>
        <p:spPr>
          <a:xfrm flipH="1">
            <a:off x="3932023" y="605519"/>
            <a:ext cx="1335411" cy="842343"/>
          </a:xfrm>
          <a:custGeom>
            <a:avLst/>
            <a:gdLst/>
            <a:ahLst/>
            <a:cxnLst/>
            <a:rect l="l" t="t" r="r" b="b"/>
            <a:pathLst>
              <a:path w="26395" h="21851">
                <a:moveTo>
                  <a:pt x="480" y="1"/>
                </a:moveTo>
                <a:cubicBezTo>
                  <a:pt x="186" y="1"/>
                  <a:pt x="0" y="446"/>
                  <a:pt x="304" y="655"/>
                </a:cubicBezTo>
                <a:cubicBezTo>
                  <a:pt x="4960" y="3851"/>
                  <a:pt x="8932" y="7845"/>
                  <a:pt x="13406" y="11246"/>
                </a:cubicBezTo>
                <a:cubicBezTo>
                  <a:pt x="17674" y="14487"/>
                  <a:pt x="22330" y="17454"/>
                  <a:pt x="25686" y="21723"/>
                </a:cubicBezTo>
                <a:cubicBezTo>
                  <a:pt x="25753" y="21813"/>
                  <a:pt x="25835" y="21850"/>
                  <a:pt x="25915" y="21850"/>
                </a:cubicBezTo>
                <a:cubicBezTo>
                  <a:pt x="26160" y="21850"/>
                  <a:pt x="26394" y="21501"/>
                  <a:pt x="26188" y="21243"/>
                </a:cubicBezTo>
                <a:cubicBezTo>
                  <a:pt x="22970" y="17158"/>
                  <a:pt x="18587" y="14236"/>
                  <a:pt x="14456" y="11177"/>
                </a:cubicBezTo>
                <a:cubicBezTo>
                  <a:pt x="9708" y="7640"/>
                  <a:pt x="5554" y="3417"/>
                  <a:pt x="669" y="62"/>
                </a:cubicBezTo>
                <a:cubicBezTo>
                  <a:pt x="604" y="19"/>
                  <a:pt x="540" y="1"/>
                  <a:pt x="480" y="1"/>
                </a:cubicBezTo>
                <a:close/>
              </a:path>
            </a:pathLst>
          </a:custGeom>
          <a:solidFill>
            <a:srgbClr val="46AA9E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5" name="Google Shape;735;p27">
            <a:extLst>
              <a:ext uri="{FF2B5EF4-FFF2-40B4-BE49-F238E27FC236}">
                <a16:creationId xmlns:a16="http://schemas.microsoft.com/office/drawing/2014/main" id="{63AE712B-2438-4B1B-A9E8-28F55BC2BB22}"/>
              </a:ext>
            </a:extLst>
          </p:cNvPr>
          <p:cNvSpPr>
            <a:spLocks noGrp="1"/>
          </p:cNvSpPr>
          <p:nvPr/>
        </p:nvSpPr>
        <p:spPr>
          <a:xfrm flipH="1">
            <a:off x="4074115" y="1321475"/>
            <a:ext cx="19681" cy="14148"/>
          </a:xfrm>
          <a:custGeom>
            <a:avLst/>
            <a:gdLst/>
            <a:ahLst/>
            <a:cxnLst/>
            <a:rect l="l" t="t" r="r" b="b"/>
            <a:pathLst>
              <a:path w="389" h="367">
                <a:moveTo>
                  <a:pt x="1" y="1"/>
                </a:moveTo>
                <a:cubicBezTo>
                  <a:pt x="24" y="138"/>
                  <a:pt x="24" y="252"/>
                  <a:pt x="46" y="366"/>
                </a:cubicBezTo>
                <a:cubicBezTo>
                  <a:pt x="161" y="252"/>
                  <a:pt x="275" y="138"/>
                  <a:pt x="389" y="24"/>
                </a:cubicBezTo>
                <a:cubicBezTo>
                  <a:pt x="252" y="24"/>
                  <a:pt x="138" y="24"/>
                  <a:pt x="1" y="1"/>
                </a:cubicBezTo>
                <a:close/>
              </a:path>
            </a:pathLst>
          </a:custGeom>
          <a:solidFill>
            <a:srgbClr val="46AA9E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6" name="Google Shape;736;p27">
            <a:extLst>
              <a:ext uri="{FF2B5EF4-FFF2-40B4-BE49-F238E27FC236}">
                <a16:creationId xmlns:a16="http://schemas.microsoft.com/office/drawing/2014/main" id="{FAA3A59F-38CC-4AB8-8ADA-349B0825C2AF}"/>
              </a:ext>
            </a:extLst>
          </p:cNvPr>
          <p:cNvSpPr>
            <a:spLocks noGrp="1"/>
          </p:cNvSpPr>
          <p:nvPr/>
        </p:nvSpPr>
        <p:spPr>
          <a:xfrm flipH="1">
            <a:off x="4039464" y="1120127"/>
            <a:ext cx="349954" cy="228752"/>
          </a:xfrm>
          <a:custGeom>
            <a:avLst/>
            <a:gdLst/>
            <a:ahLst/>
            <a:cxnLst/>
            <a:rect l="l" t="t" r="r" b="b"/>
            <a:pathLst>
              <a:path w="6917" h="5934">
                <a:moveTo>
                  <a:pt x="5844" y="5224"/>
                </a:moveTo>
                <a:lnTo>
                  <a:pt x="5844" y="5224"/>
                </a:lnTo>
                <a:cubicBezTo>
                  <a:pt x="5981" y="5247"/>
                  <a:pt x="6095" y="5247"/>
                  <a:pt x="6232" y="5247"/>
                </a:cubicBezTo>
                <a:cubicBezTo>
                  <a:pt x="6118" y="5361"/>
                  <a:pt x="6004" y="5475"/>
                  <a:pt x="5889" y="5589"/>
                </a:cubicBezTo>
                <a:cubicBezTo>
                  <a:pt x="5867" y="5475"/>
                  <a:pt x="5867" y="5361"/>
                  <a:pt x="5844" y="5224"/>
                </a:cubicBezTo>
                <a:close/>
                <a:moveTo>
                  <a:pt x="5509" y="1"/>
                </a:moveTo>
                <a:cubicBezTo>
                  <a:pt x="5265" y="1"/>
                  <a:pt x="5029" y="244"/>
                  <a:pt x="5205" y="499"/>
                </a:cubicBezTo>
                <a:cubicBezTo>
                  <a:pt x="6163" y="1891"/>
                  <a:pt x="5730" y="3626"/>
                  <a:pt x="5844" y="5224"/>
                </a:cubicBezTo>
                <a:cubicBezTo>
                  <a:pt x="4041" y="5155"/>
                  <a:pt x="2237" y="5201"/>
                  <a:pt x="457" y="5064"/>
                </a:cubicBezTo>
                <a:cubicBezTo>
                  <a:pt x="450" y="5064"/>
                  <a:pt x="442" y="5064"/>
                  <a:pt x="435" y="5064"/>
                </a:cubicBezTo>
                <a:cubicBezTo>
                  <a:pt x="1" y="5064"/>
                  <a:pt x="8" y="5727"/>
                  <a:pt x="457" y="5772"/>
                </a:cubicBezTo>
                <a:cubicBezTo>
                  <a:pt x="2374" y="5909"/>
                  <a:pt x="4314" y="5817"/>
                  <a:pt x="6232" y="5931"/>
                </a:cubicBezTo>
                <a:cubicBezTo>
                  <a:pt x="6241" y="5933"/>
                  <a:pt x="6250" y="5933"/>
                  <a:pt x="6260" y="5933"/>
                </a:cubicBezTo>
                <a:cubicBezTo>
                  <a:pt x="6414" y="5933"/>
                  <a:pt x="6596" y="5761"/>
                  <a:pt x="6574" y="5589"/>
                </a:cubicBezTo>
                <a:cubicBezTo>
                  <a:pt x="6323" y="3763"/>
                  <a:pt x="6917" y="1777"/>
                  <a:pt x="5798" y="157"/>
                </a:cubicBezTo>
                <a:cubicBezTo>
                  <a:pt x="5722" y="46"/>
                  <a:pt x="5615" y="1"/>
                  <a:pt x="5509" y="1"/>
                </a:cubicBezTo>
                <a:close/>
              </a:path>
            </a:pathLst>
          </a:custGeom>
          <a:solidFill>
            <a:srgbClr val="46AA9E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7" name="Google Shape;737;p27">
            <a:extLst>
              <a:ext uri="{FF2B5EF4-FFF2-40B4-BE49-F238E27FC236}">
                <a16:creationId xmlns:a16="http://schemas.microsoft.com/office/drawing/2014/main" id="{66231370-736B-409A-BAD3-C7E77A35F4FE}"/>
              </a:ext>
            </a:extLst>
          </p:cNvPr>
          <p:cNvSpPr>
            <a:spLocks noGrp="1"/>
          </p:cNvSpPr>
          <p:nvPr/>
        </p:nvSpPr>
        <p:spPr>
          <a:xfrm flipH="1">
            <a:off x="4221901" y="1223827"/>
            <a:ext cx="22007" cy="16730"/>
          </a:xfrm>
          <a:custGeom>
            <a:avLst/>
            <a:gdLst/>
            <a:ahLst/>
            <a:cxnLst/>
            <a:rect l="l" t="t" r="r" b="b"/>
            <a:pathLst>
              <a:path w="435" h="434">
                <a:moveTo>
                  <a:pt x="0" y="0"/>
                </a:moveTo>
                <a:cubicBezTo>
                  <a:pt x="0" y="160"/>
                  <a:pt x="0" y="297"/>
                  <a:pt x="0" y="434"/>
                </a:cubicBezTo>
                <a:cubicBezTo>
                  <a:pt x="137" y="320"/>
                  <a:pt x="297" y="206"/>
                  <a:pt x="434" y="92"/>
                </a:cubicBezTo>
                <a:cubicBezTo>
                  <a:pt x="297" y="69"/>
                  <a:pt x="137" y="46"/>
                  <a:pt x="0" y="0"/>
                </a:cubicBezTo>
                <a:close/>
              </a:path>
            </a:pathLst>
          </a:custGeom>
          <a:solidFill>
            <a:srgbClr val="46AA9E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8" name="Google Shape;738;p27">
            <a:extLst>
              <a:ext uri="{FF2B5EF4-FFF2-40B4-BE49-F238E27FC236}">
                <a16:creationId xmlns:a16="http://schemas.microsoft.com/office/drawing/2014/main" id="{085F0062-0CFC-4266-9D8A-89EEFB41918D}"/>
              </a:ext>
            </a:extLst>
          </p:cNvPr>
          <p:cNvSpPr>
            <a:spLocks noGrp="1"/>
          </p:cNvSpPr>
          <p:nvPr/>
        </p:nvSpPr>
        <p:spPr>
          <a:xfrm flipH="1">
            <a:off x="4204608" y="971939"/>
            <a:ext cx="461967" cy="282143"/>
          </a:xfrm>
          <a:custGeom>
            <a:avLst/>
            <a:gdLst/>
            <a:ahLst/>
            <a:cxnLst/>
            <a:rect l="l" t="t" r="r" b="b"/>
            <a:pathLst>
              <a:path w="9131" h="7319">
                <a:moveTo>
                  <a:pt x="7246" y="0"/>
                </a:moveTo>
                <a:cubicBezTo>
                  <a:pt x="7010" y="0"/>
                  <a:pt x="6757" y="260"/>
                  <a:pt x="6916" y="531"/>
                </a:cubicBezTo>
                <a:cubicBezTo>
                  <a:pt x="7852" y="2312"/>
                  <a:pt x="8354" y="4503"/>
                  <a:pt x="8354" y="6534"/>
                </a:cubicBezTo>
                <a:cubicBezTo>
                  <a:pt x="8491" y="6580"/>
                  <a:pt x="8651" y="6603"/>
                  <a:pt x="8788" y="6626"/>
                </a:cubicBezTo>
                <a:cubicBezTo>
                  <a:pt x="8651" y="6740"/>
                  <a:pt x="8491" y="6854"/>
                  <a:pt x="8354" y="6968"/>
                </a:cubicBezTo>
                <a:cubicBezTo>
                  <a:pt x="8354" y="6831"/>
                  <a:pt x="8354" y="6694"/>
                  <a:pt x="8354" y="6534"/>
                </a:cubicBezTo>
                <a:cubicBezTo>
                  <a:pt x="6091" y="6078"/>
                  <a:pt x="3793" y="5759"/>
                  <a:pt x="1475" y="5759"/>
                </a:cubicBezTo>
                <a:cubicBezTo>
                  <a:pt x="1128" y="5759"/>
                  <a:pt x="781" y="5766"/>
                  <a:pt x="434" y="5781"/>
                </a:cubicBezTo>
                <a:cubicBezTo>
                  <a:pt x="7" y="5781"/>
                  <a:pt x="1" y="6466"/>
                  <a:pt x="414" y="6466"/>
                </a:cubicBezTo>
                <a:cubicBezTo>
                  <a:pt x="420" y="6466"/>
                  <a:pt x="427" y="6466"/>
                  <a:pt x="434" y="6466"/>
                </a:cubicBezTo>
                <a:cubicBezTo>
                  <a:pt x="774" y="6452"/>
                  <a:pt x="1113" y="6445"/>
                  <a:pt x="1451" y="6445"/>
                </a:cubicBezTo>
                <a:cubicBezTo>
                  <a:pt x="3864" y="6445"/>
                  <a:pt x="6243" y="6790"/>
                  <a:pt x="8606" y="7310"/>
                </a:cubicBezTo>
                <a:cubicBezTo>
                  <a:pt x="8632" y="7316"/>
                  <a:pt x="8658" y="7318"/>
                  <a:pt x="8684" y="7318"/>
                </a:cubicBezTo>
                <a:cubicBezTo>
                  <a:pt x="8879" y="7318"/>
                  <a:pt x="9039" y="7170"/>
                  <a:pt x="9039" y="6968"/>
                </a:cubicBezTo>
                <a:cubicBezTo>
                  <a:pt x="9131" y="4685"/>
                  <a:pt x="8583" y="2175"/>
                  <a:pt x="7510" y="166"/>
                </a:cubicBezTo>
                <a:cubicBezTo>
                  <a:pt x="7448" y="49"/>
                  <a:pt x="7349" y="0"/>
                  <a:pt x="7246" y="0"/>
                </a:cubicBezTo>
                <a:close/>
              </a:path>
            </a:pathLst>
          </a:custGeom>
          <a:solidFill>
            <a:srgbClr val="46AA9E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9" name="Google Shape;739;p27">
            <a:extLst>
              <a:ext uri="{FF2B5EF4-FFF2-40B4-BE49-F238E27FC236}">
                <a16:creationId xmlns:a16="http://schemas.microsoft.com/office/drawing/2014/main" id="{2372ABE3-A3BE-46B2-94F1-1572DD3F45E6}"/>
              </a:ext>
            </a:extLst>
          </p:cNvPr>
          <p:cNvSpPr>
            <a:spLocks noGrp="1"/>
          </p:cNvSpPr>
          <p:nvPr/>
        </p:nvSpPr>
        <p:spPr>
          <a:xfrm flipH="1">
            <a:off x="4482925" y="786552"/>
            <a:ext cx="367206" cy="299181"/>
          </a:xfrm>
          <a:custGeom>
            <a:avLst/>
            <a:gdLst/>
            <a:ahLst/>
            <a:cxnLst/>
            <a:rect l="l" t="t" r="r" b="b"/>
            <a:pathLst>
              <a:path w="7258" h="7761">
                <a:moveTo>
                  <a:pt x="5332" y="1"/>
                </a:moveTo>
                <a:cubicBezTo>
                  <a:pt x="5104" y="1"/>
                  <a:pt x="4857" y="257"/>
                  <a:pt x="4998" y="524"/>
                </a:cubicBezTo>
                <a:cubicBezTo>
                  <a:pt x="5774" y="2168"/>
                  <a:pt x="6116" y="4130"/>
                  <a:pt x="6276" y="5934"/>
                </a:cubicBezTo>
                <a:cubicBezTo>
                  <a:pt x="6299" y="6230"/>
                  <a:pt x="6299" y="6527"/>
                  <a:pt x="6276" y="6824"/>
                </a:cubicBezTo>
                <a:cubicBezTo>
                  <a:pt x="6276" y="6938"/>
                  <a:pt x="5888" y="6967"/>
                  <a:pt x="5477" y="6967"/>
                </a:cubicBezTo>
                <a:cubicBezTo>
                  <a:pt x="5066" y="6967"/>
                  <a:pt x="4633" y="6938"/>
                  <a:pt x="4541" y="6938"/>
                </a:cubicBezTo>
                <a:cubicBezTo>
                  <a:pt x="3195" y="6961"/>
                  <a:pt x="1825" y="7006"/>
                  <a:pt x="456" y="7052"/>
                </a:cubicBezTo>
                <a:cubicBezTo>
                  <a:pt x="29" y="7075"/>
                  <a:pt x="0" y="7760"/>
                  <a:pt x="434" y="7760"/>
                </a:cubicBezTo>
                <a:cubicBezTo>
                  <a:pt x="441" y="7760"/>
                  <a:pt x="448" y="7760"/>
                  <a:pt x="456" y="7760"/>
                </a:cubicBezTo>
                <a:cubicBezTo>
                  <a:pt x="2215" y="7700"/>
                  <a:pt x="3991" y="7641"/>
                  <a:pt x="5755" y="7641"/>
                </a:cubicBezTo>
                <a:cubicBezTo>
                  <a:pt x="6028" y="7641"/>
                  <a:pt x="6301" y="7643"/>
                  <a:pt x="6573" y="7646"/>
                </a:cubicBezTo>
                <a:cubicBezTo>
                  <a:pt x="6710" y="7646"/>
                  <a:pt x="6892" y="7531"/>
                  <a:pt x="6915" y="7395"/>
                </a:cubicBezTo>
                <a:cubicBezTo>
                  <a:pt x="7258" y="5089"/>
                  <a:pt x="6573" y="2259"/>
                  <a:pt x="5591" y="182"/>
                </a:cubicBezTo>
                <a:cubicBezTo>
                  <a:pt x="5534" y="54"/>
                  <a:pt x="5435" y="1"/>
                  <a:pt x="5332" y="1"/>
                </a:cubicBezTo>
                <a:close/>
              </a:path>
            </a:pathLst>
          </a:custGeom>
          <a:solidFill>
            <a:srgbClr val="46AA9E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0" name="Google Shape;740;p27">
            <a:extLst>
              <a:ext uri="{FF2B5EF4-FFF2-40B4-BE49-F238E27FC236}">
                <a16:creationId xmlns:a16="http://schemas.microsoft.com/office/drawing/2014/main" id="{DFB896DC-5643-4FCA-A964-59478DFA65C5}"/>
              </a:ext>
            </a:extLst>
          </p:cNvPr>
          <p:cNvSpPr>
            <a:spLocks noGrp="1"/>
          </p:cNvSpPr>
          <p:nvPr/>
        </p:nvSpPr>
        <p:spPr>
          <a:xfrm flipH="1">
            <a:off x="4735840" y="911454"/>
            <a:ext cx="17353" cy="13222"/>
          </a:xfrm>
          <a:custGeom>
            <a:avLst/>
            <a:gdLst/>
            <a:ahLst/>
            <a:cxnLst/>
            <a:rect l="l" t="t" r="r" b="b"/>
            <a:pathLst>
              <a:path w="343" h="343">
                <a:moveTo>
                  <a:pt x="1" y="0"/>
                </a:moveTo>
                <a:cubicBezTo>
                  <a:pt x="1" y="114"/>
                  <a:pt x="1" y="229"/>
                  <a:pt x="1" y="343"/>
                </a:cubicBezTo>
                <a:cubicBezTo>
                  <a:pt x="115" y="229"/>
                  <a:pt x="229" y="114"/>
                  <a:pt x="343" y="0"/>
                </a:cubicBezTo>
                <a:close/>
              </a:path>
            </a:pathLst>
          </a:custGeom>
          <a:solidFill>
            <a:srgbClr val="46AA9E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1" name="Google Shape;741;p27">
            <a:extLst>
              <a:ext uri="{FF2B5EF4-FFF2-40B4-BE49-F238E27FC236}">
                <a16:creationId xmlns:a16="http://schemas.microsoft.com/office/drawing/2014/main" id="{64A489ED-FADF-448D-9B38-C397DCBBBD15}"/>
              </a:ext>
            </a:extLst>
          </p:cNvPr>
          <p:cNvSpPr>
            <a:spLocks noGrp="1"/>
          </p:cNvSpPr>
          <p:nvPr/>
        </p:nvSpPr>
        <p:spPr>
          <a:xfrm flipH="1">
            <a:off x="4715053" y="720515"/>
            <a:ext cx="325669" cy="218227"/>
          </a:xfrm>
          <a:custGeom>
            <a:avLst/>
            <a:gdLst/>
            <a:ahLst/>
            <a:cxnLst/>
            <a:rect l="l" t="t" r="r" b="b"/>
            <a:pathLst>
              <a:path w="6437" h="5661">
                <a:moveTo>
                  <a:pt x="5963" y="0"/>
                </a:moveTo>
                <a:cubicBezTo>
                  <a:pt x="5792" y="0"/>
                  <a:pt x="5626" y="114"/>
                  <a:pt x="5638" y="343"/>
                </a:cubicBezTo>
                <a:cubicBezTo>
                  <a:pt x="5684" y="1872"/>
                  <a:pt x="5729" y="3401"/>
                  <a:pt x="5684" y="4953"/>
                </a:cubicBezTo>
                <a:lnTo>
                  <a:pt x="6026" y="4953"/>
                </a:lnTo>
                <a:cubicBezTo>
                  <a:pt x="5912" y="5067"/>
                  <a:pt x="5798" y="5182"/>
                  <a:pt x="5684" y="5296"/>
                </a:cubicBezTo>
                <a:cubicBezTo>
                  <a:pt x="5684" y="5182"/>
                  <a:pt x="5684" y="5067"/>
                  <a:pt x="5684" y="4953"/>
                </a:cubicBezTo>
                <a:cubicBezTo>
                  <a:pt x="5105" y="4923"/>
                  <a:pt x="4525" y="4913"/>
                  <a:pt x="3942" y="4913"/>
                </a:cubicBezTo>
                <a:cubicBezTo>
                  <a:pt x="2777" y="4913"/>
                  <a:pt x="1605" y="4953"/>
                  <a:pt x="434" y="4953"/>
                </a:cubicBezTo>
                <a:cubicBezTo>
                  <a:pt x="0" y="4953"/>
                  <a:pt x="0" y="5661"/>
                  <a:pt x="434" y="5661"/>
                </a:cubicBezTo>
                <a:cubicBezTo>
                  <a:pt x="1771" y="5661"/>
                  <a:pt x="3096" y="5603"/>
                  <a:pt x="4426" y="5603"/>
                </a:cubicBezTo>
                <a:cubicBezTo>
                  <a:pt x="4958" y="5603"/>
                  <a:pt x="5491" y="5612"/>
                  <a:pt x="6026" y="5638"/>
                </a:cubicBezTo>
                <a:cubicBezTo>
                  <a:pt x="6036" y="5639"/>
                  <a:pt x="6047" y="5640"/>
                  <a:pt x="6057" y="5640"/>
                </a:cubicBezTo>
                <a:cubicBezTo>
                  <a:pt x="6226" y="5640"/>
                  <a:pt x="6368" y="5468"/>
                  <a:pt x="6368" y="5296"/>
                </a:cubicBezTo>
                <a:cubicBezTo>
                  <a:pt x="6437" y="3652"/>
                  <a:pt x="6391" y="1986"/>
                  <a:pt x="6323" y="343"/>
                </a:cubicBezTo>
                <a:cubicBezTo>
                  <a:pt x="6311" y="114"/>
                  <a:pt x="6134" y="0"/>
                  <a:pt x="5963" y="0"/>
                </a:cubicBezTo>
                <a:close/>
              </a:path>
            </a:pathLst>
          </a:custGeom>
          <a:solidFill>
            <a:srgbClr val="46AA9E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2" name="Google Shape;742;p27">
            <a:extLst>
              <a:ext uri="{FF2B5EF4-FFF2-40B4-BE49-F238E27FC236}">
                <a16:creationId xmlns:a16="http://schemas.microsoft.com/office/drawing/2014/main" id="{070A46FD-B8A5-4321-A39D-8E34054F2D82}"/>
              </a:ext>
            </a:extLst>
          </p:cNvPr>
          <p:cNvSpPr>
            <a:spLocks noGrp="1"/>
          </p:cNvSpPr>
          <p:nvPr/>
        </p:nvSpPr>
        <p:spPr>
          <a:xfrm flipH="1">
            <a:off x="4989875" y="753937"/>
            <a:ext cx="22007" cy="11488"/>
          </a:xfrm>
          <a:custGeom>
            <a:avLst/>
            <a:gdLst/>
            <a:ahLst/>
            <a:cxnLst/>
            <a:rect l="l" t="t" r="r" b="b"/>
            <a:pathLst>
              <a:path w="435" h="298">
                <a:moveTo>
                  <a:pt x="46" y="1"/>
                </a:moveTo>
                <a:cubicBezTo>
                  <a:pt x="23" y="92"/>
                  <a:pt x="23" y="183"/>
                  <a:pt x="1" y="297"/>
                </a:cubicBezTo>
                <a:cubicBezTo>
                  <a:pt x="160" y="206"/>
                  <a:pt x="297" y="138"/>
                  <a:pt x="434" y="46"/>
                </a:cubicBezTo>
                <a:cubicBezTo>
                  <a:pt x="297" y="23"/>
                  <a:pt x="183" y="23"/>
                  <a:pt x="46" y="1"/>
                </a:cubicBezTo>
                <a:close/>
              </a:path>
            </a:pathLst>
          </a:custGeom>
          <a:solidFill>
            <a:srgbClr val="46AA9E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3" name="Google Shape;743;p27">
            <a:extLst>
              <a:ext uri="{FF2B5EF4-FFF2-40B4-BE49-F238E27FC236}">
                <a16:creationId xmlns:a16="http://schemas.microsoft.com/office/drawing/2014/main" id="{51F40EEA-C4B2-4AA3-B807-138A3AAF98A4}"/>
              </a:ext>
            </a:extLst>
          </p:cNvPr>
          <p:cNvSpPr>
            <a:spLocks noGrp="1"/>
          </p:cNvSpPr>
          <p:nvPr/>
        </p:nvSpPr>
        <p:spPr>
          <a:xfrm flipH="1">
            <a:off x="4965645" y="573329"/>
            <a:ext cx="255243" cy="208437"/>
          </a:xfrm>
          <a:custGeom>
            <a:avLst/>
            <a:gdLst/>
            <a:ahLst/>
            <a:cxnLst/>
            <a:rect l="l" t="t" r="r" b="b"/>
            <a:pathLst>
              <a:path w="5045" h="5407">
                <a:moveTo>
                  <a:pt x="3832" y="1"/>
                </a:moveTo>
                <a:cubicBezTo>
                  <a:pt x="3658" y="1"/>
                  <a:pt x="3493" y="109"/>
                  <a:pt x="3515" y="326"/>
                </a:cubicBezTo>
                <a:cubicBezTo>
                  <a:pt x="3629" y="1787"/>
                  <a:pt x="4269" y="3225"/>
                  <a:pt x="4177" y="4686"/>
                </a:cubicBezTo>
                <a:cubicBezTo>
                  <a:pt x="4314" y="4708"/>
                  <a:pt x="4428" y="4708"/>
                  <a:pt x="4565" y="4731"/>
                </a:cubicBezTo>
                <a:cubicBezTo>
                  <a:pt x="4428" y="4823"/>
                  <a:pt x="4291" y="4891"/>
                  <a:pt x="4132" y="4982"/>
                </a:cubicBezTo>
                <a:cubicBezTo>
                  <a:pt x="4154" y="4868"/>
                  <a:pt x="4154" y="4777"/>
                  <a:pt x="4177" y="4686"/>
                </a:cubicBezTo>
                <a:cubicBezTo>
                  <a:pt x="3477" y="4597"/>
                  <a:pt x="2785" y="4550"/>
                  <a:pt x="2091" y="4550"/>
                </a:cubicBezTo>
                <a:cubicBezTo>
                  <a:pt x="1541" y="4550"/>
                  <a:pt x="990" y="4579"/>
                  <a:pt x="434" y="4640"/>
                </a:cubicBezTo>
                <a:cubicBezTo>
                  <a:pt x="14" y="4684"/>
                  <a:pt x="1" y="5327"/>
                  <a:pt x="393" y="5327"/>
                </a:cubicBezTo>
                <a:cubicBezTo>
                  <a:pt x="406" y="5327"/>
                  <a:pt x="420" y="5326"/>
                  <a:pt x="434" y="5325"/>
                </a:cubicBezTo>
                <a:cubicBezTo>
                  <a:pt x="1029" y="5263"/>
                  <a:pt x="1619" y="5229"/>
                  <a:pt x="2209" y="5229"/>
                </a:cubicBezTo>
                <a:cubicBezTo>
                  <a:pt x="2932" y="5229"/>
                  <a:pt x="3654" y="5280"/>
                  <a:pt x="4383" y="5393"/>
                </a:cubicBezTo>
                <a:cubicBezTo>
                  <a:pt x="4414" y="5402"/>
                  <a:pt x="4448" y="5407"/>
                  <a:pt x="4483" y="5407"/>
                </a:cubicBezTo>
                <a:cubicBezTo>
                  <a:pt x="4625" y="5407"/>
                  <a:pt x="4780" y="5330"/>
                  <a:pt x="4816" y="5165"/>
                </a:cubicBezTo>
                <a:cubicBezTo>
                  <a:pt x="5045" y="3476"/>
                  <a:pt x="4337" y="1969"/>
                  <a:pt x="4200" y="326"/>
                </a:cubicBezTo>
                <a:cubicBezTo>
                  <a:pt x="4189" y="109"/>
                  <a:pt x="4006" y="1"/>
                  <a:pt x="3832" y="1"/>
                </a:cubicBezTo>
                <a:close/>
              </a:path>
            </a:pathLst>
          </a:custGeom>
          <a:solidFill>
            <a:srgbClr val="46AA9E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4" name="Google Shape;744;p27">
            <a:extLst>
              <a:ext uri="{FF2B5EF4-FFF2-40B4-BE49-F238E27FC236}">
                <a16:creationId xmlns:a16="http://schemas.microsoft.com/office/drawing/2014/main" id="{1C8D3204-62CC-482C-801B-3F01AC5910B1}"/>
              </a:ext>
            </a:extLst>
          </p:cNvPr>
          <p:cNvSpPr>
            <a:spLocks noGrp="1"/>
          </p:cNvSpPr>
          <p:nvPr/>
        </p:nvSpPr>
        <p:spPr>
          <a:xfrm flipH="1">
            <a:off x="4794733" y="680037"/>
            <a:ext cx="68149" cy="40515"/>
          </a:xfrm>
          <a:custGeom>
            <a:avLst/>
            <a:gdLst/>
            <a:ahLst/>
            <a:cxnLst/>
            <a:rect l="l" t="t" r="r" b="b"/>
            <a:pathLst>
              <a:path w="1347" h="1051">
                <a:moveTo>
                  <a:pt x="662" y="0"/>
                </a:moveTo>
                <a:cubicBezTo>
                  <a:pt x="0" y="0"/>
                  <a:pt x="0" y="1050"/>
                  <a:pt x="662" y="1050"/>
                </a:cubicBezTo>
                <a:cubicBezTo>
                  <a:pt x="1347" y="1050"/>
                  <a:pt x="1347" y="0"/>
                  <a:pt x="662" y="0"/>
                </a:cubicBezTo>
                <a:close/>
              </a:path>
            </a:pathLst>
          </a:custGeom>
          <a:solidFill>
            <a:srgbClr val="46AA9E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5" name="Google Shape;745;p27">
            <a:extLst>
              <a:ext uri="{FF2B5EF4-FFF2-40B4-BE49-F238E27FC236}">
                <a16:creationId xmlns:a16="http://schemas.microsoft.com/office/drawing/2014/main" id="{E13FFA3F-D1C2-4B06-98B4-8348B697F3CC}"/>
              </a:ext>
            </a:extLst>
          </p:cNvPr>
          <p:cNvSpPr>
            <a:spLocks noGrp="1"/>
          </p:cNvSpPr>
          <p:nvPr/>
        </p:nvSpPr>
        <p:spPr>
          <a:xfrm flipH="1">
            <a:off x="4857065" y="637786"/>
            <a:ext cx="68199" cy="40515"/>
          </a:xfrm>
          <a:custGeom>
            <a:avLst/>
            <a:gdLst/>
            <a:ahLst/>
            <a:cxnLst/>
            <a:rect l="l" t="t" r="r" b="b"/>
            <a:pathLst>
              <a:path w="1348" h="1051">
                <a:moveTo>
                  <a:pt x="685" y="1"/>
                </a:moveTo>
                <a:cubicBezTo>
                  <a:pt x="1" y="1"/>
                  <a:pt x="1" y="1051"/>
                  <a:pt x="685" y="1051"/>
                </a:cubicBezTo>
                <a:cubicBezTo>
                  <a:pt x="1347" y="1051"/>
                  <a:pt x="1347" y="1"/>
                  <a:pt x="685" y="1"/>
                </a:cubicBezTo>
                <a:close/>
              </a:path>
            </a:pathLst>
          </a:custGeom>
          <a:solidFill>
            <a:srgbClr val="46AA9E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6" name="Google Shape;746;p27">
            <a:extLst>
              <a:ext uri="{FF2B5EF4-FFF2-40B4-BE49-F238E27FC236}">
                <a16:creationId xmlns:a16="http://schemas.microsoft.com/office/drawing/2014/main" id="{C0D4469F-8B27-48CA-A93A-F8876431FAFB}"/>
              </a:ext>
            </a:extLst>
          </p:cNvPr>
          <p:cNvSpPr>
            <a:spLocks noGrp="1"/>
          </p:cNvSpPr>
          <p:nvPr/>
        </p:nvSpPr>
        <p:spPr>
          <a:xfrm flipH="1">
            <a:off x="4780870" y="624602"/>
            <a:ext cx="68149" cy="39628"/>
          </a:xfrm>
          <a:custGeom>
            <a:avLst/>
            <a:gdLst/>
            <a:ahLst/>
            <a:cxnLst/>
            <a:rect l="l" t="t" r="r" b="b"/>
            <a:pathLst>
              <a:path w="1347" h="1028">
                <a:moveTo>
                  <a:pt x="662" y="0"/>
                </a:moveTo>
                <a:cubicBezTo>
                  <a:pt x="0" y="0"/>
                  <a:pt x="0" y="1027"/>
                  <a:pt x="662" y="1027"/>
                </a:cubicBezTo>
                <a:cubicBezTo>
                  <a:pt x="1347" y="1027"/>
                  <a:pt x="1347" y="0"/>
                  <a:pt x="662" y="0"/>
                </a:cubicBezTo>
                <a:close/>
              </a:path>
            </a:pathLst>
          </a:custGeom>
          <a:solidFill>
            <a:srgbClr val="46AA9E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7" name="Google Shape;747;p27">
            <a:extLst>
              <a:ext uri="{FF2B5EF4-FFF2-40B4-BE49-F238E27FC236}">
                <a16:creationId xmlns:a16="http://schemas.microsoft.com/office/drawing/2014/main" id="{FD158F58-4B41-4656-AA0A-F53BA2322BF9}"/>
              </a:ext>
            </a:extLst>
          </p:cNvPr>
          <p:cNvSpPr>
            <a:spLocks noGrp="1"/>
          </p:cNvSpPr>
          <p:nvPr/>
        </p:nvSpPr>
        <p:spPr>
          <a:xfrm flipH="1">
            <a:off x="4909026" y="1052240"/>
            <a:ext cx="68199" cy="40515"/>
          </a:xfrm>
          <a:custGeom>
            <a:avLst/>
            <a:gdLst/>
            <a:ahLst/>
            <a:cxnLst/>
            <a:rect l="l" t="t" r="r" b="b"/>
            <a:pathLst>
              <a:path w="1348" h="1051">
                <a:moveTo>
                  <a:pt x="685" y="0"/>
                </a:moveTo>
                <a:cubicBezTo>
                  <a:pt x="0" y="0"/>
                  <a:pt x="0" y="1050"/>
                  <a:pt x="685" y="1050"/>
                </a:cubicBezTo>
                <a:cubicBezTo>
                  <a:pt x="1347" y="1050"/>
                  <a:pt x="1347" y="0"/>
                  <a:pt x="685" y="0"/>
                </a:cubicBezTo>
                <a:close/>
              </a:path>
            </a:pathLst>
          </a:custGeom>
          <a:solidFill>
            <a:srgbClr val="46AA9E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8" name="Google Shape;748;p27">
            <a:extLst>
              <a:ext uri="{FF2B5EF4-FFF2-40B4-BE49-F238E27FC236}">
                <a16:creationId xmlns:a16="http://schemas.microsoft.com/office/drawing/2014/main" id="{314BDE0D-BCF2-4727-8C96-D66E84AABD19}"/>
              </a:ext>
            </a:extLst>
          </p:cNvPr>
          <p:cNvSpPr>
            <a:spLocks noGrp="1"/>
          </p:cNvSpPr>
          <p:nvPr/>
        </p:nvSpPr>
        <p:spPr>
          <a:xfrm flipH="1">
            <a:off x="4978340" y="1013536"/>
            <a:ext cx="68199" cy="40476"/>
          </a:xfrm>
          <a:custGeom>
            <a:avLst/>
            <a:gdLst/>
            <a:ahLst/>
            <a:cxnLst/>
            <a:rect l="l" t="t" r="r" b="b"/>
            <a:pathLst>
              <a:path w="1348" h="1050">
                <a:moveTo>
                  <a:pt x="686" y="0"/>
                </a:moveTo>
                <a:cubicBezTo>
                  <a:pt x="1" y="0"/>
                  <a:pt x="1" y="1050"/>
                  <a:pt x="686" y="1050"/>
                </a:cubicBezTo>
                <a:cubicBezTo>
                  <a:pt x="1348" y="1050"/>
                  <a:pt x="1348" y="0"/>
                  <a:pt x="686" y="0"/>
                </a:cubicBezTo>
                <a:close/>
              </a:path>
            </a:pathLst>
          </a:custGeom>
          <a:solidFill>
            <a:srgbClr val="46AA9E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9" name="Google Shape;749;p27">
            <a:extLst>
              <a:ext uri="{FF2B5EF4-FFF2-40B4-BE49-F238E27FC236}">
                <a16:creationId xmlns:a16="http://schemas.microsoft.com/office/drawing/2014/main" id="{27CA960B-E17B-487E-81F7-3548149B32F7}"/>
              </a:ext>
            </a:extLst>
          </p:cNvPr>
          <p:cNvSpPr>
            <a:spLocks noGrp="1"/>
          </p:cNvSpPr>
          <p:nvPr/>
        </p:nvSpPr>
        <p:spPr>
          <a:xfrm flipH="1">
            <a:off x="4887118" y="993297"/>
            <a:ext cx="68149" cy="40515"/>
          </a:xfrm>
          <a:custGeom>
            <a:avLst/>
            <a:gdLst/>
            <a:ahLst/>
            <a:cxnLst/>
            <a:rect l="l" t="t" r="r" b="b"/>
            <a:pathLst>
              <a:path w="1347" h="1051">
                <a:moveTo>
                  <a:pt x="662" y="0"/>
                </a:moveTo>
                <a:cubicBezTo>
                  <a:pt x="0" y="0"/>
                  <a:pt x="0" y="1050"/>
                  <a:pt x="662" y="1050"/>
                </a:cubicBezTo>
                <a:cubicBezTo>
                  <a:pt x="1347" y="1050"/>
                  <a:pt x="1347" y="0"/>
                  <a:pt x="662" y="0"/>
                </a:cubicBezTo>
                <a:close/>
              </a:path>
            </a:pathLst>
          </a:custGeom>
          <a:solidFill>
            <a:srgbClr val="46AA9E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0" name="Google Shape;750;p27">
            <a:extLst>
              <a:ext uri="{FF2B5EF4-FFF2-40B4-BE49-F238E27FC236}">
                <a16:creationId xmlns:a16="http://schemas.microsoft.com/office/drawing/2014/main" id="{F2753E74-0B2C-4427-9390-E2E8CE337790}"/>
              </a:ext>
            </a:extLst>
          </p:cNvPr>
          <p:cNvSpPr>
            <a:spLocks noGrp="1"/>
          </p:cNvSpPr>
          <p:nvPr/>
        </p:nvSpPr>
        <p:spPr>
          <a:xfrm flipH="1">
            <a:off x="5267033" y="548041"/>
            <a:ext cx="68199" cy="40515"/>
          </a:xfrm>
          <a:custGeom>
            <a:avLst/>
            <a:gdLst/>
            <a:ahLst/>
            <a:cxnLst/>
            <a:rect l="l" t="t" r="r" b="b"/>
            <a:pathLst>
              <a:path w="1348" h="1051">
                <a:moveTo>
                  <a:pt x="662" y="0"/>
                </a:moveTo>
                <a:cubicBezTo>
                  <a:pt x="1" y="0"/>
                  <a:pt x="1" y="1050"/>
                  <a:pt x="662" y="1050"/>
                </a:cubicBezTo>
                <a:cubicBezTo>
                  <a:pt x="1347" y="1050"/>
                  <a:pt x="1347" y="0"/>
                  <a:pt x="662" y="0"/>
                </a:cubicBezTo>
                <a:close/>
              </a:path>
            </a:pathLst>
          </a:custGeom>
          <a:solidFill>
            <a:srgbClr val="46AA9E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1" name="Google Shape;751;p27">
            <a:extLst>
              <a:ext uri="{FF2B5EF4-FFF2-40B4-BE49-F238E27FC236}">
                <a16:creationId xmlns:a16="http://schemas.microsoft.com/office/drawing/2014/main" id="{AC2001D2-BC13-4FC9-BE26-4ABED1B3B164}"/>
              </a:ext>
            </a:extLst>
          </p:cNvPr>
          <p:cNvSpPr>
            <a:spLocks noGrp="1"/>
          </p:cNvSpPr>
          <p:nvPr/>
        </p:nvSpPr>
        <p:spPr>
          <a:xfrm flipH="1">
            <a:off x="4460962" y="749543"/>
            <a:ext cx="67036" cy="40515"/>
          </a:xfrm>
          <a:custGeom>
            <a:avLst/>
            <a:gdLst/>
            <a:ahLst/>
            <a:cxnLst/>
            <a:rect l="l" t="t" r="r" b="b"/>
            <a:pathLst>
              <a:path w="1325" h="1051">
                <a:moveTo>
                  <a:pt x="662" y="0"/>
                </a:moveTo>
                <a:cubicBezTo>
                  <a:pt x="0" y="0"/>
                  <a:pt x="0" y="1050"/>
                  <a:pt x="662" y="1050"/>
                </a:cubicBezTo>
                <a:cubicBezTo>
                  <a:pt x="1324" y="1050"/>
                  <a:pt x="1324" y="0"/>
                  <a:pt x="662" y="0"/>
                </a:cubicBezTo>
                <a:close/>
              </a:path>
            </a:pathLst>
          </a:custGeom>
          <a:solidFill>
            <a:srgbClr val="46AA9E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2" name="Google Shape;752;p27">
            <a:extLst>
              <a:ext uri="{FF2B5EF4-FFF2-40B4-BE49-F238E27FC236}">
                <a16:creationId xmlns:a16="http://schemas.microsoft.com/office/drawing/2014/main" id="{00B1C0B5-BFAE-4182-A094-5B3E5B12ED54}"/>
              </a:ext>
            </a:extLst>
          </p:cNvPr>
          <p:cNvSpPr>
            <a:spLocks noGrp="1"/>
          </p:cNvSpPr>
          <p:nvPr/>
        </p:nvSpPr>
        <p:spPr>
          <a:xfrm flipH="1">
            <a:off x="4517577" y="713460"/>
            <a:ext cx="68149" cy="39628"/>
          </a:xfrm>
          <a:custGeom>
            <a:avLst/>
            <a:gdLst/>
            <a:ahLst/>
            <a:cxnLst/>
            <a:rect l="l" t="t" r="r" b="b"/>
            <a:pathLst>
              <a:path w="1347" h="1028">
                <a:moveTo>
                  <a:pt x="662" y="1"/>
                </a:moveTo>
                <a:cubicBezTo>
                  <a:pt x="0" y="1"/>
                  <a:pt x="0" y="1028"/>
                  <a:pt x="662" y="1028"/>
                </a:cubicBezTo>
                <a:cubicBezTo>
                  <a:pt x="1347" y="1028"/>
                  <a:pt x="1347" y="1"/>
                  <a:pt x="662" y="1"/>
                </a:cubicBezTo>
                <a:close/>
              </a:path>
            </a:pathLst>
          </a:custGeom>
          <a:solidFill>
            <a:srgbClr val="46AA9E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3" name="Google Shape;753;p27">
            <a:extLst>
              <a:ext uri="{FF2B5EF4-FFF2-40B4-BE49-F238E27FC236}">
                <a16:creationId xmlns:a16="http://schemas.microsoft.com/office/drawing/2014/main" id="{D3751F9F-4B56-4349-B4C8-569931A8F432}"/>
              </a:ext>
            </a:extLst>
          </p:cNvPr>
          <p:cNvSpPr>
            <a:spLocks noGrp="1"/>
          </p:cNvSpPr>
          <p:nvPr/>
        </p:nvSpPr>
        <p:spPr>
          <a:xfrm flipH="1">
            <a:off x="4649223" y="1243180"/>
            <a:ext cx="68149" cy="40515"/>
          </a:xfrm>
          <a:custGeom>
            <a:avLst/>
            <a:gdLst/>
            <a:ahLst/>
            <a:cxnLst/>
            <a:rect l="l" t="t" r="r" b="b"/>
            <a:pathLst>
              <a:path w="1347" h="1051">
                <a:moveTo>
                  <a:pt x="662" y="0"/>
                </a:moveTo>
                <a:cubicBezTo>
                  <a:pt x="0" y="0"/>
                  <a:pt x="0" y="1050"/>
                  <a:pt x="662" y="1050"/>
                </a:cubicBezTo>
                <a:cubicBezTo>
                  <a:pt x="1347" y="1050"/>
                  <a:pt x="1347" y="0"/>
                  <a:pt x="662" y="0"/>
                </a:cubicBezTo>
                <a:close/>
              </a:path>
            </a:pathLst>
          </a:custGeom>
          <a:solidFill>
            <a:srgbClr val="46AA9E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4" name="Google Shape;754;p27">
            <a:extLst>
              <a:ext uri="{FF2B5EF4-FFF2-40B4-BE49-F238E27FC236}">
                <a16:creationId xmlns:a16="http://schemas.microsoft.com/office/drawing/2014/main" id="{4B67C9BF-EAD0-4421-95E0-02071191AE2E}"/>
              </a:ext>
            </a:extLst>
          </p:cNvPr>
          <p:cNvSpPr>
            <a:spLocks noGrp="1"/>
          </p:cNvSpPr>
          <p:nvPr/>
        </p:nvSpPr>
        <p:spPr>
          <a:xfrm flipH="1">
            <a:off x="4719651" y="1223827"/>
            <a:ext cx="68199" cy="40515"/>
          </a:xfrm>
          <a:custGeom>
            <a:avLst/>
            <a:gdLst/>
            <a:ahLst/>
            <a:cxnLst/>
            <a:rect l="l" t="t" r="r" b="b"/>
            <a:pathLst>
              <a:path w="1348" h="1051">
                <a:moveTo>
                  <a:pt x="686" y="0"/>
                </a:moveTo>
                <a:cubicBezTo>
                  <a:pt x="1" y="0"/>
                  <a:pt x="1" y="1050"/>
                  <a:pt x="686" y="1050"/>
                </a:cubicBezTo>
                <a:cubicBezTo>
                  <a:pt x="1347" y="1050"/>
                  <a:pt x="1347" y="0"/>
                  <a:pt x="686" y="0"/>
                </a:cubicBezTo>
                <a:close/>
              </a:path>
            </a:pathLst>
          </a:custGeom>
          <a:solidFill>
            <a:srgbClr val="46AA9E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6" name="Google Shape;756;p27">
            <a:extLst>
              <a:ext uri="{FF2B5EF4-FFF2-40B4-BE49-F238E27FC236}">
                <a16:creationId xmlns:a16="http://schemas.microsoft.com/office/drawing/2014/main" id="{81A13FC7-0C68-4275-9EAC-15579F1FBD6D}"/>
              </a:ext>
            </a:extLst>
          </p:cNvPr>
          <p:cNvSpPr>
            <a:spLocks noGrp="1"/>
          </p:cNvSpPr>
          <p:nvPr/>
        </p:nvSpPr>
        <p:spPr>
          <a:xfrm>
            <a:off x="7818429" y="3098179"/>
            <a:ext cx="664202" cy="387733"/>
          </a:xfrm>
          <a:custGeom>
            <a:avLst/>
            <a:gdLst/>
            <a:ahLst/>
            <a:cxnLst/>
            <a:rect l="l" t="t" r="r" b="b"/>
            <a:pathLst>
              <a:path w="25942" h="19971">
                <a:moveTo>
                  <a:pt x="9705" y="1"/>
                </a:moveTo>
                <a:cubicBezTo>
                  <a:pt x="7527" y="1"/>
                  <a:pt x="5973" y="655"/>
                  <a:pt x="8435" y="3009"/>
                </a:cubicBezTo>
                <a:cubicBezTo>
                  <a:pt x="10695" y="5086"/>
                  <a:pt x="14849" y="6638"/>
                  <a:pt x="17770" y="7505"/>
                </a:cubicBezTo>
                <a:cubicBezTo>
                  <a:pt x="16612" y="7411"/>
                  <a:pt x="11802" y="6606"/>
                  <a:pt x="7521" y="6606"/>
                </a:cubicBezTo>
                <a:cubicBezTo>
                  <a:pt x="3532" y="6606"/>
                  <a:pt x="1" y="7304"/>
                  <a:pt x="309" y="9925"/>
                </a:cubicBezTo>
                <a:cubicBezTo>
                  <a:pt x="574" y="12205"/>
                  <a:pt x="8728" y="12815"/>
                  <a:pt x="14639" y="12815"/>
                </a:cubicBezTo>
                <a:cubicBezTo>
                  <a:pt x="16359" y="12815"/>
                  <a:pt x="17889" y="12764"/>
                  <a:pt x="18980" y="12686"/>
                </a:cubicBezTo>
                <a:lnTo>
                  <a:pt x="18980" y="12686"/>
                </a:lnTo>
                <a:cubicBezTo>
                  <a:pt x="14324" y="14421"/>
                  <a:pt x="9142" y="14946"/>
                  <a:pt x="6015" y="15631"/>
                </a:cubicBezTo>
                <a:cubicBezTo>
                  <a:pt x="905" y="16609"/>
                  <a:pt x="1306" y="19970"/>
                  <a:pt x="6427" y="19970"/>
                </a:cubicBezTo>
                <a:cubicBezTo>
                  <a:pt x="6682" y="19970"/>
                  <a:pt x="6948" y="19962"/>
                  <a:pt x="7225" y="19945"/>
                </a:cubicBezTo>
                <a:cubicBezTo>
                  <a:pt x="12931" y="19625"/>
                  <a:pt x="19893" y="18347"/>
                  <a:pt x="25942" y="17023"/>
                </a:cubicBezTo>
                <a:lnTo>
                  <a:pt x="25942" y="4629"/>
                </a:lnTo>
                <a:cubicBezTo>
                  <a:pt x="22016" y="3077"/>
                  <a:pt x="17702" y="1799"/>
                  <a:pt x="13981" y="589"/>
                </a:cubicBezTo>
                <a:cubicBezTo>
                  <a:pt x="12996" y="310"/>
                  <a:pt x="11203" y="1"/>
                  <a:pt x="9705" y="1"/>
                </a:cubicBezTo>
                <a:close/>
              </a:path>
            </a:pathLst>
          </a:custGeom>
          <a:solidFill>
            <a:srgbClr val="FF8888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7" name="Google Shape;757;p27">
            <a:extLst>
              <a:ext uri="{FF2B5EF4-FFF2-40B4-BE49-F238E27FC236}">
                <a16:creationId xmlns:a16="http://schemas.microsoft.com/office/drawing/2014/main" id="{E6DCA996-4A09-43C0-8278-BAE72281A305}"/>
              </a:ext>
            </a:extLst>
          </p:cNvPr>
          <p:cNvSpPr>
            <a:spLocks noGrp="1"/>
          </p:cNvSpPr>
          <p:nvPr/>
        </p:nvSpPr>
        <p:spPr>
          <a:xfrm>
            <a:off x="8066300" y="3126176"/>
            <a:ext cx="416336" cy="131904"/>
          </a:xfrm>
          <a:custGeom>
            <a:avLst/>
            <a:gdLst/>
            <a:ahLst/>
            <a:cxnLst/>
            <a:rect l="l" t="t" r="r" b="b"/>
            <a:pathLst>
              <a:path w="16261" h="6794">
                <a:moveTo>
                  <a:pt x="487" y="1"/>
                </a:moveTo>
                <a:cubicBezTo>
                  <a:pt x="190" y="1"/>
                  <a:pt x="1" y="463"/>
                  <a:pt x="306" y="653"/>
                </a:cubicBezTo>
                <a:cubicBezTo>
                  <a:pt x="5031" y="3712"/>
                  <a:pt x="10646" y="5675"/>
                  <a:pt x="16261" y="6793"/>
                </a:cubicBezTo>
                <a:lnTo>
                  <a:pt x="16261" y="6086"/>
                </a:lnTo>
                <a:cubicBezTo>
                  <a:pt x="10760" y="4967"/>
                  <a:pt x="5282" y="3027"/>
                  <a:pt x="671" y="60"/>
                </a:cubicBezTo>
                <a:cubicBezTo>
                  <a:pt x="607" y="19"/>
                  <a:pt x="545" y="1"/>
                  <a:pt x="487" y="1"/>
                </a:cubicBezTo>
                <a:close/>
              </a:path>
            </a:pathLst>
          </a:custGeom>
          <a:solidFill>
            <a:srgbClr val="A5515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8" name="Google Shape;758;p27">
            <a:extLst>
              <a:ext uri="{FF2B5EF4-FFF2-40B4-BE49-F238E27FC236}">
                <a16:creationId xmlns:a16="http://schemas.microsoft.com/office/drawing/2014/main" id="{C1906512-8DEE-465B-9BB3-5FE573C296B8}"/>
              </a:ext>
            </a:extLst>
          </p:cNvPr>
          <p:cNvSpPr>
            <a:spLocks noGrp="1"/>
          </p:cNvSpPr>
          <p:nvPr/>
        </p:nvSpPr>
        <p:spPr>
          <a:xfrm>
            <a:off x="7881261" y="3270916"/>
            <a:ext cx="601371" cy="29257"/>
          </a:xfrm>
          <a:custGeom>
            <a:avLst/>
            <a:gdLst/>
            <a:ahLst/>
            <a:cxnLst/>
            <a:rect l="l" t="t" r="r" b="b"/>
            <a:pathLst>
              <a:path w="23488" h="1507">
                <a:moveTo>
                  <a:pt x="11990" y="0"/>
                </a:moveTo>
                <a:cubicBezTo>
                  <a:pt x="8126" y="0"/>
                  <a:pt x="4258" y="160"/>
                  <a:pt x="457" y="160"/>
                </a:cubicBezTo>
                <a:cubicBezTo>
                  <a:pt x="1" y="160"/>
                  <a:pt x="1" y="868"/>
                  <a:pt x="457" y="868"/>
                </a:cubicBezTo>
                <a:cubicBezTo>
                  <a:pt x="4258" y="856"/>
                  <a:pt x="8126" y="691"/>
                  <a:pt x="11990" y="691"/>
                </a:cubicBezTo>
                <a:cubicBezTo>
                  <a:pt x="15853" y="691"/>
                  <a:pt x="19710" y="856"/>
                  <a:pt x="23488" y="1507"/>
                </a:cubicBezTo>
                <a:lnTo>
                  <a:pt x="23488" y="799"/>
                </a:lnTo>
                <a:cubicBezTo>
                  <a:pt x="19710" y="160"/>
                  <a:pt x="15853" y="0"/>
                  <a:pt x="11990" y="0"/>
                </a:cubicBezTo>
                <a:close/>
              </a:path>
            </a:pathLst>
          </a:custGeom>
          <a:solidFill>
            <a:srgbClr val="A5515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9" name="Google Shape;759;p27">
            <a:extLst>
              <a:ext uri="{FF2B5EF4-FFF2-40B4-BE49-F238E27FC236}">
                <a16:creationId xmlns:a16="http://schemas.microsoft.com/office/drawing/2014/main" id="{0F5578C3-74B5-4927-972D-CEBAAC61D492}"/>
              </a:ext>
            </a:extLst>
          </p:cNvPr>
          <p:cNvSpPr>
            <a:spLocks noGrp="1"/>
          </p:cNvSpPr>
          <p:nvPr/>
        </p:nvSpPr>
        <p:spPr>
          <a:xfrm>
            <a:off x="7977071" y="3381700"/>
            <a:ext cx="505563" cy="73679"/>
          </a:xfrm>
          <a:custGeom>
            <a:avLst/>
            <a:gdLst/>
            <a:ahLst/>
            <a:cxnLst/>
            <a:rect l="l" t="t" r="r" b="b"/>
            <a:pathLst>
              <a:path w="19746" h="3795">
                <a:moveTo>
                  <a:pt x="19746" y="1"/>
                </a:moveTo>
                <a:cubicBezTo>
                  <a:pt x="13241" y="503"/>
                  <a:pt x="6850" y="1872"/>
                  <a:pt x="413" y="3105"/>
                </a:cubicBezTo>
                <a:cubicBezTo>
                  <a:pt x="0" y="3192"/>
                  <a:pt x="145" y="3795"/>
                  <a:pt x="553" y="3795"/>
                </a:cubicBezTo>
                <a:cubicBezTo>
                  <a:pt x="574" y="3795"/>
                  <a:pt x="596" y="3793"/>
                  <a:pt x="618" y="3790"/>
                </a:cubicBezTo>
                <a:cubicBezTo>
                  <a:pt x="6964" y="2557"/>
                  <a:pt x="13309" y="1188"/>
                  <a:pt x="19746" y="708"/>
                </a:cubicBezTo>
                <a:lnTo>
                  <a:pt x="19746" y="1"/>
                </a:lnTo>
                <a:close/>
              </a:path>
            </a:pathLst>
          </a:custGeom>
          <a:solidFill>
            <a:srgbClr val="A5515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0" name="Google Shape;760;p27">
            <a:extLst>
              <a:ext uri="{FF2B5EF4-FFF2-40B4-BE49-F238E27FC236}">
                <a16:creationId xmlns:a16="http://schemas.microsoft.com/office/drawing/2014/main" id="{A6E0D1CD-DDAF-477B-B226-1BCA31A7D3BD}"/>
              </a:ext>
            </a:extLst>
          </p:cNvPr>
          <p:cNvSpPr>
            <a:spLocks noGrp="1"/>
          </p:cNvSpPr>
          <p:nvPr/>
        </p:nvSpPr>
        <p:spPr>
          <a:xfrm>
            <a:off x="8122500" y="3189741"/>
            <a:ext cx="360136" cy="238316"/>
          </a:xfrm>
          <a:custGeom>
            <a:avLst/>
            <a:gdLst/>
            <a:ahLst/>
            <a:cxnLst/>
            <a:rect l="l" t="t" r="r" b="b"/>
            <a:pathLst>
              <a:path w="14066" h="12275">
                <a:moveTo>
                  <a:pt x="5947" y="1"/>
                </a:moveTo>
                <a:cubicBezTo>
                  <a:pt x="4617" y="1"/>
                  <a:pt x="3672" y="406"/>
                  <a:pt x="5187" y="1853"/>
                </a:cubicBezTo>
                <a:cubicBezTo>
                  <a:pt x="6556" y="3131"/>
                  <a:pt x="9113" y="4090"/>
                  <a:pt x="10916" y="4615"/>
                </a:cubicBezTo>
                <a:cubicBezTo>
                  <a:pt x="10195" y="4556"/>
                  <a:pt x="7242" y="4063"/>
                  <a:pt x="4615" y="4063"/>
                </a:cubicBezTo>
                <a:cubicBezTo>
                  <a:pt x="2167" y="4063"/>
                  <a:pt x="1" y="4491"/>
                  <a:pt x="188" y="6099"/>
                </a:cubicBezTo>
                <a:cubicBezTo>
                  <a:pt x="346" y="7488"/>
                  <a:pt x="5300" y="7875"/>
                  <a:pt x="8923" y="7875"/>
                </a:cubicBezTo>
                <a:cubicBezTo>
                  <a:pt x="10003" y="7875"/>
                  <a:pt x="10965" y="7840"/>
                  <a:pt x="11646" y="7788"/>
                </a:cubicBezTo>
                <a:lnTo>
                  <a:pt x="11646" y="7788"/>
                </a:lnTo>
                <a:cubicBezTo>
                  <a:pt x="8793" y="8861"/>
                  <a:pt x="5598" y="9180"/>
                  <a:pt x="3680" y="9591"/>
                </a:cubicBezTo>
                <a:cubicBezTo>
                  <a:pt x="537" y="10202"/>
                  <a:pt x="796" y="12275"/>
                  <a:pt x="3980" y="12275"/>
                </a:cubicBezTo>
                <a:cubicBezTo>
                  <a:pt x="4125" y="12275"/>
                  <a:pt x="4276" y="12271"/>
                  <a:pt x="4434" y="12262"/>
                </a:cubicBezTo>
                <a:cubicBezTo>
                  <a:pt x="7355" y="12079"/>
                  <a:pt x="10825" y="11508"/>
                  <a:pt x="14066" y="10846"/>
                </a:cubicBezTo>
                <a:lnTo>
                  <a:pt x="14066" y="2150"/>
                </a:lnTo>
                <a:cubicBezTo>
                  <a:pt x="12194" y="1511"/>
                  <a:pt x="10277" y="917"/>
                  <a:pt x="8565" y="370"/>
                </a:cubicBezTo>
                <a:cubicBezTo>
                  <a:pt x="7960" y="193"/>
                  <a:pt x="6863" y="1"/>
                  <a:pt x="5947" y="1"/>
                </a:cubicBezTo>
                <a:close/>
              </a:path>
            </a:pathLst>
          </a:custGeom>
          <a:solidFill>
            <a:srgbClr val="A53A3A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2" name="Google Shape;762;p27">
            <a:extLst>
              <a:ext uri="{FF2B5EF4-FFF2-40B4-BE49-F238E27FC236}">
                <a16:creationId xmlns:a16="http://schemas.microsoft.com/office/drawing/2014/main" id="{C39ED997-AD4A-4E06-A5B7-F63255EE3DB0}"/>
              </a:ext>
            </a:extLst>
          </p:cNvPr>
          <p:cNvSpPr>
            <a:spLocks noGrp="1"/>
          </p:cNvSpPr>
          <p:nvPr/>
        </p:nvSpPr>
        <p:spPr>
          <a:xfrm>
            <a:off x="4096432" y="2181124"/>
            <a:ext cx="1246806" cy="722398"/>
          </a:xfrm>
          <a:custGeom>
            <a:avLst/>
            <a:gdLst/>
            <a:ahLst/>
            <a:cxnLst/>
            <a:rect l="l" t="t" r="r" b="b"/>
            <a:pathLst>
              <a:path w="25975" h="19689">
                <a:moveTo>
                  <a:pt x="7300" y="1"/>
                </a:moveTo>
                <a:cubicBezTo>
                  <a:pt x="5044" y="1"/>
                  <a:pt x="8279" y="4954"/>
                  <a:pt x="8559" y="6222"/>
                </a:cubicBezTo>
                <a:cubicBezTo>
                  <a:pt x="6796" y="4606"/>
                  <a:pt x="2825" y="2102"/>
                  <a:pt x="1058" y="2102"/>
                </a:cubicBezTo>
                <a:cubicBezTo>
                  <a:pt x="355" y="2102"/>
                  <a:pt x="0" y="2499"/>
                  <a:pt x="273" y="3506"/>
                </a:cubicBezTo>
                <a:cubicBezTo>
                  <a:pt x="1072" y="6291"/>
                  <a:pt x="5363" y="8664"/>
                  <a:pt x="7783" y="10696"/>
                </a:cubicBezTo>
                <a:cubicBezTo>
                  <a:pt x="6094" y="11221"/>
                  <a:pt x="319" y="10878"/>
                  <a:pt x="3378" y="13412"/>
                </a:cubicBezTo>
                <a:cubicBezTo>
                  <a:pt x="5295" y="15033"/>
                  <a:pt x="9837" y="14485"/>
                  <a:pt x="11640" y="16014"/>
                </a:cubicBezTo>
                <a:cubicBezTo>
                  <a:pt x="10887" y="16197"/>
                  <a:pt x="7600" y="16562"/>
                  <a:pt x="7440" y="17521"/>
                </a:cubicBezTo>
                <a:cubicBezTo>
                  <a:pt x="7052" y="19164"/>
                  <a:pt x="11549" y="19552"/>
                  <a:pt x="12576" y="19552"/>
                </a:cubicBezTo>
                <a:cubicBezTo>
                  <a:pt x="13609" y="19627"/>
                  <a:pt x="14860" y="19649"/>
                  <a:pt x="16216" y="19649"/>
                </a:cubicBezTo>
                <a:cubicBezTo>
                  <a:pt x="18120" y="19649"/>
                  <a:pt x="20229" y="19606"/>
                  <a:pt x="22227" y="19606"/>
                </a:cubicBezTo>
                <a:cubicBezTo>
                  <a:pt x="23557" y="19606"/>
                  <a:pt x="24837" y="19625"/>
                  <a:pt x="25975" y="19689"/>
                </a:cubicBezTo>
                <a:cubicBezTo>
                  <a:pt x="25084" y="17543"/>
                  <a:pt x="24514" y="14576"/>
                  <a:pt x="24103" y="12202"/>
                </a:cubicBezTo>
                <a:cubicBezTo>
                  <a:pt x="23943" y="10947"/>
                  <a:pt x="23464" y="7295"/>
                  <a:pt x="22596" y="6336"/>
                </a:cubicBezTo>
                <a:cubicBezTo>
                  <a:pt x="22205" y="5940"/>
                  <a:pt x="21880" y="5777"/>
                  <a:pt x="21600" y="5777"/>
                </a:cubicBezTo>
                <a:cubicBezTo>
                  <a:pt x="20542" y="5777"/>
                  <a:pt x="20140" y="8103"/>
                  <a:pt x="19310" y="8915"/>
                </a:cubicBezTo>
                <a:cubicBezTo>
                  <a:pt x="18283" y="6176"/>
                  <a:pt x="17780" y="4601"/>
                  <a:pt x="16434" y="2707"/>
                </a:cubicBezTo>
                <a:cubicBezTo>
                  <a:pt x="15815" y="1739"/>
                  <a:pt x="15368" y="1351"/>
                  <a:pt x="15042" y="1351"/>
                </a:cubicBezTo>
                <a:cubicBezTo>
                  <a:pt x="13961" y="1351"/>
                  <a:pt x="14214" y="5620"/>
                  <a:pt x="13969" y="7181"/>
                </a:cubicBezTo>
                <a:cubicBezTo>
                  <a:pt x="12188" y="4487"/>
                  <a:pt x="10339" y="493"/>
                  <a:pt x="7783" y="59"/>
                </a:cubicBezTo>
                <a:cubicBezTo>
                  <a:pt x="7600" y="19"/>
                  <a:pt x="7439" y="1"/>
                  <a:pt x="7300" y="1"/>
                </a:cubicBezTo>
                <a:close/>
              </a:path>
            </a:pathLst>
          </a:custGeom>
          <a:solidFill>
            <a:srgbClr val="CFD690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3" name="Google Shape;763;p27">
            <a:extLst>
              <a:ext uri="{FF2B5EF4-FFF2-40B4-BE49-F238E27FC236}">
                <a16:creationId xmlns:a16="http://schemas.microsoft.com/office/drawing/2014/main" id="{885A42FE-C8E0-4D0F-A61D-EF1FC3715FE3}"/>
              </a:ext>
            </a:extLst>
          </p:cNvPr>
          <p:cNvSpPr>
            <a:spLocks noGrp="1"/>
          </p:cNvSpPr>
          <p:nvPr/>
        </p:nvSpPr>
        <p:spPr>
          <a:xfrm>
            <a:off x="4249413" y="2343886"/>
            <a:ext cx="1125846" cy="580259"/>
          </a:xfrm>
          <a:custGeom>
            <a:avLst/>
            <a:gdLst/>
            <a:ahLst/>
            <a:cxnLst/>
            <a:rect l="l" t="t" r="r" b="b"/>
            <a:pathLst>
              <a:path w="23455" h="15815">
                <a:moveTo>
                  <a:pt x="494" y="0"/>
                </a:moveTo>
                <a:cubicBezTo>
                  <a:pt x="193" y="0"/>
                  <a:pt x="0" y="452"/>
                  <a:pt x="328" y="645"/>
                </a:cubicBezTo>
                <a:cubicBezTo>
                  <a:pt x="8179" y="5141"/>
                  <a:pt x="15141" y="10962"/>
                  <a:pt x="22788" y="15755"/>
                </a:cubicBezTo>
                <a:cubicBezTo>
                  <a:pt x="22851" y="15796"/>
                  <a:pt x="22914" y="15814"/>
                  <a:pt x="22972" y="15814"/>
                </a:cubicBezTo>
                <a:cubicBezTo>
                  <a:pt x="23268" y="15814"/>
                  <a:pt x="23454" y="15352"/>
                  <a:pt x="23130" y="15162"/>
                </a:cubicBezTo>
                <a:cubicBezTo>
                  <a:pt x="15484" y="10368"/>
                  <a:pt x="8522" y="4525"/>
                  <a:pt x="670" y="51"/>
                </a:cubicBezTo>
                <a:cubicBezTo>
                  <a:pt x="609" y="16"/>
                  <a:pt x="550" y="0"/>
                  <a:pt x="494" y="0"/>
                </a:cubicBezTo>
                <a:close/>
              </a:path>
            </a:pathLst>
          </a:custGeom>
          <a:solidFill>
            <a:srgbClr val="0E514A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4" name="Google Shape;764;p27">
            <a:extLst>
              <a:ext uri="{FF2B5EF4-FFF2-40B4-BE49-F238E27FC236}">
                <a16:creationId xmlns:a16="http://schemas.microsoft.com/office/drawing/2014/main" id="{B59B6D8B-A547-49A9-95D6-3A5329A7D466}"/>
              </a:ext>
            </a:extLst>
          </p:cNvPr>
          <p:cNvSpPr>
            <a:spLocks noGrp="1"/>
          </p:cNvSpPr>
          <p:nvPr/>
        </p:nvSpPr>
        <p:spPr>
          <a:xfrm>
            <a:off x="4757073" y="2600358"/>
            <a:ext cx="24144" cy="15923"/>
          </a:xfrm>
          <a:custGeom>
            <a:avLst/>
            <a:gdLst/>
            <a:ahLst/>
            <a:cxnLst/>
            <a:rect l="l" t="t" r="r" b="b"/>
            <a:pathLst>
              <a:path w="503" h="434">
                <a:moveTo>
                  <a:pt x="502" y="0"/>
                </a:moveTo>
                <a:cubicBezTo>
                  <a:pt x="342" y="0"/>
                  <a:pt x="160" y="23"/>
                  <a:pt x="0" y="23"/>
                </a:cubicBezTo>
                <a:cubicBezTo>
                  <a:pt x="46" y="160"/>
                  <a:pt x="114" y="297"/>
                  <a:pt x="183" y="434"/>
                </a:cubicBezTo>
                <a:cubicBezTo>
                  <a:pt x="274" y="297"/>
                  <a:pt x="388" y="160"/>
                  <a:pt x="502" y="0"/>
                </a:cubicBezTo>
                <a:close/>
              </a:path>
            </a:pathLst>
          </a:custGeom>
          <a:solidFill>
            <a:srgbClr val="0E514A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5" name="Google Shape;765;p27">
            <a:extLst>
              <a:ext uri="{FF2B5EF4-FFF2-40B4-BE49-F238E27FC236}">
                <a16:creationId xmlns:a16="http://schemas.microsoft.com/office/drawing/2014/main" id="{0032A3DE-3621-4E89-AA4C-9E9731D62BD7}"/>
              </a:ext>
            </a:extLst>
          </p:cNvPr>
          <p:cNvSpPr>
            <a:spLocks noGrp="1"/>
          </p:cNvSpPr>
          <p:nvPr/>
        </p:nvSpPr>
        <p:spPr>
          <a:xfrm>
            <a:off x="4381799" y="2296481"/>
            <a:ext cx="420193" cy="363014"/>
          </a:xfrm>
          <a:custGeom>
            <a:avLst/>
            <a:gdLst/>
            <a:ahLst/>
            <a:cxnLst/>
            <a:rect l="l" t="t" r="r" b="b"/>
            <a:pathLst>
              <a:path w="8754" h="9894">
                <a:moveTo>
                  <a:pt x="3300" y="1"/>
                </a:moveTo>
                <a:cubicBezTo>
                  <a:pt x="3062" y="1"/>
                  <a:pt x="2819" y="250"/>
                  <a:pt x="2979" y="522"/>
                </a:cubicBezTo>
                <a:cubicBezTo>
                  <a:pt x="4554" y="3055"/>
                  <a:pt x="6586" y="5543"/>
                  <a:pt x="7818" y="8305"/>
                </a:cubicBezTo>
                <a:cubicBezTo>
                  <a:pt x="7978" y="8305"/>
                  <a:pt x="8160" y="8282"/>
                  <a:pt x="8320" y="8282"/>
                </a:cubicBezTo>
                <a:cubicBezTo>
                  <a:pt x="8206" y="8442"/>
                  <a:pt x="8092" y="8579"/>
                  <a:pt x="8001" y="8716"/>
                </a:cubicBezTo>
                <a:cubicBezTo>
                  <a:pt x="7932" y="8579"/>
                  <a:pt x="7864" y="8442"/>
                  <a:pt x="7818" y="8305"/>
                </a:cubicBezTo>
                <a:cubicBezTo>
                  <a:pt x="5307" y="8374"/>
                  <a:pt x="2819" y="8556"/>
                  <a:pt x="400" y="9218"/>
                </a:cubicBezTo>
                <a:cubicBezTo>
                  <a:pt x="0" y="9323"/>
                  <a:pt x="124" y="9893"/>
                  <a:pt x="485" y="9893"/>
                </a:cubicBezTo>
                <a:cubicBezTo>
                  <a:pt x="516" y="9893"/>
                  <a:pt x="548" y="9889"/>
                  <a:pt x="582" y="9880"/>
                </a:cubicBezTo>
                <a:cubicBezTo>
                  <a:pt x="3116" y="9195"/>
                  <a:pt x="5718" y="9035"/>
                  <a:pt x="8320" y="8990"/>
                </a:cubicBezTo>
                <a:cubicBezTo>
                  <a:pt x="8526" y="8967"/>
                  <a:pt x="8754" y="8762"/>
                  <a:pt x="8663" y="8533"/>
                </a:cubicBezTo>
                <a:cubicBezTo>
                  <a:pt x="7453" y="5543"/>
                  <a:pt x="5284" y="2895"/>
                  <a:pt x="3573" y="156"/>
                </a:cubicBezTo>
                <a:cubicBezTo>
                  <a:pt x="3504" y="47"/>
                  <a:pt x="3403" y="1"/>
                  <a:pt x="3300" y="1"/>
                </a:cubicBezTo>
                <a:close/>
              </a:path>
            </a:pathLst>
          </a:custGeom>
          <a:solidFill>
            <a:srgbClr val="0E514A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6" name="Google Shape;766;p27">
            <a:extLst>
              <a:ext uri="{FF2B5EF4-FFF2-40B4-BE49-F238E27FC236}">
                <a16:creationId xmlns:a16="http://schemas.microsoft.com/office/drawing/2014/main" id="{F7A1AC9B-4076-4B8F-A77C-BDFD47E30BD8}"/>
              </a:ext>
            </a:extLst>
          </p:cNvPr>
          <p:cNvSpPr>
            <a:spLocks noGrp="1"/>
          </p:cNvSpPr>
          <p:nvPr/>
        </p:nvSpPr>
        <p:spPr>
          <a:xfrm>
            <a:off x="4660880" y="2395291"/>
            <a:ext cx="315361" cy="342762"/>
          </a:xfrm>
          <a:custGeom>
            <a:avLst/>
            <a:gdLst/>
            <a:ahLst/>
            <a:cxnLst/>
            <a:rect l="l" t="t" r="r" b="b"/>
            <a:pathLst>
              <a:path w="6570" h="9342">
                <a:moveTo>
                  <a:pt x="4338" y="0"/>
                </a:moveTo>
                <a:cubicBezTo>
                  <a:pt x="4133" y="0"/>
                  <a:pt x="3921" y="170"/>
                  <a:pt x="3990" y="431"/>
                </a:cubicBezTo>
                <a:cubicBezTo>
                  <a:pt x="4469" y="2462"/>
                  <a:pt x="5177" y="4471"/>
                  <a:pt x="5633" y="6525"/>
                </a:cubicBezTo>
                <a:cubicBezTo>
                  <a:pt x="5747" y="7027"/>
                  <a:pt x="5816" y="7552"/>
                  <a:pt x="5862" y="8077"/>
                </a:cubicBezTo>
                <a:cubicBezTo>
                  <a:pt x="5862" y="8260"/>
                  <a:pt x="3807" y="8305"/>
                  <a:pt x="3602" y="8328"/>
                </a:cubicBezTo>
                <a:cubicBezTo>
                  <a:pt x="2529" y="8374"/>
                  <a:pt x="1479" y="8442"/>
                  <a:pt x="406" y="8671"/>
                </a:cubicBezTo>
                <a:cubicBezTo>
                  <a:pt x="1" y="8756"/>
                  <a:pt x="134" y="9341"/>
                  <a:pt x="509" y="9341"/>
                </a:cubicBezTo>
                <a:cubicBezTo>
                  <a:pt x="534" y="9341"/>
                  <a:pt x="561" y="9338"/>
                  <a:pt x="589" y="9333"/>
                </a:cubicBezTo>
                <a:cubicBezTo>
                  <a:pt x="2483" y="8945"/>
                  <a:pt x="4401" y="9059"/>
                  <a:pt x="6295" y="8785"/>
                </a:cubicBezTo>
                <a:cubicBezTo>
                  <a:pt x="6455" y="8762"/>
                  <a:pt x="6569" y="8579"/>
                  <a:pt x="6546" y="8442"/>
                </a:cubicBezTo>
                <a:cubicBezTo>
                  <a:pt x="6478" y="5635"/>
                  <a:pt x="5314" y="2941"/>
                  <a:pt x="4652" y="248"/>
                </a:cubicBezTo>
                <a:cubicBezTo>
                  <a:pt x="4606" y="75"/>
                  <a:pt x="4474" y="0"/>
                  <a:pt x="4338" y="0"/>
                </a:cubicBezTo>
                <a:close/>
              </a:path>
            </a:pathLst>
          </a:custGeom>
          <a:solidFill>
            <a:srgbClr val="0E514A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7" name="Google Shape;767;p27">
            <a:extLst>
              <a:ext uri="{FF2B5EF4-FFF2-40B4-BE49-F238E27FC236}">
                <a16:creationId xmlns:a16="http://schemas.microsoft.com/office/drawing/2014/main" id="{DE4F2216-24DE-401A-898D-11186C81BC8F}"/>
              </a:ext>
            </a:extLst>
          </p:cNvPr>
          <p:cNvSpPr>
            <a:spLocks noGrp="1"/>
          </p:cNvSpPr>
          <p:nvPr/>
        </p:nvSpPr>
        <p:spPr>
          <a:xfrm>
            <a:off x="5147084" y="2822267"/>
            <a:ext cx="19776" cy="15960"/>
          </a:xfrm>
          <a:custGeom>
            <a:avLst/>
            <a:gdLst/>
            <a:ahLst/>
            <a:cxnLst/>
            <a:rect l="l" t="t" r="r" b="b"/>
            <a:pathLst>
              <a:path w="412" h="435">
                <a:moveTo>
                  <a:pt x="1" y="1"/>
                </a:moveTo>
                <a:cubicBezTo>
                  <a:pt x="24" y="161"/>
                  <a:pt x="47" y="298"/>
                  <a:pt x="69" y="435"/>
                </a:cubicBezTo>
                <a:cubicBezTo>
                  <a:pt x="184" y="275"/>
                  <a:pt x="298" y="138"/>
                  <a:pt x="412" y="1"/>
                </a:cubicBezTo>
                <a:close/>
              </a:path>
            </a:pathLst>
          </a:custGeom>
          <a:solidFill>
            <a:srgbClr val="0E514A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8" name="Google Shape;768;p27">
            <a:extLst>
              <a:ext uri="{FF2B5EF4-FFF2-40B4-BE49-F238E27FC236}">
                <a16:creationId xmlns:a16="http://schemas.microsoft.com/office/drawing/2014/main" id="{CF5E6FA3-6DE6-474E-B0AB-D39C2A892077}"/>
              </a:ext>
            </a:extLst>
          </p:cNvPr>
          <p:cNvSpPr>
            <a:spLocks noGrp="1"/>
          </p:cNvSpPr>
          <p:nvPr/>
        </p:nvSpPr>
        <p:spPr>
          <a:xfrm>
            <a:off x="4822788" y="2526756"/>
            <a:ext cx="361586" cy="325700"/>
          </a:xfrm>
          <a:custGeom>
            <a:avLst/>
            <a:gdLst/>
            <a:ahLst/>
            <a:cxnLst/>
            <a:rect l="l" t="t" r="r" b="b"/>
            <a:pathLst>
              <a:path w="7533" h="8877">
                <a:moveTo>
                  <a:pt x="6120" y="1"/>
                </a:moveTo>
                <a:cubicBezTo>
                  <a:pt x="5920" y="1"/>
                  <a:pt x="5689" y="171"/>
                  <a:pt x="5730" y="431"/>
                </a:cubicBezTo>
                <a:cubicBezTo>
                  <a:pt x="6072" y="2988"/>
                  <a:pt x="6323" y="5544"/>
                  <a:pt x="6757" y="8055"/>
                </a:cubicBezTo>
                <a:lnTo>
                  <a:pt x="7168" y="8055"/>
                </a:lnTo>
                <a:cubicBezTo>
                  <a:pt x="7054" y="8192"/>
                  <a:pt x="6940" y="8329"/>
                  <a:pt x="6825" y="8489"/>
                </a:cubicBezTo>
                <a:cubicBezTo>
                  <a:pt x="6803" y="8352"/>
                  <a:pt x="6780" y="8215"/>
                  <a:pt x="6757" y="8055"/>
                </a:cubicBezTo>
                <a:cubicBezTo>
                  <a:pt x="4657" y="8169"/>
                  <a:pt x="2557" y="8192"/>
                  <a:pt x="457" y="8192"/>
                </a:cubicBezTo>
                <a:cubicBezTo>
                  <a:pt x="1" y="8192"/>
                  <a:pt x="1" y="8877"/>
                  <a:pt x="457" y="8877"/>
                </a:cubicBezTo>
                <a:cubicBezTo>
                  <a:pt x="2694" y="8877"/>
                  <a:pt x="4931" y="8854"/>
                  <a:pt x="7168" y="8740"/>
                </a:cubicBezTo>
                <a:cubicBezTo>
                  <a:pt x="7396" y="8740"/>
                  <a:pt x="7533" y="8534"/>
                  <a:pt x="7487" y="8306"/>
                </a:cubicBezTo>
                <a:cubicBezTo>
                  <a:pt x="7008" y="5635"/>
                  <a:pt x="6757" y="2942"/>
                  <a:pt x="6392" y="249"/>
                </a:cubicBezTo>
                <a:cubicBezTo>
                  <a:pt x="6373" y="76"/>
                  <a:pt x="6254" y="1"/>
                  <a:pt x="6120" y="1"/>
                </a:cubicBezTo>
                <a:close/>
              </a:path>
            </a:pathLst>
          </a:custGeom>
          <a:solidFill>
            <a:srgbClr val="0E514A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0" name="Google Shape;770;p27">
            <a:extLst>
              <a:ext uri="{FF2B5EF4-FFF2-40B4-BE49-F238E27FC236}">
                <a16:creationId xmlns:a16="http://schemas.microsoft.com/office/drawing/2014/main" id="{D5AED7AD-8B91-4715-BCB8-7B83406D4AB8}"/>
              </a:ext>
            </a:extLst>
          </p:cNvPr>
          <p:cNvSpPr>
            <a:spLocks noGrp="1"/>
          </p:cNvSpPr>
          <p:nvPr/>
        </p:nvSpPr>
        <p:spPr>
          <a:xfrm>
            <a:off x="4368235" y="1286356"/>
            <a:ext cx="294722" cy="253561"/>
          </a:xfrm>
          <a:custGeom>
            <a:avLst/>
            <a:gdLst/>
            <a:ahLst/>
            <a:cxnLst/>
            <a:rect l="l" t="t" r="r" b="b"/>
            <a:pathLst>
              <a:path w="7922" h="8945">
                <a:moveTo>
                  <a:pt x="4485" y="1"/>
                </a:moveTo>
                <a:cubicBezTo>
                  <a:pt x="4111" y="1"/>
                  <a:pt x="3697" y="127"/>
                  <a:pt x="3242" y="408"/>
                </a:cubicBezTo>
                <a:cubicBezTo>
                  <a:pt x="1" y="2439"/>
                  <a:pt x="5547" y="7644"/>
                  <a:pt x="7396" y="8945"/>
                </a:cubicBezTo>
                <a:lnTo>
                  <a:pt x="7579" y="8945"/>
                </a:lnTo>
                <a:cubicBezTo>
                  <a:pt x="7921" y="7131"/>
                  <a:pt x="7303" y="1"/>
                  <a:pt x="4485" y="1"/>
                </a:cubicBezTo>
                <a:close/>
              </a:path>
            </a:pathLst>
          </a:custGeom>
          <a:solidFill>
            <a:srgbClr val="EDF4C3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1" name="Google Shape;771;p27">
            <a:extLst>
              <a:ext uri="{FF2B5EF4-FFF2-40B4-BE49-F238E27FC236}">
                <a16:creationId xmlns:a16="http://schemas.microsoft.com/office/drawing/2014/main" id="{01B6B615-67E4-44A2-988E-17EC60EB0274}"/>
              </a:ext>
            </a:extLst>
          </p:cNvPr>
          <p:cNvSpPr>
            <a:spLocks noGrp="1"/>
          </p:cNvSpPr>
          <p:nvPr/>
        </p:nvSpPr>
        <p:spPr>
          <a:xfrm>
            <a:off x="4719812" y="1550242"/>
            <a:ext cx="3422" cy="5215"/>
          </a:xfrm>
          <a:custGeom>
            <a:avLst/>
            <a:gdLst/>
            <a:ahLst/>
            <a:cxnLst/>
            <a:rect l="l" t="t" r="r" b="b"/>
            <a:pathLst>
              <a:path w="92" h="184">
                <a:moveTo>
                  <a:pt x="92" y="1"/>
                </a:moveTo>
                <a:cubicBezTo>
                  <a:pt x="69" y="69"/>
                  <a:pt x="23" y="115"/>
                  <a:pt x="0" y="183"/>
                </a:cubicBezTo>
                <a:lnTo>
                  <a:pt x="92" y="92"/>
                </a:lnTo>
                <a:lnTo>
                  <a:pt x="92" y="1"/>
                </a:lnTo>
                <a:close/>
              </a:path>
            </a:pathLst>
          </a:custGeom>
          <a:solidFill>
            <a:srgbClr val="EDF4C3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2" name="Google Shape;772;p27">
            <a:extLst>
              <a:ext uri="{FF2B5EF4-FFF2-40B4-BE49-F238E27FC236}">
                <a16:creationId xmlns:a16="http://schemas.microsoft.com/office/drawing/2014/main" id="{830243CF-28F4-4FFE-AF80-95448F7ACDCA}"/>
              </a:ext>
            </a:extLst>
          </p:cNvPr>
          <p:cNvSpPr>
            <a:spLocks noGrp="1"/>
          </p:cNvSpPr>
          <p:nvPr/>
        </p:nvSpPr>
        <p:spPr>
          <a:xfrm>
            <a:off x="4653998" y="1302996"/>
            <a:ext cx="217005" cy="247268"/>
          </a:xfrm>
          <a:custGeom>
            <a:avLst/>
            <a:gdLst/>
            <a:ahLst/>
            <a:cxnLst/>
            <a:rect l="l" t="t" r="r" b="b"/>
            <a:pathLst>
              <a:path w="5833" h="8723">
                <a:moveTo>
                  <a:pt x="3017" y="0"/>
                </a:moveTo>
                <a:cubicBezTo>
                  <a:pt x="0" y="0"/>
                  <a:pt x="2154" y="6785"/>
                  <a:pt x="1861" y="8723"/>
                </a:cubicBezTo>
                <a:cubicBezTo>
                  <a:pt x="2523" y="7582"/>
                  <a:pt x="3550" y="6532"/>
                  <a:pt x="4257" y="5299"/>
                </a:cubicBezTo>
                <a:cubicBezTo>
                  <a:pt x="4919" y="3998"/>
                  <a:pt x="5832" y="186"/>
                  <a:pt x="3139" y="4"/>
                </a:cubicBezTo>
                <a:cubicBezTo>
                  <a:pt x="3098" y="1"/>
                  <a:pt x="3057" y="0"/>
                  <a:pt x="3017" y="0"/>
                </a:cubicBezTo>
                <a:close/>
              </a:path>
            </a:pathLst>
          </a:custGeom>
          <a:solidFill>
            <a:srgbClr val="EDF4C3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3" name="Google Shape;773;p27">
            <a:extLst>
              <a:ext uri="{FF2B5EF4-FFF2-40B4-BE49-F238E27FC236}">
                <a16:creationId xmlns:a16="http://schemas.microsoft.com/office/drawing/2014/main" id="{98CE2574-942F-4B77-AD03-B4899164DB12}"/>
              </a:ext>
            </a:extLst>
          </p:cNvPr>
          <p:cNvSpPr>
            <a:spLocks noGrp="1"/>
          </p:cNvSpPr>
          <p:nvPr/>
        </p:nvSpPr>
        <p:spPr>
          <a:xfrm>
            <a:off x="4342788" y="1660485"/>
            <a:ext cx="240331" cy="151201"/>
          </a:xfrm>
          <a:custGeom>
            <a:avLst/>
            <a:gdLst/>
            <a:ahLst/>
            <a:cxnLst/>
            <a:rect l="l" t="t" r="r" b="b"/>
            <a:pathLst>
              <a:path w="6460" h="5334">
                <a:moveTo>
                  <a:pt x="1499" y="1"/>
                </a:moveTo>
                <a:cubicBezTo>
                  <a:pt x="785" y="1"/>
                  <a:pt x="229" y="406"/>
                  <a:pt x="137" y="1521"/>
                </a:cubicBezTo>
                <a:cubicBezTo>
                  <a:pt x="0" y="3918"/>
                  <a:pt x="4702" y="4945"/>
                  <a:pt x="6460" y="5333"/>
                </a:cubicBezTo>
                <a:lnTo>
                  <a:pt x="6460" y="5242"/>
                </a:lnTo>
                <a:cubicBezTo>
                  <a:pt x="6300" y="4329"/>
                  <a:pt x="5684" y="2914"/>
                  <a:pt x="5044" y="2069"/>
                </a:cubicBezTo>
                <a:cubicBezTo>
                  <a:pt x="4464" y="1228"/>
                  <a:pt x="2743" y="1"/>
                  <a:pt x="1499" y="1"/>
                </a:cubicBezTo>
                <a:close/>
              </a:path>
            </a:pathLst>
          </a:custGeom>
          <a:solidFill>
            <a:srgbClr val="EDF4C3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4" name="Google Shape;774;p27">
            <a:extLst>
              <a:ext uri="{FF2B5EF4-FFF2-40B4-BE49-F238E27FC236}">
                <a16:creationId xmlns:a16="http://schemas.microsoft.com/office/drawing/2014/main" id="{46F75E6E-6D62-4B07-A331-6041C19F9F77}"/>
              </a:ext>
            </a:extLst>
          </p:cNvPr>
          <p:cNvSpPr>
            <a:spLocks noGrp="1"/>
          </p:cNvSpPr>
          <p:nvPr/>
        </p:nvSpPr>
        <p:spPr>
          <a:xfrm>
            <a:off x="4730005" y="1802618"/>
            <a:ext cx="241186" cy="159818"/>
          </a:xfrm>
          <a:custGeom>
            <a:avLst/>
            <a:gdLst/>
            <a:ahLst/>
            <a:cxnLst/>
            <a:rect l="l" t="t" r="r" b="b"/>
            <a:pathLst>
              <a:path w="6483" h="5638">
                <a:moveTo>
                  <a:pt x="3902" y="1"/>
                </a:moveTo>
                <a:cubicBezTo>
                  <a:pt x="2291" y="1"/>
                  <a:pt x="483" y="4536"/>
                  <a:pt x="183" y="5455"/>
                </a:cubicBezTo>
                <a:lnTo>
                  <a:pt x="0" y="5637"/>
                </a:lnTo>
                <a:cubicBezTo>
                  <a:pt x="1667" y="5637"/>
                  <a:pt x="6483" y="3241"/>
                  <a:pt x="4908" y="730"/>
                </a:cubicBezTo>
                <a:cubicBezTo>
                  <a:pt x="4594" y="216"/>
                  <a:pt x="4252" y="1"/>
                  <a:pt x="3902" y="1"/>
                </a:cubicBezTo>
                <a:close/>
              </a:path>
            </a:pathLst>
          </a:custGeom>
          <a:solidFill>
            <a:srgbClr val="EDF4C3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5" name="Google Shape;775;p27">
            <a:extLst>
              <a:ext uri="{FF2B5EF4-FFF2-40B4-BE49-F238E27FC236}">
                <a16:creationId xmlns:a16="http://schemas.microsoft.com/office/drawing/2014/main" id="{6098506E-66C5-47AC-B714-C5A2A7EC791E}"/>
              </a:ext>
            </a:extLst>
          </p:cNvPr>
          <p:cNvSpPr>
            <a:spLocks noGrp="1"/>
          </p:cNvSpPr>
          <p:nvPr/>
        </p:nvSpPr>
        <p:spPr>
          <a:xfrm>
            <a:off x="4520064" y="1361675"/>
            <a:ext cx="386241" cy="896805"/>
          </a:xfrm>
          <a:custGeom>
            <a:avLst/>
            <a:gdLst/>
            <a:ahLst/>
            <a:cxnLst/>
            <a:rect l="l" t="t" r="r" b="b"/>
            <a:pathLst>
              <a:path w="10382" h="31637">
                <a:moveTo>
                  <a:pt x="487" y="0"/>
                </a:moveTo>
                <a:cubicBezTo>
                  <a:pt x="251" y="0"/>
                  <a:pt x="0" y="252"/>
                  <a:pt x="142" y="536"/>
                </a:cubicBezTo>
                <a:cubicBezTo>
                  <a:pt x="827" y="1860"/>
                  <a:pt x="1329" y="3320"/>
                  <a:pt x="1969" y="4690"/>
                </a:cubicBezTo>
                <a:cubicBezTo>
                  <a:pt x="2699" y="6196"/>
                  <a:pt x="3429" y="7703"/>
                  <a:pt x="4046" y="9255"/>
                </a:cubicBezTo>
                <a:cubicBezTo>
                  <a:pt x="5301" y="12542"/>
                  <a:pt x="5210" y="15806"/>
                  <a:pt x="3909" y="19070"/>
                </a:cubicBezTo>
                <a:cubicBezTo>
                  <a:pt x="2973" y="21466"/>
                  <a:pt x="2539" y="23749"/>
                  <a:pt x="3703" y="26146"/>
                </a:cubicBezTo>
                <a:cubicBezTo>
                  <a:pt x="4844" y="28474"/>
                  <a:pt x="7241" y="30962"/>
                  <a:pt x="9798" y="31624"/>
                </a:cubicBezTo>
                <a:cubicBezTo>
                  <a:pt x="9832" y="31633"/>
                  <a:pt x="9864" y="31637"/>
                  <a:pt x="9895" y="31637"/>
                </a:cubicBezTo>
                <a:cubicBezTo>
                  <a:pt x="10256" y="31637"/>
                  <a:pt x="10381" y="31067"/>
                  <a:pt x="10003" y="30962"/>
                </a:cubicBezTo>
                <a:cubicBezTo>
                  <a:pt x="7173" y="30208"/>
                  <a:pt x="4411" y="27013"/>
                  <a:pt x="3726" y="24228"/>
                </a:cubicBezTo>
                <a:cubicBezTo>
                  <a:pt x="3041" y="21329"/>
                  <a:pt x="5187" y="18385"/>
                  <a:pt x="5598" y="15577"/>
                </a:cubicBezTo>
                <a:cubicBezTo>
                  <a:pt x="5940" y="13067"/>
                  <a:pt x="5347" y="10624"/>
                  <a:pt x="4411" y="8319"/>
                </a:cubicBezTo>
                <a:cubicBezTo>
                  <a:pt x="3931" y="7109"/>
                  <a:pt x="3338" y="5922"/>
                  <a:pt x="2767" y="4736"/>
                </a:cubicBezTo>
                <a:cubicBezTo>
                  <a:pt x="2037" y="3252"/>
                  <a:pt x="1489" y="1654"/>
                  <a:pt x="759" y="170"/>
                </a:cubicBezTo>
                <a:cubicBezTo>
                  <a:pt x="695" y="51"/>
                  <a:pt x="593" y="0"/>
                  <a:pt x="487" y="0"/>
                </a:cubicBezTo>
                <a:close/>
              </a:path>
            </a:pathLst>
          </a:custGeom>
          <a:solidFill>
            <a:srgbClr val="0E514A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6" name="Google Shape;776;p27">
            <a:extLst>
              <a:ext uri="{FF2B5EF4-FFF2-40B4-BE49-F238E27FC236}">
                <a16:creationId xmlns:a16="http://schemas.microsoft.com/office/drawing/2014/main" id="{8EE9DA28-BA3D-4369-B26D-8D9DCEDAF937}"/>
              </a:ext>
            </a:extLst>
          </p:cNvPr>
          <p:cNvSpPr>
            <a:spLocks noGrp="1"/>
          </p:cNvSpPr>
          <p:nvPr/>
        </p:nvSpPr>
        <p:spPr>
          <a:xfrm>
            <a:off x="4679520" y="1398640"/>
            <a:ext cx="91966" cy="235192"/>
          </a:xfrm>
          <a:custGeom>
            <a:avLst/>
            <a:gdLst/>
            <a:ahLst/>
            <a:cxnLst/>
            <a:rect l="l" t="t" r="r" b="b"/>
            <a:pathLst>
              <a:path w="2472" h="8297">
                <a:moveTo>
                  <a:pt x="2037" y="1"/>
                </a:moveTo>
                <a:cubicBezTo>
                  <a:pt x="1905" y="1"/>
                  <a:pt x="1786" y="78"/>
                  <a:pt x="1768" y="259"/>
                </a:cubicBezTo>
                <a:cubicBezTo>
                  <a:pt x="1403" y="2815"/>
                  <a:pt x="1243" y="5394"/>
                  <a:pt x="125" y="7768"/>
                </a:cubicBezTo>
                <a:cubicBezTo>
                  <a:pt x="0" y="8048"/>
                  <a:pt x="236" y="8296"/>
                  <a:pt x="457" y="8296"/>
                </a:cubicBezTo>
                <a:cubicBezTo>
                  <a:pt x="560" y="8296"/>
                  <a:pt x="660" y="8242"/>
                  <a:pt x="718" y="8111"/>
                </a:cubicBezTo>
                <a:cubicBezTo>
                  <a:pt x="1860" y="5668"/>
                  <a:pt x="2065" y="3066"/>
                  <a:pt x="2430" y="441"/>
                </a:cubicBezTo>
                <a:cubicBezTo>
                  <a:pt x="2472" y="180"/>
                  <a:pt x="2238" y="1"/>
                  <a:pt x="2037" y="1"/>
                </a:cubicBezTo>
                <a:close/>
              </a:path>
            </a:pathLst>
          </a:custGeom>
          <a:solidFill>
            <a:srgbClr val="0E514A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7" name="Google Shape;777;p27">
            <a:extLst>
              <a:ext uri="{FF2B5EF4-FFF2-40B4-BE49-F238E27FC236}">
                <a16:creationId xmlns:a16="http://schemas.microsoft.com/office/drawing/2014/main" id="{5EB4749E-F9E8-4B96-B7D1-4A5F93FAB69B}"/>
              </a:ext>
            </a:extLst>
          </p:cNvPr>
          <p:cNvSpPr>
            <a:spLocks noGrp="1"/>
          </p:cNvSpPr>
          <p:nvPr/>
        </p:nvSpPr>
        <p:spPr>
          <a:xfrm>
            <a:off x="4411764" y="1705783"/>
            <a:ext cx="306404" cy="142924"/>
          </a:xfrm>
          <a:custGeom>
            <a:avLst/>
            <a:gdLst/>
            <a:ahLst/>
            <a:cxnLst/>
            <a:rect l="l" t="t" r="r" b="b"/>
            <a:pathLst>
              <a:path w="8236" h="5042">
                <a:moveTo>
                  <a:pt x="498" y="1"/>
                </a:moveTo>
                <a:cubicBezTo>
                  <a:pt x="240" y="1"/>
                  <a:pt x="1" y="340"/>
                  <a:pt x="246" y="585"/>
                </a:cubicBezTo>
                <a:cubicBezTo>
                  <a:pt x="2277" y="2731"/>
                  <a:pt x="4651" y="4511"/>
                  <a:pt x="7619" y="5036"/>
                </a:cubicBezTo>
                <a:cubicBezTo>
                  <a:pt x="7640" y="5040"/>
                  <a:pt x="7661" y="5041"/>
                  <a:pt x="7681" y="5041"/>
                </a:cubicBezTo>
                <a:cubicBezTo>
                  <a:pt x="8071" y="5041"/>
                  <a:pt x="8235" y="4439"/>
                  <a:pt x="7801" y="4374"/>
                </a:cubicBezTo>
                <a:cubicBezTo>
                  <a:pt x="4925" y="3872"/>
                  <a:pt x="2711" y="2183"/>
                  <a:pt x="725" y="106"/>
                </a:cubicBezTo>
                <a:cubicBezTo>
                  <a:pt x="656" y="32"/>
                  <a:pt x="576" y="1"/>
                  <a:pt x="498" y="1"/>
                </a:cubicBezTo>
                <a:close/>
              </a:path>
            </a:pathLst>
          </a:custGeom>
          <a:solidFill>
            <a:srgbClr val="0E514A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8" name="Google Shape;778;p27">
            <a:extLst>
              <a:ext uri="{FF2B5EF4-FFF2-40B4-BE49-F238E27FC236}">
                <a16:creationId xmlns:a16="http://schemas.microsoft.com/office/drawing/2014/main" id="{5A82DB4A-866D-4E28-9058-78FFA1A7D702}"/>
              </a:ext>
            </a:extLst>
          </p:cNvPr>
          <p:cNvSpPr>
            <a:spLocks noGrp="1"/>
          </p:cNvSpPr>
          <p:nvPr/>
        </p:nvSpPr>
        <p:spPr>
          <a:xfrm>
            <a:off x="4631453" y="1837230"/>
            <a:ext cx="253612" cy="148820"/>
          </a:xfrm>
          <a:custGeom>
            <a:avLst/>
            <a:gdLst/>
            <a:ahLst/>
            <a:cxnLst/>
            <a:rect l="l" t="t" r="r" b="b"/>
            <a:pathLst>
              <a:path w="6817" h="5250">
                <a:moveTo>
                  <a:pt x="6338" y="0"/>
                </a:moveTo>
                <a:cubicBezTo>
                  <a:pt x="6230" y="0"/>
                  <a:pt x="6121" y="50"/>
                  <a:pt x="6050" y="171"/>
                </a:cubicBezTo>
                <a:cubicBezTo>
                  <a:pt x="5031" y="1797"/>
                  <a:pt x="3167" y="4577"/>
                  <a:pt x="948" y="4577"/>
                </a:cubicBezTo>
                <a:cubicBezTo>
                  <a:pt x="832" y="4577"/>
                  <a:pt x="714" y="4569"/>
                  <a:pt x="595" y="4553"/>
                </a:cubicBezTo>
                <a:cubicBezTo>
                  <a:pt x="574" y="4550"/>
                  <a:pt x="553" y="4548"/>
                  <a:pt x="533" y="4548"/>
                </a:cubicBezTo>
                <a:cubicBezTo>
                  <a:pt x="145" y="4548"/>
                  <a:pt x="0" y="5150"/>
                  <a:pt x="412" y="5215"/>
                </a:cubicBezTo>
                <a:cubicBezTo>
                  <a:pt x="578" y="5238"/>
                  <a:pt x="741" y="5249"/>
                  <a:pt x="901" y="5249"/>
                </a:cubicBezTo>
                <a:cubicBezTo>
                  <a:pt x="3451" y="5249"/>
                  <a:pt x="5441" y="2467"/>
                  <a:pt x="6644" y="513"/>
                </a:cubicBezTo>
                <a:cubicBezTo>
                  <a:pt x="6817" y="246"/>
                  <a:pt x="6578" y="0"/>
                  <a:pt x="6338" y="0"/>
                </a:cubicBezTo>
                <a:close/>
              </a:path>
            </a:pathLst>
          </a:custGeom>
          <a:solidFill>
            <a:srgbClr val="0E514A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9" name="Google Shape;779;p27">
            <a:extLst>
              <a:ext uri="{FF2B5EF4-FFF2-40B4-BE49-F238E27FC236}">
                <a16:creationId xmlns:a16="http://schemas.microsoft.com/office/drawing/2014/main" id="{5281C0E1-D956-44A5-ACE8-F69321937D13}"/>
              </a:ext>
            </a:extLst>
          </p:cNvPr>
          <p:cNvSpPr>
            <a:spLocks noGrp="1"/>
          </p:cNvSpPr>
          <p:nvPr/>
        </p:nvSpPr>
        <p:spPr>
          <a:xfrm>
            <a:off x="5093337" y="909096"/>
            <a:ext cx="3264641" cy="2015745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0" name="Google Shape;780;p27">
            <a:extLst>
              <a:ext uri="{FF2B5EF4-FFF2-40B4-BE49-F238E27FC236}">
                <a16:creationId xmlns:a16="http://schemas.microsoft.com/office/drawing/2014/main" id="{4C3C11E6-521F-4D36-A953-AC03C86582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29250" y="1123950"/>
            <a:ext cx="2762250" cy="1714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spcFirstLastPara="1" wrap="square" lIns="76200" tIns="38100" rIns="76200" bIns="38100" anchor="ctr">
            <a:normAutofit fontScale="99981"/>
          </a:bodyPr>
          <a:lstStyle/>
          <a:p>
            <a:pPr lvl="0" algn="ctr">
              <a:lnSpc>
                <a:spcPct val="112000"/>
              </a:lnSpc>
              <a:buNone/>
              <a:defRPr sz="2400" b="0">
                <a:solidFill>
                  <a:srgbClr val="565656"/>
                </a:solidFill>
                <a:latin typeface="新細明體"/>
                <a:ea typeface="新細明體"/>
                <a:cs typeface="新細明體"/>
              </a:defRPr>
            </a:pPr>
            <a:r>
              <a:rPr sz="2400" b="0">
                <a:solidFill>
                  <a:srgbClr val="565656"/>
                </a:solidFill>
                <a:latin typeface="新細明體"/>
                <a:ea typeface="新細明體"/>
                <a:cs typeface="新細明體"/>
              </a:rPr>
              <a:t>觀察→提問→討論(蒐集資料)→提出假設→實驗→紀錄</a:t>
            </a:r>
            <a:endParaRPr sz="3200"/>
          </a:p>
        </p:txBody>
      </p:sp>
      <p:sp>
        <p:nvSpPr>
          <p:cNvPr id="782" name="Google Shape;782;p27">
            <a:extLst>
              <a:ext uri="{FF2B5EF4-FFF2-40B4-BE49-F238E27FC236}">
                <a16:creationId xmlns:a16="http://schemas.microsoft.com/office/drawing/2014/main" id="{F7C6B5D9-E3D5-4374-AEBC-D36735617104}"/>
              </a:ext>
            </a:extLst>
          </p:cNvPr>
          <p:cNvSpPr>
            <a:spLocks noGrp="1"/>
          </p:cNvSpPr>
          <p:nvPr>
            <p:ph type="title" idx="2"/>
          </p:nvPr>
        </p:nvSpPr>
        <p:spPr>
          <a:xfrm>
            <a:off x="5143500" y="400050"/>
            <a:ext cx="33909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spcFirstLastPara="1" wrap="square" lIns="76200" tIns="38100" rIns="76200" bIns="38100" anchor="ctr">
            <a:normAutofit/>
          </a:bodyPr>
          <a:lstStyle/>
          <a:p>
            <a:pPr lvl="0" algn="ctr">
              <a:lnSpc>
                <a:spcPct val="105000"/>
              </a:lnSpc>
              <a:buNone/>
              <a:defRPr sz="2250" b="1">
                <a:solidFill>
                  <a:srgbClr val="2FA7A0"/>
                </a:solidFill>
                <a:latin typeface="標楷體"/>
                <a:ea typeface="標楷體"/>
                <a:cs typeface="標楷體"/>
              </a:defRPr>
            </a:pPr>
            <a:r>
              <a:rPr sz="2250" b="1">
                <a:solidFill>
                  <a:srgbClr val="2FA7A0"/>
                </a:solidFill>
                <a:latin typeface="標楷體"/>
                <a:ea typeface="標楷體"/>
                <a:cs typeface="標楷體"/>
              </a:rPr>
              <a:t>探究教學教學歷程</a:t>
            </a:r>
            <a:endParaRPr/>
          </a:p>
        </p:txBody>
      </p:sp>
      <p:sp>
        <p:nvSpPr>
          <p:cNvPr id="784" name="Google Shape;784;p27">
            <a:extLst>
              <a:ext uri="{FF2B5EF4-FFF2-40B4-BE49-F238E27FC236}">
                <a16:creationId xmlns:a16="http://schemas.microsoft.com/office/drawing/2014/main" id="{D4E95C28-CF5B-41F9-B9DF-53AF6F2FDC98}"/>
              </a:ext>
            </a:extLst>
          </p:cNvPr>
          <p:cNvSpPr>
            <a:spLocks noGrp="1"/>
          </p:cNvSpPr>
          <p:nvPr/>
        </p:nvSpPr>
        <p:spPr>
          <a:xfrm>
            <a:off x="5766016" y="3132606"/>
            <a:ext cx="2731463" cy="1783512"/>
          </a:xfrm>
          <a:custGeom>
            <a:avLst/>
            <a:gdLst/>
            <a:ahLst/>
            <a:cxnLst/>
            <a:rect l="l" t="t" r="r" b="b"/>
            <a:pathLst>
              <a:path w="149077" h="97340">
                <a:moveTo>
                  <a:pt x="53732" y="0"/>
                </a:moveTo>
                <a:cubicBezTo>
                  <a:pt x="37541" y="0"/>
                  <a:pt x="20572" y="5102"/>
                  <a:pt x="12513" y="21506"/>
                </a:cubicBezTo>
                <a:cubicBezTo>
                  <a:pt x="1" y="47018"/>
                  <a:pt x="24137" y="93471"/>
                  <a:pt x="26843" y="95290"/>
                </a:cubicBezTo>
                <a:cubicBezTo>
                  <a:pt x="28380" y="96315"/>
                  <a:pt x="37519" y="97339"/>
                  <a:pt x="44542" y="97339"/>
                </a:cubicBezTo>
                <a:cubicBezTo>
                  <a:pt x="49684" y="97339"/>
                  <a:pt x="53692" y="96790"/>
                  <a:pt x="52754" y="95290"/>
                </a:cubicBezTo>
                <a:cubicBezTo>
                  <a:pt x="50536" y="91696"/>
                  <a:pt x="42017" y="89478"/>
                  <a:pt x="42017" y="89478"/>
                </a:cubicBezTo>
                <a:cubicBezTo>
                  <a:pt x="42017" y="89478"/>
                  <a:pt x="39133" y="72263"/>
                  <a:pt x="43126" y="70488"/>
                </a:cubicBezTo>
                <a:cubicBezTo>
                  <a:pt x="43822" y="70170"/>
                  <a:pt x="45054" y="70057"/>
                  <a:pt x="46720" y="70057"/>
                </a:cubicBezTo>
                <a:cubicBezTo>
                  <a:pt x="48771" y="70057"/>
                  <a:pt x="51480" y="70228"/>
                  <a:pt x="54662" y="70400"/>
                </a:cubicBezTo>
                <a:cubicBezTo>
                  <a:pt x="57853" y="70568"/>
                  <a:pt x="61527" y="70737"/>
                  <a:pt x="65502" y="70737"/>
                </a:cubicBezTo>
                <a:cubicBezTo>
                  <a:pt x="73022" y="70737"/>
                  <a:pt x="81621" y="70133"/>
                  <a:pt x="90067" y="67782"/>
                </a:cubicBezTo>
                <a:lnTo>
                  <a:pt x="90067" y="67782"/>
                </a:lnTo>
                <a:cubicBezTo>
                  <a:pt x="90067" y="67782"/>
                  <a:pt x="86074" y="92805"/>
                  <a:pt x="91443" y="95512"/>
                </a:cubicBezTo>
                <a:cubicBezTo>
                  <a:pt x="93960" y="96771"/>
                  <a:pt x="98292" y="97236"/>
                  <a:pt x="102207" y="97236"/>
                </a:cubicBezTo>
                <a:cubicBezTo>
                  <a:pt x="106573" y="97236"/>
                  <a:pt x="110420" y="96657"/>
                  <a:pt x="110654" y="95956"/>
                </a:cubicBezTo>
                <a:cubicBezTo>
                  <a:pt x="111098" y="94625"/>
                  <a:pt x="103067" y="91031"/>
                  <a:pt x="103067" y="91031"/>
                </a:cubicBezTo>
                <a:cubicBezTo>
                  <a:pt x="103067" y="91031"/>
                  <a:pt x="106617" y="65564"/>
                  <a:pt x="112429" y="60195"/>
                </a:cubicBezTo>
                <a:cubicBezTo>
                  <a:pt x="118241" y="54826"/>
                  <a:pt x="149076" y="32909"/>
                  <a:pt x="142821" y="13697"/>
                </a:cubicBezTo>
                <a:cubicBezTo>
                  <a:pt x="139370" y="3101"/>
                  <a:pt x="130007" y="725"/>
                  <a:pt x="122303" y="725"/>
                </a:cubicBezTo>
                <a:cubicBezTo>
                  <a:pt x="116041" y="725"/>
                  <a:pt x="110876" y="2295"/>
                  <a:pt x="110876" y="2295"/>
                </a:cubicBezTo>
                <a:cubicBezTo>
                  <a:pt x="110876" y="2295"/>
                  <a:pt x="104106" y="5904"/>
                  <a:pt x="93275" y="5904"/>
                </a:cubicBezTo>
                <a:cubicBezTo>
                  <a:pt x="88868" y="5904"/>
                  <a:pt x="83790" y="5307"/>
                  <a:pt x="78221" y="3626"/>
                </a:cubicBezTo>
                <a:cubicBezTo>
                  <a:pt x="71385" y="1557"/>
                  <a:pt x="62677" y="0"/>
                  <a:pt x="53732" y="0"/>
                </a:cubicBezTo>
                <a:close/>
              </a:path>
            </a:pathLst>
          </a:custGeom>
          <a:solidFill>
            <a:srgbClr val="988670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5" name="Google Shape;785;p27">
            <a:extLst>
              <a:ext uri="{FF2B5EF4-FFF2-40B4-BE49-F238E27FC236}">
                <a16:creationId xmlns:a16="http://schemas.microsoft.com/office/drawing/2014/main" id="{080AF317-581E-4A4D-AB9C-2E0539A26EE8}"/>
              </a:ext>
            </a:extLst>
          </p:cNvPr>
          <p:cNvSpPr>
            <a:spLocks noGrp="1"/>
          </p:cNvSpPr>
          <p:nvPr/>
        </p:nvSpPr>
        <p:spPr>
          <a:xfrm>
            <a:off x="7091906" y="4374523"/>
            <a:ext cx="324381" cy="484208"/>
          </a:xfrm>
          <a:custGeom>
            <a:avLst/>
            <a:gdLst/>
            <a:ahLst/>
            <a:cxnLst/>
            <a:rect l="l" t="t" r="r" b="b"/>
            <a:pathLst>
              <a:path w="17704" h="26427">
                <a:moveTo>
                  <a:pt x="17703" y="1"/>
                </a:moveTo>
                <a:lnTo>
                  <a:pt x="17703" y="1"/>
                </a:lnTo>
                <a:cubicBezTo>
                  <a:pt x="13799" y="1110"/>
                  <a:pt x="9850" y="1820"/>
                  <a:pt x="5990" y="2264"/>
                </a:cubicBezTo>
                <a:cubicBezTo>
                  <a:pt x="3195" y="9496"/>
                  <a:pt x="1" y="19035"/>
                  <a:pt x="1731" y="21342"/>
                </a:cubicBezTo>
                <a:cubicBezTo>
                  <a:pt x="4029" y="24465"/>
                  <a:pt x="10772" y="26427"/>
                  <a:pt x="13637" y="26427"/>
                </a:cubicBezTo>
                <a:cubicBezTo>
                  <a:pt x="14313" y="26427"/>
                  <a:pt x="14773" y="26318"/>
                  <a:pt x="14908" y="26089"/>
                </a:cubicBezTo>
                <a:cubicBezTo>
                  <a:pt x="15662" y="24847"/>
                  <a:pt x="11181" y="19523"/>
                  <a:pt x="11181" y="19523"/>
                </a:cubicBezTo>
                <a:cubicBezTo>
                  <a:pt x="11181" y="19523"/>
                  <a:pt x="13622" y="13932"/>
                  <a:pt x="16772" y="7677"/>
                </a:cubicBezTo>
                <a:cubicBezTo>
                  <a:pt x="17171" y="3329"/>
                  <a:pt x="17703" y="1"/>
                  <a:pt x="17703" y="1"/>
                </a:cubicBezTo>
                <a:close/>
              </a:path>
            </a:pathLst>
          </a:custGeom>
          <a:solidFill>
            <a:srgbClr val="988670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6" name="Google Shape;786;p27">
            <a:extLst>
              <a:ext uri="{FF2B5EF4-FFF2-40B4-BE49-F238E27FC236}">
                <a16:creationId xmlns:a16="http://schemas.microsoft.com/office/drawing/2014/main" id="{F8ADE3D1-031D-4924-BF7A-63DC49AC0FCA}"/>
              </a:ext>
            </a:extLst>
          </p:cNvPr>
          <p:cNvSpPr>
            <a:spLocks noGrp="1"/>
          </p:cNvSpPr>
          <p:nvPr/>
        </p:nvSpPr>
        <p:spPr>
          <a:xfrm>
            <a:off x="7201658" y="4290331"/>
            <a:ext cx="315421" cy="224853"/>
          </a:xfrm>
          <a:custGeom>
            <a:avLst/>
            <a:gdLst/>
            <a:ahLst/>
            <a:cxnLst/>
            <a:rect l="l" t="t" r="r" b="b"/>
            <a:pathLst>
              <a:path w="17215" h="12272">
                <a:moveTo>
                  <a:pt x="9457" y="0"/>
                </a:moveTo>
                <a:cubicBezTo>
                  <a:pt x="7443" y="0"/>
                  <a:pt x="5204" y="64"/>
                  <a:pt x="2795" y="115"/>
                </a:cubicBezTo>
                <a:cubicBezTo>
                  <a:pt x="2086" y="1668"/>
                  <a:pt x="1065" y="4108"/>
                  <a:pt x="0" y="6859"/>
                </a:cubicBezTo>
                <a:cubicBezTo>
                  <a:pt x="3860" y="6415"/>
                  <a:pt x="7809" y="5705"/>
                  <a:pt x="11713" y="4596"/>
                </a:cubicBezTo>
                <a:lnTo>
                  <a:pt x="11713" y="4596"/>
                </a:lnTo>
                <a:cubicBezTo>
                  <a:pt x="11713" y="4596"/>
                  <a:pt x="11181" y="7924"/>
                  <a:pt x="10782" y="12272"/>
                </a:cubicBezTo>
                <a:cubicBezTo>
                  <a:pt x="12778" y="8323"/>
                  <a:pt x="15041" y="4108"/>
                  <a:pt x="17215" y="825"/>
                </a:cubicBezTo>
                <a:cubicBezTo>
                  <a:pt x="15379" y="167"/>
                  <a:pt x="12712" y="0"/>
                  <a:pt x="9457" y="0"/>
                </a:cubicBezTo>
                <a:close/>
              </a:path>
            </a:pathLst>
          </a:custGeom>
          <a:solidFill>
            <a:srgbClr val="988670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7" name="Google Shape;787;p27">
            <a:extLst>
              <a:ext uri="{FF2B5EF4-FFF2-40B4-BE49-F238E27FC236}">
                <a16:creationId xmlns:a16="http://schemas.microsoft.com/office/drawing/2014/main" id="{1645267D-1413-48FC-A7DB-92025C2DC99F}"/>
              </a:ext>
            </a:extLst>
          </p:cNvPr>
          <p:cNvSpPr>
            <a:spLocks noGrp="1"/>
          </p:cNvSpPr>
          <p:nvPr/>
        </p:nvSpPr>
        <p:spPr>
          <a:xfrm>
            <a:off x="7114663" y="4374523"/>
            <a:ext cx="301625" cy="484538"/>
          </a:xfrm>
          <a:custGeom>
            <a:avLst/>
            <a:gdLst/>
            <a:ahLst/>
            <a:cxnLst/>
            <a:rect l="l" t="t" r="r" b="b"/>
            <a:pathLst>
              <a:path w="16462" h="26445">
                <a:moveTo>
                  <a:pt x="16461" y="1"/>
                </a:moveTo>
                <a:cubicBezTo>
                  <a:pt x="12557" y="1110"/>
                  <a:pt x="8608" y="1820"/>
                  <a:pt x="4748" y="2264"/>
                </a:cubicBezTo>
                <a:cubicBezTo>
                  <a:pt x="2486" y="8076"/>
                  <a:pt x="1" y="15397"/>
                  <a:pt x="1" y="19212"/>
                </a:cubicBezTo>
                <a:cubicBezTo>
                  <a:pt x="1" y="20144"/>
                  <a:pt x="134" y="20898"/>
                  <a:pt x="489" y="21342"/>
                </a:cubicBezTo>
                <a:cubicBezTo>
                  <a:pt x="2796" y="24448"/>
                  <a:pt x="9496" y="26444"/>
                  <a:pt x="12380" y="26444"/>
                </a:cubicBezTo>
                <a:cubicBezTo>
                  <a:pt x="13045" y="26444"/>
                  <a:pt x="13533" y="26311"/>
                  <a:pt x="13666" y="26089"/>
                </a:cubicBezTo>
                <a:cubicBezTo>
                  <a:pt x="13711" y="26001"/>
                  <a:pt x="13755" y="25867"/>
                  <a:pt x="13755" y="25734"/>
                </a:cubicBezTo>
                <a:cubicBezTo>
                  <a:pt x="13755" y="24048"/>
                  <a:pt x="9939" y="19523"/>
                  <a:pt x="9939" y="19523"/>
                </a:cubicBezTo>
                <a:cubicBezTo>
                  <a:pt x="9939" y="19523"/>
                  <a:pt x="12380" y="13932"/>
                  <a:pt x="15530" y="7721"/>
                </a:cubicBezTo>
                <a:cubicBezTo>
                  <a:pt x="15530" y="7677"/>
                  <a:pt x="15530" y="7677"/>
                  <a:pt x="15530" y="7677"/>
                </a:cubicBezTo>
                <a:cubicBezTo>
                  <a:pt x="15929" y="3373"/>
                  <a:pt x="16461" y="45"/>
                  <a:pt x="16461" y="1"/>
                </a:cubicBezTo>
                <a:close/>
              </a:path>
            </a:pathLst>
          </a:custGeom>
          <a:solidFill>
            <a:srgbClr val="887560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8" name="Google Shape;788;p27">
            <a:extLst>
              <a:ext uri="{FF2B5EF4-FFF2-40B4-BE49-F238E27FC236}">
                <a16:creationId xmlns:a16="http://schemas.microsoft.com/office/drawing/2014/main" id="{21D96891-40EE-433D-B15F-1D0506B24348}"/>
              </a:ext>
            </a:extLst>
          </p:cNvPr>
          <p:cNvSpPr>
            <a:spLocks noGrp="1"/>
          </p:cNvSpPr>
          <p:nvPr/>
        </p:nvSpPr>
        <p:spPr>
          <a:xfrm>
            <a:off x="7399193" y="4374523"/>
            <a:ext cx="17094" cy="140661"/>
          </a:xfrm>
          <a:custGeom>
            <a:avLst/>
            <a:gdLst/>
            <a:ahLst/>
            <a:cxnLst/>
            <a:rect l="l" t="t" r="r" b="b"/>
            <a:pathLst>
              <a:path w="933" h="7677">
                <a:moveTo>
                  <a:pt x="932" y="1"/>
                </a:moveTo>
                <a:cubicBezTo>
                  <a:pt x="932" y="2"/>
                  <a:pt x="400" y="3329"/>
                  <a:pt x="1" y="7677"/>
                </a:cubicBezTo>
                <a:cubicBezTo>
                  <a:pt x="400" y="3373"/>
                  <a:pt x="932" y="45"/>
                  <a:pt x="932" y="1"/>
                </a:cubicBezTo>
                <a:close/>
              </a:path>
            </a:pathLst>
          </a:custGeom>
          <a:solidFill>
            <a:srgbClr val="887560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9" name="Google Shape;789;p27">
            <a:extLst>
              <a:ext uri="{FF2B5EF4-FFF2-40B4-BE49-F238E27FC236}">
                <a16:creationId xmlns:a16="http://schemas.microsoft.com/office/drawing/2014/main" id="{E201B2A7-FCFE-4C78-A84F-5390DDFE97E3}"/>
              </a:ext>
            </a:extLst>
          </p:cNvPr>
          <p:cNvSpPr>
            <a:spLocks noGrp="1"/>
          </p:cNvSpPr>
          <p:nvPr/>
        </p:nvSpPr>
        <p:spPr>
          <a:xfrm>
            <a:off x="6521233" y="4416225"/>
            <a:ext cx="523070" cy="444357"/>
          </a:xfrm>
          <a:custGeom>
            <a:avLst/>
            <a:gdLst/>
            <a:ahLst/>
            <a:cxnLst/>
            <a:rect l="l" t="t" r="r" b="b"/>
            <a:pathLst>
              <a:path w="28548" h="24252">
                <a:moveTo>
                  <a:pt x="5587" y="1"/>
                </a:moveTo>
                <a:cubicBezTo>
                  <a:pt x="3882" y="1"/>
                  <a:pt x="2623" y="114"/>
                  <a:pt x="1908" y="431"/>
                </a:cubicBezTo>
                <a:cubicBezTo>
                  <a:pt x="888" y="875"/>
                  <a:pt x="311" y="2428"/>
                  <a:pt x="0" y="4424"/>
                </a:cubicBezTo>
                <a:cubicBezTo>
                  <a:pt x="2751" y="13165"/>
                  <a:pt x="5458" y="19643"/>
                  <a:pt x="6611" y="21551"/>
                </a:cubicBezTo>
                <a:cubicBezTo>
                  <a:pt x="7454" y="21950"/>
                  <a:pt x="8297" y="22394"/>
                  <a:pt x="9052" y="22926"/>
                </a:cubicBezTo>
                <a:cubicBezTo>
                  <a:pt x="11949" y="23661"/>
                  <a:pt x="17053" y="24251"/>
                  <a:pt x="21218" y="24251"/>
                </a:cubicBezTo>
                <a:cubicBezTo>
                  <a:pt x="25343" y="24251"/>
                  <a:pt x="28547" y="23673"/>
                  <a:pt x="27775" y="22083"/>
                </a:cubicBezTo>
                <a:cubicBezTo>
                  <a:pt x="26000" y="18267"/>
                  <a:pt x="19167" y="15916"/>
                  <a:pt x="19167" y="15916"/>
                </a:cubicBezTo>
                <a:cubicBezTo>
                  <a:pt x="19167" y="15916"/>
                  <a:pt x="17969" y="6599"/>
                  <a:pt x="18502" y="564"/>
                </a:cubicBezTo>
                <a:cubicBezTo>
                  <a:pt x="13145" y="365"/>
                  <a:pt x="8648" y="1"/>
                  <a:pt x="5587" y="1"/>
                </a:cubicBezTo>
                <a:close/>
              </a:path>
            </a:pathLst>
          </a:custGeom>
          <a:solidFill>
            <a:srgbClr val="988670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0" name="Google Shape;790;p27">
            <a:extLst>
              <a:ext uri="{FF2B5EF4-FFF2-40B4-BE49-F238E27FC236}">
                <a16:creationId xmlns:a16="http://schemas.microsoft.com/office/drawing/2014/main" id="{803E37BB-4C19-44ED-AFD0-3394DCEFCED9}"/>
              </a:ext>
            </a:extLst>
          </p:cNvPr>
          <p:cNvSpPr>
            <a:spLocks noGrp="1"/>
          </p:cNvSpPr>
          <p:nvPr/>
        </p:nvSpPr>
        <p:spPr>
          <a:xfrm>
            <a:off x="6642363" y="4811075"/>
            <a:ext cx="44725" cy="25211"/>
          </a:xfrm>
          <a:custGeom>
            <a:avLst/>
            <a:gdLst/>
            <a:ahLst/>
            <a:cxnLst/>
            <a:rect l="l" t="t" r="r" b="b"/>
            <a:pathLst>
              <a:path w="2441" h="1376">
                <a:moveTo>
                  <a:pt x="0" y="1"/>
                </a:moveTo>
                <a:lnTo>
                  <a:pt x="0" y="1"/>
                </a:lnTo>
                <a:cubicBezTo>
                  <a:pt x="133" y="267"/>
                  <a:pt x="266" y="444"/>
                  <a:pt x="355" y="533"/>
                </a:cubicBezTo>
                <a:cubicBezTo>
                  <a:pt x="710" y="799"/>
                  <a:pt x="1420" y="1110"/>
                  <a:pt x="2441" y="1376"/>
                </a:cubicBezTo>
                <a:cubicBezTo>
                  <a:pt x="1686" y="844"/>
                  <a:pt x="843" y="400"/>
                  <a:pt x="0" y="1"/>
                </a:cubicBezTo>
                <a:close/>
              </a:path>
            </a:pathLst>
          </a:custGeom>
          <a:solidFill>
            <a:srgbClr val="988670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1" name="Google Shape;791;p27">
            <a:extLst>
              <a:ext uri="{FF2B5EF4-FFF2-40B4-BE49-F238E27FC236}">
                <a16:creationId xmlns:a16="http://schemas.microsoft.com/office/drawing/2014/main" id="{3D8C0E74-DD36-47EF-A62C-57EA1F64A470}"/>
              </a:ext>
            </a:extLst>
          </p:cNvPr>
          <p:cNvSpPr>
            <a:spLocks noGrp="1"/>
          </p:cNvSpPr>
          <p:nvPr/>
        </p:nvSpPr>
        <p:spPr>
          <a:xfrm>
            <a:off x="6464324" y="4294857"/>
            <a:ext cx="397543" cy="202445"/>
          </a:xfrm>
          <a:custGeom>
            <a:avLst/>
            <a:gdLst/>
            <a:ahLst/>
            <a:cxnLst/>
            <a:rect l="l" t="t" r="r" b="b"/>
            <a:pathLst>
              <a:path w="21697" h="11049">
                <a:moveTo>
                  <a:pt x="1" y="1"/>
                </a:moveTo>
                <a:lnTo>
                  <a:pt x="1" y="1"/>
                </a:lnTo>
                <a:cubicBezTo>
                  <a:pt x="977" y="3950"/>
                  <a:pt x="2042" y="7677"/>
                  <a:pt x="3106" y="11048"/>
                </a:cubicBezTo>
                <a:cubicBezTo>
                  <a:pt x="3417" y="9052"/>
                  <a:pt x="3994" y="7499"/>
                  <a:pt x="5014" y="7055"/>
                </a:cubicBezTo>
                <a:cubicBezTo>
                  <a:pt x="5729" y="6738"/>
                  <a:pt x="6988" y="6625"/>
                  <a:pt x="8693" y="6625"/>
                </a:cubicBezTo>
                <a:cubicBezTo>
                  <a:pt x="11754" y="6625"/>
                  <a:pt x="16251" y="6989"/>
                  <a:pt x="21608" y="7188"/>
                </a:cubicBezTo>
                <a:cubicBezTo>
                  <a:pt x="21608" y="6878"/>
                  <a:pt x="21652" y="6612"/>
                  <a:pt x="21697" y="6301"/>
                </a:cubicBezTo>
                <a:cubicBezTo>
                  <a:pt x="11980" y="4926"/>
                  <a:pt x="4127" y="1864"/>
                  <a:pt x="1" y="1"/>
                </a:cubicBezTo>
                <a:close/>
              </a:path>
            </a:pathLst>
          </a:custGeom>
          <a:solidFill>
            <a:srgbClr val="988670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2" name="Google Shape;792;p27">
            <a:extLst>
              <a:ext uri="{FF2B5EF4-FFF2-40B4-BE49-F238E27FC236}">
                <a16:creationId xmlns:a16="http://schemas.microsoft.com/office/drawing/2014/main" id="{207F790F-D19C-4790-89AB-448B78ECE36C}"/>
              </a:ext>
            </a:extLst>
          </p:cNvPr>
          <p:cNvSpPr>
            <a:spLocks noGrp="1"/>
          </p:cNvSpPr>
          <p:nvPr/>
        </p:nvSpPr>
        <p:spPr>
          <a:xfrm>
            <a:off x="6521233" y="4415987"/>
            <a:ext cx="511344" cy="444687"/>
          </a:xfrm>
          <a:custGeom>
            <a:avLst/>
            <a:gdLst/>
            <a:ahLst/>
            <a:cxnLst/>
            <a:rect l="l" t="t" r="r" b="b"/>
            <a:pathLst>
              <a:path w="27908" h="24270">
                <a:moveTo>
                  <a:pt x="5502" y="1"/>
                </a:moveTo>
                <a:cubicBezTo>
                  <a:pt x="3860" y="1"/>
                  <a:pt x="2618" y="134"/>
                  <a:pt x="1953" y="400"/>
                </a:cubicBezTo>
                <a:cubicBezTo>
                  <a:pt x="1953" y="400"/>
                  <a:pt x="1953" y="400"/>
                  <a:pt x="1953" y="444"/>
                </a:cubicBezTo>
                <a:lnTo>
                  <a:pt x="1908" y="444"/>
                </a:lnTo>
                <a:cubicBezTo>
                  <a:pt x="888" y="888"/>
                  <a:pt x="311" y="2441"/>
                  <a:pt x="0" y="4437"/>
                </a:cubicBezTo>
                <a:cubicBezTo>
                  <a:pt x="2751" y="13178"/>
                  <a:pt x="5458" y="19611"/>
                  <a:pt x="6611" y="21564"/>
                </a:cubicBezTo>
                <a:cubicBezTo>
                  <a:pt x="7454" y="21963"/>
                  <a:pt x="8297" y="22407"/>
                  <a:pt x="9052" y="22939"/>
                </a:cubicBezTo>
                <a:lnTo>
                  <a:pt x="9096" y="22939"/>
                </a:lnTo>
                <a:cubicBezTo>
                  <a:pt x="11935" y="23693"/>
                  <a:pt x="17038" y="24270"/>
                  <a:pt x="21208" y="24270"/>
                </a:cubicBezTo>
                <a:cubicBezTo>
                  <a:pt x="24935" y="24270"/>
                  <a:pt x="27908" y="23782"/>
                  <a:pt x="27908" y="22540"/>
                </a:cubicBezTo>
                <a:cubicBezTo>
                  <a:pt x="27908" y="22407"/>
                  <a:pt x="27863" y="22229"/>
                  <a:pt x="27775" y="22096"/>
                </a:cubicBezTo>
                <a:cubicBezTo>
                  <a:pt x="26000" y="18280"/>
                  <a:pt x="19167" y="15929"/>
                  <a:pt x="19167" y="15929"/>
                </a:cubicBezTo>
                <a:cubicBezTo>
                  <a:pt x="19167" y="15929"/>
                  <a:pt x="18369" y="9540"/>
                  <a:pt x="18369" y="3905"/>
                </a:cubicBezTo>
                <a:cubicBezTo>
                  <a:pt x="18369" y="2752"/>
                  <a:pt x="18413" y="1598"/>
                  <a:pt x="18502" y="577"/>
                </a:cubicBezTo>
                <a:lnTo>
                  <a:pt x="18457" y="577"/>
                </a:lnTo>
                <a:cubicBezTo>
                  <a:pt x="14154" y="400"/>
                  <a:pt x="10427" y="134"/>
                  <a:pt x="7587" y="45"/>
                </a:cubicBezTo>
                <a:lnTo>
                  <a:pt x="7499" y="45"/>
                </a:lnTo>
                <a:cubicBezTo>
                  <a:pt x="6922" y="45"/>
                  <a:pt x="6389" y="1"/>
                  <a:pt x="5901" y="1"/>
                </a:cubicBezTo>
                <a:close/>
              </a:path>
            </a:pathLst>
          </a:custGeom>
          <a:solidFill>
            <a:srgbClr val="887560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3" name="Google Shape;793;p27">
            <a:extLst>
              <a:ext uri="{FF2B5EF4-FFF2-40B4-BE49-F238E27FC236}">
                <a16:creationId xmlns:a16="http://schemas.microsoft.com/office/drawing/2014/main" id="{7109D5DC-911D-4BBE-8ED8-776406DB80A6}"/>
              </a:ext>
            </a:extLst>
          </p:cNvPr>
          <p:cNvSpPr>
            <a:spLocks noGrp="1"/>
          </p:cNvSpPr>
          <p:nvPr/>
        </p:nvSpPr>
        <p:spPr>
          <a:xfrm>
            <a:off x="6556193" y="4415987"/>
            <a:ext cx="303237" cy="10590"/>
          </a:xfrm>
          <a:custGeom>
            <a:avLst/>
            <a:gdLst/>
            <a:ahLst/>
            <a:cxnLst/>
            <a:rect l="l" t="t" r="r" b="b"/>
            <a:pathLst>
              <a:path w="16550" h="578">
                <a:moveTo>
                  <a:pt x="16549" y="577"/>
                </a:moveTo>
                <a:cubicBezTo>
                  <a:pt x="12246" y="400"/>
                  <a:pt x="8519" y="134"/>
                  <a:pt x="5679" y="45"/>
                </a:cubicBezTo>
                <a:cubicBezTo>
                  <a:pt x="8519" y="134"/>
                  <a:pt x="12246" y="400"/>
                  <a:pt x="16549" y="577"/>
                </a:cubicBezTo>
                <a:close/>
                <a:moveTo>
                  <a:pt x="0" y="444"/>
                </a:moveTo>
                <a:cubicBezTo>
                  <a:pt x="0" y="444"/>
                  <a:pt x="0" y="444"/>
                  <a:pt x="45" y="444"/>
                </a:cubicBezTo>
                <a:cubicBezTo>
                  <a:pt x="0" y="444"/>
                  <a:pt x="0" y="444"/>
                  <a:pt x="0" y="444"/>
                </a:cubicBezTo>
                <a:close/>
                <a:moveTo>
                  <a:pt x="45" y="400"/>
                </a:moveTo>
                <a:cubicBezTo>
                  <a:pt x="710" y="134"/>
                  <a:pt x="1952" y="1"/>
                  <a:pt x="3594" y="1"/>
                </a:cubicBezTo>
                <a:cubicBezTo>
                  <a:pt x="1952" y="1"/>
                  <a:pt x="710" y="134"/>
                  <a:pt x="45" y="400"/>
                </a:cubicBezTo>
                <a:close/>
                <a:moveTo>
                  <a:pt x="5635" y="45"/>
                </a:moveTo>
                <a:cubicBezTo>
                  <a:pt x="5591" y="45"/>
                  <a:pt x="5591" y="45"/>
                  <a:pt x="5591" y="45"/>
                </a:cubicBezTo>
                <a:cubicBezTo>
                  <a:pt x="5591" y="45"/>
                  <a:pt x="5591" y="45"/>
                  <a:pt x="5635" y="45"/>
                </a:cubicBezTo>
                <a:close/>
                <a:moveTo>
                  <a:pt x="3993" y="1"/>
                </a:moveTo>
                <a:cubicBezTo>
                  <a:pt x="3905" y="1"/>
                  <a:pt x="3772" y="1"/>
                  <a:pt x="3683" y="1"/>
                </a:cubicBezTo>
                <a:cubicBezTo>
                  <a:pt x="3772" y="1"/>
                  <a:pt x="3905" y="1"/>
                  <a:pt x="3993" y="1"/>
                </a:cubicBezTo>
                <a:close/>
                <a:moveTo>
                  <a:pt x="3638" y="1"/>
                </a:moveTo>
                <a:lnTo>
                  <a:pt x="3594" y="1"/>
                </a:lnTo>
                <a:lnTo>
                  <a:pt x="3594" y="1"/>
                </a:lnTo>
                <a:lnTo>
                  <a:pt x="3638" y="1"/>
                </a:lnTo>
                <a:close/>
              </a:path>
            </a:pathLst>
          </a:custGeom>
          <a:solidFill>
            <a:srgbClr val="887560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4" name="Google Shape;794;p27">
            <a:extLst>
              <a:ext uri="{FF2B5EF4-FFF2-40B4-BE49-F238E27FC236}">
                <a16:creationId xmlns:a16="http://schemas.microsoft.com/office/drawing/2014/main" id="{C99366EE-F3A4-4F39-8119-206EC1760B7F}"/>
              </a:ext>
            </a:extLst>
          </p:cNvPr>
          <p:cNvSpPr>
            <a:spLocks noGrp="1"/>
          </p:cNvSpPr>
          <p:nvPr/>
        </p:nvSpPr>
        <p:spPr>
          <a:xfrm>
            <a:off x="6642363" y="4811075"/>
            <a:ext cx="44725" cy="25211"/>
          </a:xfrm>
          <a:custGeom>
            <a:avLst/>
            <a:gdLst/>
            <a:ahLst/>
            <a:cxnLst/>
            <a:rect l="l" t="t" r="r" b="b"/>
            <a:pathLst>
              <a:path w="2441" h="1376">
                <a:moveTo>
                  <a:pt x="0" y="1"/>
                </a:moveTo>
                <a:lnTo>
                  <a:pt x="0" y="1"/>
                </a:lnTo>
                <a:cubicBezTo>
                  <a:pt x="133" y="267"/>
                  <a:pt x="266" y="444"/>
                  <a:pt x="355" y="533"/>
                </a:cubicBezTo>
                <a:cubicBezTo>
                  <a:pt x="710" y="799"/>
                  <a:pt x="1420" y="1110"/>
                  <a:pt x="2441" y="1376"/>
                </a:cubicBezTo>
                <a:cubicBezTo>
                  <a:pt x="1686" y="844"/>
                  <a:pt x="843" y="400"/>
                  <a:pt x="0" y="1"/>
                </a:cubicBezTo>
                <a:close/>
              </a:path>
            </a:pathLst>
          </a:custGeom>
          <a:solidFill>
            <a:srgbClr val="887560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5" name="Google Shape;795;p27">
            <a:extLst>
              <a:ext uri="{FF2B5EF4-FFF2-40B4-BE49-F238E27FC236}">
                <a16:creationId xmlns:a16="http://schemas.microsoft.com/office/drawing/2014/main" id="{8BF11697-6A0E-4AD4-8A1E-5245933DC6D4}"/>
              </a:ext>
            </a:extLst>
          </p:cNvPr>
          <p:cNvSpPr>
            <a:spLocks noGrp="1"/>
          </p:cNvSpPr>
          <p:nvPr/>
        </p:nvSpPr>
        <p:spPr>
          <a:xfrm>
            <a:off x="7584543" y="2946650"/>
            <a:ext cx="234143" cy="214996"/>
          </a:xfrm>
          <a:custGeom>
            <a:avLst/>
            <a:gdLst/>
            <a:ahLst/>
            <a:cxnLst/>
            <a:rect l="l" t="t" r="r" b="b"/>
            <a:pathLst>
              <a:path w="12779" h="11734">
                <a:moveTo>
                  <a:pt x="6927" y="0"/>
                </a:moveTo>
                <a:cubicBezTo>
                  <a:pt x="6502" y="0"/>
                  <a:pt x="6057" y="75"/>
                  <a:pt x="5591" y="243"/>
                </a:cubicBezTo>
                <a:cubicBezTo>
                  <a:pt x="977" y="1884"/>
                  <a:pt x="0" y="8761"/>
                  <a:pt x="4260" y="9737"/>
                </a:cubicBezTo>
                <a:lnTo>
                  <a:pt x="12778" y="11734"/>
                </a:lnTo>
                <a:lnTo>
                  <a:pt x="12778" y="5833"/>
                </a:lnTo>
                <a:cubicBezTo>
                  <a:pt x="12778" y="5833"/>
                  <a:pt x="10667" y="0"/>
                  <a:pt x="6927" y="0"/>
                </a:cubicBezTo>
                <a:close/>
              </a:path>
            </a:pathLst>
          </a:custGeom>
          <a:solidFill>
            <a:srgbClr val="988670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6" name="Google Shape;796;p27">
            <a:extLst>
              <a:ext uri="{FF2B5EF4-FFF2-40B4-BE49-F238E27FC236}">
                <a16:creationId xmlns:a16="http://schemas.microsoft.com/office/drawing/2014/main" id="{07860749-B97E-4036-BD14-73048C390C54}"/>
              </a:ext>
            </a:extLst>
          </p:cNvPr>
          <p:cNvSpPr>
            <a:spLocks noGrp="1"/>
          </p:cNvSpPr>
          <p:nvPr/>
        </p:nvSpPr>
        <p:spPr>
          <a:xfrm>
            <a:off x="7657705" y="3008819"/>
            <a:ext cx="125215" cy="114625"/>
          </a:xfrm>
          <a:custGeom>
            <a:avLst/>
            <a:gdLst/>
            <a:ahLst/>
            <a:cxnLst/>
            <a:rect l="l" t="t" r="r" b="b"/>
            <a:pathLst>
              <a:path w="6834" h="6256">
                <a:moveTo>
                  <a:pt x="3695" y="0"/>
                </a:moveTo>
                <a:cubicBezTo>
                  <a:pt x="3466" y="0"/>
                  <a:pt x="3225" y="41"/>
                  <a:pt x="2973" y="133"/>
                </a:cubicBezTo>
                <a:cubicBezTo>
                  <a:pt x="533" y="1020"/>
                  <a:pt x="1" y="4658"/>
                  <a:pt x="2263" y="5191"/>
                </a:cubicBezTo>
                <a:cubicBezTo>
                  <a:pt x="4526" y="5723"/>
                  <a:pt x="6833" y="6256"/>
                  <a:pt x="6833" y="6256"/>
                </a:cubicBezTo>
                <a:lnTo>
                  <a:pt x="6833" y="3105"/>
                </a:lnTo>
                <a:cubicBezTo>
                  <a:pt x="6833" y="3105"/>
                  <a:pt x="5691" y="0"/>
                  <a:pt x="3695" y="0"/>
                </a:cubicBezTo>
                <a:close/>
              </a:path>
            </a:pathLst>
          </a:custGeom>
          <a:solidFill>
            <a:srgbClr val="C8BBA4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7" name="Google Shape;797;p27">
            <a:extLst>
              <a:ext uri="{FF2B5EF4-FFF2-40B4-BE49-F238E27FC236}">
                <a16:creationId xmlns:a16="http://schemas.microsoft.com/office/drawing/2014/main" id="{6B3B8C65-D46B-4432-9B25-DECF326819B4}"/>
              </a:ext>
            </a:extLst>
          </p:cNvPr>
          <p:cNvSpPr>
            <a:spLocks noGrp="1"/>
          </p:cNvSpPr>
          <p:nvPr/>
        </p:nvSpPr>
        <p:spPr>
          <a:xfrm>
            <a:off x="8226747" y="2800162"/>
            <a:ext cx="254847" cy="252557"/>
          </a:xfrm>
          <a:custGeom>
            <a:avLst/>
            <a:gdLst/>
            <a:ahLst/>
            <a:cxnLst/>
            <a:rect l="l" t="t" r="r" b="b"/>
            <a:pathLst>
              <a:path w="13909" h="13784">
                <a:moveTo>
                  <a:pt x="6533" y="0"/>
                </a:moveTo>
                <a:cubicBezTo>
                  <a:pt x="5883" y="0"/>
                  <a:pt x="5221" y="106"/>
                  <a:pt x="4571" y="340"/>
                </a:cubicBezTo>
                <a:cubicBezTo>
                  <a:pt x="1" y="2026"/>
                  <a:pt x="2574" y="9258"/>
                  <a:pt x="2574" y="9258"/>
                </a:cubicBezTo>
                <a:lnTo>
                  <a:pt x="6346" y="13784"/>
                </a:lnTo>
                <a:cubicBezTo>
                  <a:pt x="6346" y="13784"/>
                  <a:pt x="8963" y="10278"/>
                  <a:pt x="11625" y="6818"/>
                </a:cubicBezTo>
                <a:cubicBezTo>
                  <a:pt x="13908" y="3850"/>
                  <a:pt x="10448" y="0"/>
                  <a:pt x="6533" y="0"/>
                </a:cubicBezTo>
                <a:close/>
              </a:path>
            </a:pathLst>
          </a:custGeom>
          <a:solidFill>
            <a:srgbClr val="988670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8" name="Google Shape;798;p27">
            <a:extLst>
              <a:ext uri="{FF2B5EF4-FFF2-40B4-BE49-F238E27FC236}">
                <a16:creationId xmlns:a16="http://schemas.microsoft.com/office/drawing/2014/main" id="{56489DF2-9A2D-4369-8A4A-6389876D0A66}"/>
              </a:ext>
            </a:extLst>
          </p:cNvPr>
          <p:cNvSpPr>
            <a:spLocks noGrp="1"/>
          </p:cNvSpPr>
          <p:nvPr/>
        </p:nvSpPr>
        <p:spPr>
          <a:xfrm>
            <a:off x="8284481" y="2865573"/>
            <a:ext cx="135403" cy="134303"/>
          </a:xfrm>
          <a:custGeom>
            <a:avLst/>
            <a:gdLst/>
            <a:ahLst/>
            <a:cxnLst/>
            <a:rect l="l" t="t" r="r" b="b"/>
            <a:pathLst>
              <a:path w="7390" h="7330">
                <a:moveTo>
                  <a:pt x="3455" y="1"/>
                </a:moveTo>
                <a:cubicBezTo>
                  <a:pt x="3104" y="1"/>
                  <a:pt x="2747" y="59"/>
                  <a:pt x="2396" y="186"/>
                </a:cubicBezTo>
                <a:cubicBezTo>
                  <a:pt x="0" y="1074"/>
                  <a:pt x="1375" y="4934"/>
                  <a:pt x="1375" y="4934"/>
                </a:cubicBezTo>
                <a:lnTo>
                  <a:pt x="3372" y="7330"/>
                </a:lnTo>
                <a:cubicBezTo>
                  <a:pt x="3372" y="7330"/>
                  <a:pt x="4792" y="5511"/>
                  <a:pt x="6212" y="3647"/>
                </a:cubicBezTo>
                <a:cubicBezTo>
                  <a:pt x="7389" y="2052"/>
                  <a:pt x="5542" y="1"/>
                  <a:pt x="3455" y="1"/>
                </a:cubicBezTo>
                <a:close/>
              </a:path>
            </a:pathLst>
          </a:custGeom>
          <a:solidFill>
            <a:srgbClr val="C8BBA4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9" name="Google Shape;799;p27">
            <a:extLst>
              <a:ext uri="{FF2B5EF4-FFF2-40B4-BE49-F238E27FC236}">
                <a16:creationId xmlns:a16="http://schemas.microsoft.com/office/drawing/2014/main" id="{4E7ABCD5-0F61-4807-BE4A-177EB9622DC1}"/>
              </a:ext>
            </a:extLst>
          </p:cNvPr>
          <p:cNvSpPr>
            <a:spLocks noGrp="1"/>
          </p:cNvSpPr>
          <p:nvPr/>
        </p:nvSpPr>
        <p:spPr>
          <a:xfrm>
            <a:off x="7732497" y="3348610"/>
            <a:ext cx="656055" cy="406484"/>
          </a:xfrm>
          <a:custGeom>
            <a:avLst/>
            <a:gdLst/>
            <a:ahLst/>
            <a:cxnLst/>
            <a:rect l="l" t="t" r="r" b="b"/>
            <a:pathLst>
              <a:path w="35806" h="22185">
                <a:moveTo>
                  <a:pt x="444" y="1"/>
                </a:moveTo>
                <a:cubicBezTo>
                  <a:pt x="444" y="1"/>
                  <a:pt x="0" y="16062"/>
                  <a:pt x="9096" y="20232"/>
                </a:cubicBezTo>
                <a:cubicBezTo>
                  <a:pt x="12335" y="21696"/>
                  <a:pt x="17082" y="22185"/>
                  <a:pt x="21829" y="22185"/>
                </a:cubicBezTo>
                <a:cubicBezTo>
                  <a:pt x="25201" y="22185"/>
                  <a:pt x="28618" y="21963"/>
                  <a:pt x="31501" y="21652"/>
                </a:cubicBezTo>
                <a:cubicBezTo>
                  <a:pt x="33498" y="18458"/>
                  <a:pt x="35007" y="15174"/>
                  <a:pt x="35805" y="11847"/>
                </a:cubicBezTo>
                <a:lnTo>
                  <a:pt x="32566" y="3949"/>
                </a:lnTo>
                <a:lnTo>
                  <a:pt x="444" y="1"/>
                </a:lnTo>
                <a:close/>
              </a:path>
            </a:pathLst>
          </a:custGeom>
          <a:solidFill>
            <a:srgbClr val="887560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0" name="Google Shape;800;p27">
            <a:extLst>
              <a:ext uri="{FF2B5EF4-FFF2-40B4-BE49-F238E27FC236}">
                <a16:creationId xmlns:a16="http://schemas.microsoft.com/office/drawing/2014/main" id="{F1DF1BFE-C1A5-4948-AC31-328CE5421426}"/>
              </a:ext>
            </a:extLst>
          </p:cNvPr>
          <p:cNvSpPr>
            <a:spLocks noGrp="1"/>
          </p:cNvSpPr>
          <p:nvPr/>
        </p:nvSpPr>
        <p:spPr>
          <a:xfrm>
            <a:off x="7734128" y="2910812"/>
            <a:ext cx="774730" cy="750379"/>
          </a:xfrm>
          <a:custGeom>
            <a:avLst/>
            <a:gdLst/>
            <a:ahLst/>
            <a:cxnLst/>
            <a:rect l="l" t="t" r="r" b="b"/>
            <a:pathLst>
              <a:path w="42283" h="40954">
                <a:moveTo>
                  <a:pt x="23778" y="0"/>
                </a:moveTo>
                <a:cubicBezTo>
                  <a:pt x="14027" y="0"/>
                  <a:pt x="2205" y="5282"/>
                  <a:pt x="355" y="12714"/>
                </a:cubicBezTo>
                <a:cubicBezTo>
                  <a:pt x="355" y="12714"/>
                  <a:pt x="266" y="13867"/>
                  <a:pt x="222" y="15731"/>
                </a:cubicBezTo>
                <a:cubicBezTo>
                  <a:pt x="0" y="21676"/>
                  <a:pt x="222" y="34632"/>
                  <a:pt x="5191" y="37826"/>
                </a:cubicBezTo>
                <a:cubicBezTo>
                  <a:pt x="8430" y="39911"/>
                  <a:pt x="13887" y="40954"/>
                  <a:pt x="19289" y="40954"/>
                </a:cubicBezTo>
                <a:cubicBezTo>
                  <a:pt x="24691" y="40954"/>
                  <a:pt x="30037" y="39911"/>
                  <a:pt x="33054" y="37826"/>
                </a:cubicBezTo>
                <a:cubicBezTo>
                  <a:pt x="33986" y="37161"/>
                  <a:pt x="34829" y="36584"/>
                  <a:pt x="35627" y="36007"/>
                </a:cubicBezTo>
                <a:cubicBezTo>
                  <a:pt x="40020" y="32724"/>
                  <a:pt x="42283" y="29662"/>
                  <a:pt x="41883" y="20611"/>
                </a:cubicBezTo>
                <a:cubicBezTo>
                  <a:pt x="41440" y="9919"/>
                  <a:pt x="40064" y="8011"/>
                  <a:pt x="33986" y="2953"/>
                </a:cubicBezTo>
                <a:cubicBezTo>
                  <a:pt x="31514" y="910"/>
                  <a:pt x="27824" y="0"/>
                  <a:pt x="23778" y="0"/>
                </a:cubicBezTo>
                <a:close/>
              </a:path>
            </a:pathLst>
          </a:custGeom>
          <a:solidFill>
            <a:srgbClr val="988670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1" name="Google Shape;801;p27">
            <a:extLst>
              <a:ext uri="{FF2B5EF4-FFF2-40B4-BE49-F238E27FC236}">
                <a16:creationId xmlns:a16="http://schemas.microsoft.com/office/drawing/2014/main" id="{8BA3CA8A-81BA-44CC-A7C4-52770B7A9C5F}"/>
              </a:ext>
            </a:extLst>
          </p:cNvPr>
          <p:cNvSpPr>
            <a:spLocks noGrp="1"/>
          </p:cNvSpPr>
          <p:nvPr/>
        </p:nvSpPr>
        <p:spPr>
          <a:xfrm>
            <a:off x="6527994" y="3310352"/>
            <a:ext cx="47455" cy="14749"/>
          </a:xfrm>
          <a:custGeom>
            <a:avLst/>
            <a:gdLst/>
            <a:ahLst/>
            <a:cxnLst/>
            <a:rect l="l" t="t" r="r" b="b"/>
            <a:pathLst>
              <a:path w="2590" h="805">
                <a:moveTo>
                  <a:pt x="433" y="1"/>
                </a:moveTo>
                <a:cubicBezTo>
                  <a:pt x="110" y="1"/>
                  <a:pt x="1" y="493"/>
                  <a:pt x="341" y="536"/>
                </a:cubicBezTo>
                <a:cubicBezTo>
                  <a:pt x="918" y="624"/>
                  <a:pt x="1495" y="713"/>
                  <a:pt x="2116" y="802"/>
                </a:cubicBezTo>
                <a:cubicBezTo>
                  <a:pt x="2130" y="804"/>
                  <a:pt x="2144" y="804"/>
                  <a:pt x="2157" y="804"/>
                </a:cubicBezTo>
                <a:cubicBezTo>
                  <a:pt x="2481" y="804"/>
                  <a:pt x="2590" y="310"/>
                  <a:pt x="2249" y="225"/>
                </a:cubicBezTo>
                <a:cubicBezTo>
                  <a:pt x="1672" y="181"/>
                  <a:pt x="1051" y="92"/>
                  <a:pt x="474" y="3"/>
                </a:cubicBezTo>
                <a:cubicBezTo>
                  <a:pt x="460" y="1"/>
                  <a:pt x="446" y="1"/>
                  <a:pt x="433" y="1"/>
                </a:cubicBezTo>
                <a:close/>
              </a:path>
            </a:pathLst>
          </a:custGeom>
          <a:solidFill>
            <a:srgbClr val="7F6D5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2" name="Google Shape;802;p27">
            <a:extLst>
              <a:ext uri="{FF2B5EF4-FFF2-40B4-BE49-F238E27FC236}">
                <a16:creationId xmlns:a16="http://schemas.microsoft.com/office/drawing/2014/main" id="{3EE84215-80FB-4FE5-B2BA-A0593FE2DD81}"/>
              </a:ext>
            </a:extLst>
          </p:cNvPr>
          <p:cNvSpPr>
            <a:spLocks noGrp="1"/>
          </p:cNvSpPr>
          <p:nvPr/>
        </p:nvSpPr>
        <p:spPr>
          <a:xfrm>
            <a:off x="6450508" y="3420141"/>
            <a:ext cx="26842" cy="10590"/>
          </a:xfrm>
          <a:custGeom>
            <a:avLst/>
            <a:gdLst/>
            <a:ahLst/>
            <a:cxnLst/>
            <a:rect l="l" t="t" r="r" b="b"/>
            <a:pathLst>
              <a:path w="1465" h="578">
                <a:moveTo>
                  <a:pt x="355" y="1"/>
                </a:moveTo>
                <a:cubicBezTo>
                  <a:pt x="0" y="1"/>
                  <a:pt x="0" y="578"/>
                  <a:pt x="355" y="578"/>
                </a:cubicBezTo>
                <a:lnTo>
                  <a:pt x="1110" y="578"/>
                </a:lnTo>
                <a:cubicBezTo>
                  <a:pt x="1465" y="578"/>
                  <a:pt x="1465" y="1"/>
                  <a:pt x="1110" y="1"/>
                </a:cubicBezTo>
                <a:close/>
              </a:path>
            </a:pathLst>
          </a:custGeom>
          <a:solidFill>
            <a:srgbClr val="7F6D5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3" name="Google Shape;803;p27">
            <a:extLst>
              <a:ext uri="{FF2B5EF4-FFF2-40B4-BE49-F238E27FC236}">
                <a16:creationId xmlns:a16="http://schemas.microsoft.com/office/drawing/2014/main" id="{DFD6ACEB-CEEF-44A9-A564-1D7071F4FD26}"/>
              </a:ext>
            </a:extLst>
          </p:cNvPr>
          <p:cNvSpPr>
            <a:spLocks noGrp="1"/>
          </p:cNvSpPr>
          <p:nvPr/>
        </p:nvSpPr>
        <p:spPr>
          <a:xfrm>
            <a:off x="6744750" y="3235999"/>
            <a:ext cx="57825" cy="28509"/>
          </a:xfrm>
          <a:custGeom>
            <a:avLst/>
            <a:gdLst/>
            <a:ahLst/>
            <a:cxnLst/>
            <a:rect l="l" t="t" r="r" b="b"/>
            <a:pathLst>
              <a:path w="3156" h="1556">
                <a:moveTo>
                  <a:pt x="470" y="1"/>
                </a:moveTo>
                <a:cubicBezTo>
                  <a:pt x="205" y="1"/>
                  <a:pt x="0" y="394"/>
                  <a:pt x="313" y="512"/>
                </a:cubicBezTo>
                <a:cubicBezTo>
                  <a:pt x="1067" y="822"/>
                  <a:pt x="1822" y="1177"/>
                  <a:pt x="2576" y="1532"/>
                </a:cubicBezTo>
                <a:cubicBezTo>
                  <a:pt x="2613" y="1548"/>
                  <a:pt x="2649" y="1555"/>
                  <a:pt x="2685" y="1555"/>
                </a:cubicBezTo>
                <a:cubicBezTo>
                  <a:pt x="2951" y="1555"/>
                  <a:pt x="3155" y="1162"/>
                  <a:pt x="2842" y="1044"/>
                </a:cubicBezTo>
                <a:cubicBezTo>
                  <a:pt x="2088" y="689"/>
                  <a:pt x="1334" y="334"/>
                  <a:pt x="579" y="24"/>
                </a:cubicBezTo>
                <a:cubicBezTo>
                  <a:pt x="543" y="8"/>
                  <a:pt x="506" y="1"/>
                  <a:pt x="470" y="1"/>
                </a:cubicBezTo>
                <a:close/>
              </a:path>
            </a:pathLst>
          </a:custGeom>
          <a:solidFill>
            <a:srgbClr val="7F6D5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4" name="Google Shape;804;p27">
            <a:extLst>
              <a:ext uri="{FF2B5EF4-FFF2-40B4-BE49-F238E27FC236}">
                <a16:creationId xmlns:a16="http://schemas.microsoft.com/office/drawing/2014/main" id="{79D29EEF-5672-49BB-AA3F-69E73ED952C8}"/>
              </a:ext>
            </a:extLst>
          </p:cNvPr>
          <p:cNvSpPr>
            <a:spLocks noGrp="1"/>
          </p:cNvSpPr>
          <p:nvPr/>
        </p:nvSpPr>
        <p:spPr>
          <a:xfrm>
            <a:off x="6708874" y="3406783"/>
            <a:ext cx="46649" cy="19440"/>
          </a:xfrm>
          <a:custGeom>
            <a:avLst/>
            <a:gdLst/>
            <a:ahLst/>
            <a:cxnLst/>
            <a:rect l="l" t="t" r="r" b="b"/>
            <a:pathLst>
              <a:path w="2546" h="1061">
                <a:moveTo>
                  <a:pt x="350" y="0"/>
                </a:moveTo>
                <a:cubicBezTo>
                  <a:pt x="75" y="0"/>
                  <a:pt x="0" y="473"/>
                  <a:pt x="319" y="552"/>
                </a:cubicBezTo>
                <a:cubicBezTo>
                  <a:pt x="896" y="730"/>
                  <a:pt x="1473" y="907"/>
                  <a:pt x="2049" y="1040"/>
                </a:cubicBezTo>
                <a:cubicBezTo>
                  <a:pt x="2086" y="1054"/>
                  <a:pt x="2120" y="1060"/>
                  <a:pt x="2153" y="1060"/>
                </a:cubicBezTo>
                <a:cubicBezTo>
                  <a:pt x="2435" y="1060"/>
                  <a:pt x="2545" y="588"/>
                  <a:pt x="2227" y="508"/>
                </a:cubicBezTo>
                <a:cubicBezTo>
                  <a:pt x="1650" y="331"/>
                  <a:pt x="1029" y="153"/>
                  <a:pt x="452" y="20"/>
                </a:cubicBezTo>
                <a:cubicBezTo>
                  <a:pt x="416" y="6"/>
                  <a:pt x="382" y="0"/>
                  <a:pt x="350" y="0"/>
                </a:cubicBezTo>
                <a:close/>
              </a:path>
            </a:pathLst>
          </a:custGeom>
          <a:solidFill>
            <a:srgbClr val="7F6D5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5" name="Google Shape;805;p27">
            <a:extLst>
              <a:ext uri="{FF2B5EF4-FFF2-40B4-BE49-F238E27FC236}">
                <a16:creationId xmlns:a16="http://schemas.microsoft.com/office/drawing/2014/main" id="{EC56D616-1852-4FB7-8703-4CDA71AF5AAC}"/>
              </a:ext>
            </a:extLst>
          </p:cNvPr>
          <p:cNvSpPr>
            <a:spLocks noGrp="1"/>
          </p:cNvSpPr>
          <p:nvPr/>
        </p:nvSpPr>
        <p:spPr>
          <a:xfrm>
            <a:off x="6574790" y="3226289"/>
            <a:ext cx="36754" cy="19715"/>
          </a:xfrm>
          <a:custGeom>
            <a:avLst/>
            <a:gdLst/>
            <a:ahLst/>
            <a:cxnLst/>
            <a:rect l="l" t="t" r="r" b="b"/>
            <a:pathLst>
              <a:path w="2006" h="1076">
                <a:moveTo>
                  <a:pt x="341" y="0"/>
                </a:moveTo>
                <a:cubicBezTo>
                  <a:pt x="71" y="0"/>
                  <a:pt x="0" y="435"/>
                  <a:pt x="316" y="554"/>
                </a:cubicBezTo>
                <a:cubicBezTo>
                  <a:pt x="716" y="731"/>
                  <a:pt x="1159" y="909"/>
                  <a:pt x="1559" y="1042"/>
                </a:cubicBezTo>
                <a:cubicBezTo>
                  <a:pt x="1605" y="1065"/>
                  <a:pt x="1648" y="1075"/>
                  <a:pt x="1687" y="1075"/>
                </a:cubicBezTo>
                <a:cubicBezTo>
                  <a:pt x="1941" y="1075"/>
                  <a:pt x="2006" y="625"/>
                  <a:pt x="1736" y="509"/>
                </a:cubicBezTo>
                <a:cubicBezTo>
                  <a:pt x="1292" y="332"/>
                  <a:pt x="893" y="199"/>
                  <a:pt x="449" y="21"/>
                </a:cubicBezTo>
                <a:cubicBezTo>
                  <a:pt x="411" y="7"/>
                  <a:pt x="374" y="0"/>
                  <a:pt x="341" y="0"/>
                </a:cubicBezTo>
                <a:close/>
              </a:path>
            </a:pathLst>
          </a:custGeom>
          <a:solidFill>
            <a:srgbClr val="7F6D5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6" name="Google Shape;806;p27">
            <a:extLst>
              <a:ext uri="{FF2B5EF4-FFF2-40B4-BE49-F238E27FC236}">
                <a16:creationId xmlns:a16="http://schemas.microsoft.com/office/drawing/2014/main" id="{19B04F13-6750-4EF8-A6C6-C426546E6780}"/>
              </a:ext>
            </a:extLst>
          </p:cNvPr>
          <p:cNvSpPr>
            <a:spLocks noGrp="1"/>
          </p:cNvSpPr>
          <p:nvPr/>
        </p:nvSpPr>
        <p:spPr>
          <a:xfrm>
            <a:off x="6288739" y="3383569"/>
            <a:ext cx="60134" cy="19421"/>
          </a:xfrm>
          <a:custGeom>
            <a:avLst/>
            <a:gdLst/>
            <a:ahLst/>
            <a:cxnLst/>
            <a:rect l="l" t="t" r="r" b="b"/>
            <a:pathLst>
              <a:path w="3282" h="1060">
                <a:moveTo>
                  <a:pt x="355" y="0"/>
                </a:moveTo>
                <a:cubicBezTo>
                  <a:pt x="0" y="0"/>
                  <a:pt x="0" y="533"/>
                  <a:pt x="355" y="533"/>
                </a:cubicBezTo>
                <a:cubicBezTo>
                  <a:pt x="1154" y="533"/>
                  <a:pt x="1952" y="710"/>
                  <a:pt x="2707" y="1021"/>
                </a:cubicBezTo>
                <a:cubicBezTo>
                  <a:pt x="2760" y="1047"/>
                  <a:pt x="2811" y="1059"/>
                  <a:pt x="2859" y="1059"/>
                </a:cubicBezTo>
                <a:cubicBezTo>
                  <a:pt x="3128" y="1059"/>
                  <a:pt x="3281" y="684"/>
                  <a:pt x="3017" y="533"/>
                </a:cubicBezTo>
                <a:cubicBezTo>
                  <a:pt x="2174" y="178"/>
                  <a:pt x="1287" y="0"/>
                  <a:pt x="355" y="0"/>
                </a:cubicBezTo>
                <a:close/>
              </a:path>
            </a:pathLst>
          </a:custGeom>
          <a:solidFill>
            <a:srgbClr val="7F6D5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7" name="Google Shape;807;p27">
            <a:extLst>
              <a:ext uri="{FF2B5EF4-FFF2-40B4-BE49-F238E27FC236}">
                <a16:creationId xmlns:a16="http://schemas.microsoft.com/office/drawing/2014/main" id="{B4390C0F-7B4A-4F31-B7F7-CB11A09912A9}"/>
              </a:ext>
            </a:extLst>
          </p:cNvPr>
          <p:cNvSpPr>
            <a:spLocks noGrp="1"/>
          </p:cNvSpPr>
          <p:nvPr/>
        </p:nvSpPr>
        <p:spPr>
          <a:xfrm>
            <a:off x="6665981" y="3310517"/>
            <a:ext cx="38715" cy="23636"/>
          </a:xfrm>
          <a:custGeom>
            <a:avLst/>
            <a:gdLst/>
            <a:ahLst/>
            <a:cxnLst/>
            <a:rect l="l" t="t" r="r" b="b"/>
            <a:pathLst>
              <a:path w="2113" h="1290">
                <a:moveTo>
                  <a:pt x="437" y="0"/>
                </a:moveTo>
                <a:cubicBezTo>
                  <a:pt x="185" y="0"/>
                  <a:pt x="0" y="376"/>
                  <a:pt x="264" y="527"/>
                </a:cubicBezTo>
                <a:cubicBezTo>
                  <a:pt x="708" y="748"/>
                  <a:pt x="1107" y="1015"/>
                  <a:pt x="1551" y="1237"/>
                </a:cubicBezTo>
                <a:cubicBezTo>
                  <a:pt x="1603" y="1274"/>
                  <a:pt x="1655" y="1290"/>
                  <a:pt x="1704" y="1290"/>
                </a:cubicBezTo>
                <a:cubicBezTo>
                  <a:pt x="1947" y="1290"/>
                  <a:pt x="2112" y="896"/>
                  <a:pt x="1817" y="748"/>
                </a:cubicBezTo>
                <a:cubicBezTo>
                  <a:pt x="1418" y="527"/>
                  <a:pt x="974" y="260"/>
                  <a:pt x="575" y="39"/>
                </a:cubicBezTo>
                <a:cubicBezTo>
                  <a:pt x="528" y="12"/>
                  <a:pt x="482" y="0"/>
                  <a:pt x="437" y="0"/>
                </a:cubicBezTo>
                <a:close/>
              </a:path>
            </a:pathLst>
          </a:custGeom>
          <a:solidFill>
            <a:srgbClr val="7F6D5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8" name="Google Shape;808;p27">
            <a:extLst>
              <a:ext uri="{FF2B5EF4-FFF2-40B4-BE49-F238E27FC236}">
                <a16:creationId xmlns:a16="http://schemas.microsoft.com/office/drawing/2014/main" id="{5C33CC8E-9CFA-4C85-A6AA-17FEF5680441}"/>
              </a:ext>
            </a:extLst>
          </p:cNvPr>
          <p:cNvSpPr>
            <a:spLocks noGrp="1"/>
          </p:cNvSpPr>
          <p:nvPr/>
        </p:nvSpPr>
        <p:spPr>
          <a:xfrm>
            <a:off x="6560297" y="3406435"/>
            <a:ext cx="46319" cy="20228"/>
          </a:xfrm>
          <a:custGeom>
            <a:avLst/>
            <a:gdLst/>
            <a:ahLst/>
            <a:cxnLst/>
            <a:rect l="l" t="t" r="r" b="b"/>
            <a:pathLst>
              <a:path w="2528" h="1104">
                <a:moveTo>
                  <a:pt x="437" y="1"/>
                </a:moveTo>
                <a:cubicBezTo>
                  <a:pt x="185" y="1"/>
                  <a:pt x="0" y="376"/>
                  <a:pt x="264" y="527"/>
                </a:cubicBezTo>
                <a:cubicBezTo>
                  <a:pt x="841" y="882"/>
                  <a:pt x="1507" y="1104"/>
                  <a:pt x="2172" y="1104"/>
                </a:cubicBezTo>
                <a:cubicBezTo>
                  <a:pt x="2527" y="1104"/>
                  <a:pt x="2527" y="527"/>
                  <a:pt x="2172" y="527"/>
                </a:cubicBezTo>
                <a:cubicBezTo>
                  <a:pt x="1595" y="527"/>
                  <a:pt x="1063" y="350"/>
                  <a:pt x="575" y="39"/>
                </a:cubicBezTo>
                <a:cubicBezTo>
                  <a:pt x="528" y="12"/>
                  <a:pt x="482" y="1"/>
                  <a:pt x="437" y="1"/>
                </a:cubicBezTo>
                <a:close/>
              </a:path>
            </a:pathLst>
          </a:custGeom>
          <a:solidFill>
            <a:srgbClr val="7F6D5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9" name="Google Shape;809;p27">
            <a:extLst>
              <a:ext uri="{FF2B5EF4-FFF2-40B4-BE49-F238E27FC236}">
                <a16:creationId xmlns:a16="http://schemas.microsoft.com/office/drawing/2014/main" id="{DE3BE00B-350C-473A-B565-DC5D6E26281E}"/>
              </a:ext>
            </a:extLst>
          </p:cNvPr>
          <p:cNvSpPr>
            <a:spLocks noGrp="1"/>
          </p:cNvSpPr>
          <p:nvPr/>
        </p:nvSpPr>
        <p:spPr>
          <a:xfrm>
            <a:off x="6458680" y="3230851"/>
            <a:ext cx="37689" cy="15629"/>
          </a:xfrm>
          <a:custGeom>
            <a:avLst/>
            <a:gdLst/>
            <a:ahLst/>
            <a:cxnLst/>
            <a:rect l="l" t="t" r="r" b="b"/>
            <a:pathLst>
              <a:path w="2057" h="853">
                <a:moveTo>
                  <a:pt x="396" y="0"/>
                </a:moveTo>
                <a:cubicBezTo>
                  <a:pt x="153" y="0"/>
                  <a:pt x="0" y="376"/>
                  <a:pt x="264" y="527"/>
                </a:cubicBezTo>
                <a:cubicBezTo>
                  <a:pt x="575" y="744"/>
                  <a:pt x="929" y="853"/>
                  <a:pt x="1281" y="853"/>
                </a:cubicBezTo>
                <a:cubicBezTo>
                  <a:pt x="1432" y="853"/>
                  <a:pt x="1582" y="833"/>
                  <a:pt x="1729" y="793"/>
                </a:cubicBezTo>
                <a:cubicBezTo>
                  <a:pt x="2056" y="711"/>
                  <a:pt x="1968" y="250"/>
                  <a:pt x="1673" y="250"/>
                </a:cubicBezTo>
                <a:cubicBezTo>
                  <a:pt x="1648" y="250"/>
                  <a:pt x="1623" y="254"/>
                  <a:pt x="1595" y="260"/>
                </a:cubicBezTo>
                <a:cubicBezTo>
                  <a:pt x="1492" y="283"/>
                  <a:pt x="1392" y="294"/>
                  <a:pt x="1295" y="294"/>
                </a:cubicBezTo>
                <a:cubicBezTo>
                  <a:pt x="1016" y="294"/>
                  <a:pt x="761" y="203"/>
                  <a:pt x="531" y="39"/>
                </a:cubicBezTo>
                <a:cubicBezTo>
                  <a:pt x="484" y="12"/>
                  <a:pt x="439" y="0"/>
                  <a:pt x="396" y="0"/>
                </a:cubicBezTo>
                <a:close/>
              </a:path>
            </a:pathLst>
          </a:custGeom>
          <a:solidFill>
            <a:srgbClr val="7F6D5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0" name="Google Shape;810;p27">
            <a:extLst>
              <a:ext uri="{FF2B5EF4-FFF2-40B4-BE49-F238E27FC236}">
                <a16:creationId xmlns:a16="http://schemas.microsoft.com/office/drawing/2014/main" id="{53404A8C-B6A4-4507-8FDF-5A6868FD9143}"/>
              </a:ext>
            </a:extLst>
          </p:cNvPr>
          <p:cNvSpPr>
            <a:spLocks noGrp="1"/>
          </p:cNvSpPr>
          <p:nvPr/>
        </p:nvSpPr>
        <p:spPr>
          <a:xfrm>
            <a:off x="6270032" y="3540464"/>
            <a:ext cx="31734" cy="10590"/>
          </a:xfrm>
          <a:custGeom>
            <a:avLst/>
            <a:gdLst/>
            <a:ahLst/>
            <a:cxnLst/>
            <a:rect l="l" t="t" r="r" b="b"/>
            <a:pathLst>
              <a:path w="1732" h="578">
                <a:moveTo>
                  <a:pt x="356" y="0"/>
                </a:moveTo>
                <a:cubicBezTo>
                  <a:pt x="1" y="0"/>
                  <a:pt x="1" y="577"/>
                  <a:pt x="356" y="577"/>
                </a:cubicBezTo>
                <a:lnTo>
                  <a:pt x="1376" y="577"/>
                </a:lnTo>
                <a:cubicBezTo>
                  <a:pt x="1731" y="577"/>
                  <a:pt x="1731" y="0"/>
                  <a:pt x="1376" y="0"/>
                </a:cubicBezTo>
                <a:close/>
              </a:path>
            </a:pathLst>
          </a:custGeom>
          <a:solidFill>
            <a:srgbClr val="7F6D5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1" name="Google Shape;811;p27">
            <a:extLst>
              <a:ext uri="{FF2B5EF4-FFF2-40B4-BE49-F238E27FC236}">
                <a16:creationId xmlns:a16="http://schemas.microsoft.com/office/drawing/2014/main" id="{F4EF9FED-F98B-4140-AC96-287124DECC8D}"/>
              </a:ext>
            </a:extLst>
          </p:cNvPr>
          <p:cNvSpPr>
            <a:spLocks noGrp="1"/>
          </p:cNvSpPr>
          <p:nvPr/>
        </p:nvSpPr>
        <p:spPr>
          <a:xfrm>
            <a:off x="6556193" y="3526649"/>
            <a:ext cx="32540" cy="10572"/>
          </a:xfrm>
          <a:custGeom>
            <a:avLst/>
            <a:gdLst/>
            <a:ahLst/>
            <a:cxnLst/>
            <a:rect l="l" t="t" r="r" b="b"/>
            <a:pathLst>
              <a:path w="1776" h="577">
                <a:moveTo>
                  <a:pt x="400" y="0"/>
                </a:moveTo>
                <a:cubicBezTo>
                  <a:pt x="0" y="0"/>
                  <a:pt x="0" y="577"/>
                  <a:pt x="400" y="577"/>
                </a:cubicBezTo>
                <a:lnTo>
                  <a:pt x="1376" y="577"/>
                </a:lnTo>
                <a:cubicBezTo>
                  <a:pt x="1775" y="577"/>
                  <a:pt x="1775" y="0"/>
                  <a:pt x="1376" y="0"/>
                </a:cubicBezTo>
                <a:close/>
              </a:path>
            </a:pathLst>
          </a:custGeom>
          <a:solidFill>
            <a:srgbClr val="7F6D5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2" name="Google Shape;812;p27">
            <a:extLst>
              <a:ext uri="{FF2B5EF4-FFF2-40B4-BE49-F238E27FC236}">
                <a16:creationId xmlns:a16="http://schemas.microsoft.com/office/drawing/2014/main" id="{860ED3EE-FD8A-41C2-AFFD-3134504D416B}"/>
              </a:ext>
            </a:extLst>
          </p:cNvPr>
          <p:cNvSpPr>
            <a:spLocks noGrp="1"/>
          </p:cNvSpPr>
          <p:nvPr/>
        </p:nvSpPr>
        <p:spPr>
          <a:xfrm>
            <a:off x="6944446" y="3383386"/>
            <a:ext cx="33182" cy="15006"/>
          </a:xfrm>
          <a:custGeom>
            <a:avLst/>
            <a:gdLst/>
            <a:ahLst/>
            <a:cxnLst/>
            <a:rect l="l" t="t" r="r" b="b"/>
            <a:pathLst>
              <a:path w="1811" h="819">
                <a:moveTo>
                  <a:pt x="384" y="0"/>
                </a:moveTo>
                <a:cubicBezTo>
                  <a:pt x="89" y="0"/>
                  <a:pt x="1" y="461"/>
                  <a:pt x="329" y="543"/>
                </a:cubicBezTo>
                <a:cubicBezTo>
                  <a:pt x="639" y="631"/>
                  <a:pt x="994" y="720"/>
                  <a:pt x="1305" y="809"/>
                </a:cubicBezTo>
                <a:cubicBezTo>
                  <a:pt x="1332" y="816"/>
                  <a:pt x="1358" y="819"/>
                  <a:pt x="1383" y="819"/>
                </a:cubicBezTo>
                <a:cubicBezTo>
                  <a:pt x="1684" y="819"/>
                  <a:pt x="1810" y="359"/>
                  <a:pt x="1482" y="277"/>
                </a:cubicBezTo>
                <a:cubicBezTo>
                  <a:pt x="1127" y="188"/>
                  <a:pt x="817" y="99"/>
                  <a:pt x="462" y="10"/>
                </a:cubicBezTo>
                <a:cubicBezTo>
                  <a:pt x="435" y="4"/>
                  <a:pt x="409" y="0"/>
                  <a:pt x="384" y="0"/>
                </a:cubicBezTo>
                <a:close/>
              </a:path>
            </a:pathLst>
          </a:custGeom>
          <a:solidFill>
            <a:srgbClr val="7F6D5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3" name="Google Shape;813;p27">
            <a:extLst>
              <a:ext uri="{FF2B5EF4-FFF2-40B4-BE49-F238E27FC236}">
                <a16:creationId xmlns:a16="http://schemas.microsoft.com/office/drawing/2014/main" id="{17C0D72A-623D-4678-B25D-A833AF24FA0C}"/>
              </a:ext>
            </a:extLst>
          </p:cNvPr>
          <p:cNvSpPr>
            <a:spLocks noGrp="1"/>
          </p:cNvSpPr>
          <p:nvPr/>
        </p:nvSpPr>
        <p:spPr>
          <a:xfrm>
            <a:off x="6366628" y="3607580"/>
            <a:ext cx="27960" cy="15372"/>
          </a:xfrm>
          <a:custGeom>
            <a:avLst/>
            <a:gdLst/>
            <a:ahLst/>
            <a:cxnLst/>
            <a:rect l="l" t="t" r="r" b="b"/>
            <a:pathLst>
              <a:path w="1526" h="839">
                <a:moveTo>
                  <a:pt x="1175" y="0"/>
                </a:moveTo>
                <a:cubicBezTo>
                  <a:pt x="1144" y="0"/>
                  <a:pt x="1110" y="6"/>
                  <a:pt x="1073" y="20"/>
                </a:cubicBezTo>
                <a:cubicBezTo>
                  <a:pt x="807" y="109"/>
                  <a:pt x="541" y="197"/>
                  <a:pt x="319" y="286"/>
                </a:cubicBezTo>
                <a:cubicBezTo>
                  <a:pt x="1" y="366"/>
                  <a:pt x="75" y="838"/>
                  <a:pt x="350" y="838"/>
                </a:cubicBezTo>
                <a:cubicBezTo>
                  <a:pt x="382" y="838"/>
                  <a:pt x="416" y="832"/>
                  <a:pt x="452" y="819"/>
                </a:cubicBezTo>
                <a:cubicBezTo>
                  <a:pt x="719" y="730"/>
                  <a:pt x="985" y="641"/>
                  <a:pt x="1207" y="552"/>
                </a:cubicBezTo>
                <a:cubicBezTo>
                  <a:pt x="1525" y="473"/>
                  <a:pt x="1451" y="0"/>
                  <a:pt x="1175" y="0"/>
                </a:cubicBezTo>
                <a:close/>
              </a:path>
            </a:pathLst>
          </a:custGeom>
          <a:solidFill>
            <a:srgbClr val="7F6D5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4" name="Google Shape;814;p27">
            <a:extLst>
              <a:ext uri="{FF2B5EF4-FFF2-40B4-BE49-F238E27FC236}">
                <a16:creationId xmlns:a16="http://schemas.microsoft.com/office/drawing/2014/main" id="{666C03A9-19DE-4FE5-9BD1-2786419B377A}"/>
              </a:ext>
            </a:extLst>
          </p:cNvPr>
          <p:cNvSpPr>
            <a:spLocks noGrp="1"/>
          </p:cNvSpPr>
          <p:nvPr/>
        </p:nvSpPr>
        <p:spPr>
          <a:xfrm>
            <a:off x="6911906" y="3267954"/>
            <a:ext cx="38110" cy="14987"/>
          </a:xfrm>
          <a:custGeom>
            <a:avLst/>
            <a:gdLst/>
            <a:ahLst/>
            <a:cxnLst/>
            <a:rect l="l" t="t" r="r" b="b"/>
            <a:pathLst>
              <a:path w="2080" h="818">
                <a:moveTo>
                  <a:pt x="391" y="1"/>
                </a:moveTo>
                <a:cubicBezTo>
                  <a:pt x="92" y="1"/>
                  <a:pt x="0" y="501"/>
                  <a:pt x="330" y="543"/>
                </a:cubicBezTo>
                <a:cubicBezTo>
                  <a:pt x="729" y="631"/>
                  <a:pt x="1173" y="720"/>
                  <a:pt x="1572" y="809"/>
                </a:cubicBezTo>
                <a:cubicBezTo>
                  <a:pt x="1598" y="815"/>
                  <a:pt x="1622" y="818"/>
                  <a:pt x="1645" y="818"/>
                </a:cubicBezTo>
                <a:cubicBezTo>
                  <a:pt x="1950" y="818"/>
                  <a:pt x="2079" y="318"/>
                  <a:pt x="1750" y="276"/>
                </a:cubicBezTo>
                <a:cubicBezTo>
                  <a:pt x="1306" y="188"/>
                  <a:pt x="907" y="99"/>
                  <a:pt x="463" y="10"/>
                </a:cubicBezTo>
                <a:cubicBezTo>
                  <a:pt x="438" y="4"/>
                  <a:pt x="414" y="1"/>
                  <a:pt x="391" y="1"/>
                </a:cubicBezTo>
                <a:close/>
              </a:path>
            </a:pathLst>
          </a:custGeom>
          <a:solidFill>
            <a:srgbClr val="7F6D5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5" name="Google Shape;815;p27">
            <a:extLst>
              <a:ext uri="{FF2B5EF4-FFF2-40B4-BE49-F238E27FC236}">
                <a16:creationId xmlns:a16="http://schemas.microsoft.com/office/drawing/2014/main" id="{AFD601AB-20D4-4D73-B564-6BE5021EF8AA}"/>
              </a:ext>
            </a:extLst>
          </p:cNvPr>
          <p:cNvSpPr>
            <a:spLocks noGrp="1"/>
          </p:cNvSpPr>
          <p:nvPr/>
        </p:nvSpPr>
        <p:spPr>
          <a:xfrm>
            <a:off x="6898439" y="3494896"/>
            <a:ext cx="50405" cy="15555"/>
          </a:xfrm>
          <a:custGeom>
            <a:avLst/>
            <a:gdLst/>
            <a:ahLst/>
            <a:cxnLst/>
            <a:rect l="l" t="t" r="r" b="b"/>
            <a:pathLst>
              <a:path w="2751" h="849">
                <a:moveTo>
                  <a:pt x="317" y="0"/>
                </a:moveTo>
                <a:cubicBezTo>
                  <a:pt x="1" y="0"/>
                  <a:pt x="13" y="537"/>
                  <a:pt x="355" y="580"/>
                </a:cubicBezTo>
                <a:cubicBezTo>
                  <a:pt x="1065" y="668"/>
                  <a:pt x="1730" y="757"/>
                  <a:pt x="2396" y="846"/>
                </a:cubicBezTo>
                <a:cubicBezTo>
                  <a:pt x="2409" y="847"/>
                  <a:pt x="2422" y="848"/>
                  <a:pt x="2434" y="848"/>
                </a:cubicBezTo>
                <a:cubicBezTo>
                  <a:pt x="2750" y="848"/>
                  <a:pt x="2738" y="312"/>
                  <a:pt x="2396" y="269"/>
                </a:cubicBezTo>
                <a:cubicBezTo>
                  <a:pt x="1730" y="180"/>
                  <a:pt x="1065" y="91"/>
                  <a:pt x="355" y="3"/>
                </a:cubicBezTo>
                <a:cubicBezTo>
                  <a:pt x="342" y="1"/>
                  <a:pt x="329" y="0"/>
                  <a:pt x="317" y="0"/>
                </a:cubicBezTo>
                <a:close/>
              </a:path>
            </a:pathLst>
          </a:custGeom>
          <a:solidFill>
            <a:srgbClr val="7F6D5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6" name="Google Shape;816;p27">
            <a:extLst>
              <a:ext uri="{FF2B5EF4-FFF2-40B4-BE49-F238E27FC236}">
                <a16:creationId xmlns:a16="http://schemas.microsoft.com/office/drawing/2014/main" id="{F903168E-39F0-46FA-96F3-6096D78E7F1C}"/>
              </a:ext>
            </a:extLst>
          </p:cNvPr>
          <p:cNvSpPr>
            <a:spLocks noGrp="1"/>
          </p:cNvSpPr>
          <p:nvPr/>
        </p:nvSpPr>
        <p:spPr>
          <a:xfrm>
            <a:off x="6842830" y="3337048"/>
            <a:ext cx="28088" cy="15226"/>
          </a:xfrm>
          <a:custGeom>
            <a:avLst/>
            <a:gdLst/>
            <a:ahLst/>
            <a:cxnLst/>
            <a:rect l="l" t="t" r="r" b="b"/>
            <a:pathLst>
              <a:path w="1533" h="831">
                <a:moveTo>
                  <a:pt x="385" y="0"/>
                </a:moveTo>
                <a:cubicBezTo>
                  <a:pt x="89" y="0"/>
                  <a:pt x="1" y="464"/>
                  <a:pt x="329" y="587"/>
                </a:cubicBezTo>
                <a:cubicBezTo>
                  <a:pt x="551" y="632"/>
                  <a:pt x="817" y="720"/>
                  <a:pt x="1083" y="809"/>
                </a:cubicBezTo>
                <a:cubicBezTo>
                  <a:pt x="1117" y="824"/>
                  <a:pt x="1149" y="830"/>
                  <a:pt x="1180" y="830"/>
                </a:cubicBezTo>
                <a:cubicBezTo>
                  <a:pt x="1426" y="830"/>
                  <a:pt x="1532" y="395"/>
                  <a:pt x="1216" y="277"/>
                </a:cubicBezTo>
                <a:cubicBezTo>
                  <a:pt x="950" y="188"/>
                  <a:pt x="728" y="99"/>
                  <a:pt x="462" y="10"/>
                </a:cubicBezTo>
                <a:cubicBezTo>
                  <a:pt x="435" y="4"/>
                  <a:pt x="409" y="0"/>
                  <a:pt x="385" y="0"/>
                </a:cubicBezTo>
                <a:close/>
              </a:path>
            </a:pathLst>
          </a:custGeom>
          <a:solidFill>
            <a:srgbClr val="7F6D5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7" name="Google Shape;817;p27">
            <a:extLst>
              <a:ext uri="{FF2B5EF4-FFF2-40B4-BE49-F238E27FC236}">
                <a16:creationId xmlns:a16="http://schemas.microsoft.com/office/drawing/2014/main" id="{3CD9E714-61E4-4D9C-98C3-45BCE093103B}"/>
              </a:ext>
            </a:extLst>
          </p:cNvPr>
          <p:cNvSpPr>
            <a:spLocks noGrp="1"/>
          </p:cNvSpPr>
          <p:nvPr/>
        </p:nvSpPr>
        <p:spPr>
          <a:xfrm>
            <a:off x="7300215" y="3314090"/>
            <a:ext cx="23892" cy="19879"/>
          </a:xfrm>
          <a:custGeom>
            <a:avLst/>
            <a:gdLst/>
            <a:ahLst/>
            <a:cxnLst/>
            <a:rect l="l" t="t" r="r" b="b"/>
            <a:pathLst>
              <a:path w="1304" h="1085">
                <a:moveTo>
                  <a:pt x="437" y="0"/>
                </a:moveTo>
                <a:cubicBezTo>
                  <a:pt x="209" y="0"/>
                  <a:pt x="0" y="289"/>
                  <a:pt x="212" y="465"/>
                </a:cubicBezTo>
                <a:cubicBezTo>
                  <a:pt x="345" y="642"/>
                  <a:pt x="522" y="820"/>
                  <a:pt x="700" y="997"/>
                </a:cubicBezTo>
                <a:cubicBezTo>
                  <a:pt x="762" y="1059"/>
                  <a:pt x="831" y="1085"/>
                  <a:pt x="897" y="1085"/>
                </a:cubicBezTo>
                <a:cubicBezTo>
                  <a:pt x="1116" y="1085"/>
                  <a:pt x="1303" y="802"/>
                  <a:pt x="1099" y="598"/>
                </a:cubicBezTo>
                <a:cubicBezTo>
                  <a:pt x="921" y="420"/>
                  <a:pt x="788" y="243"/>
                  <a:pt x="611" y="65"/>
                </a:cubicBezTo>
                <a:cubicBezTo>
                  <a:pt x="556" y="20"/>
                  <a:pt x="496" y="0"/>
                  <a:pt x="437" y="0"/>
                </a:cubicBezTo>
                <a:close/>
              </a:path>
            </a:pathLst>
          </a:custGeom>
          <a:solidFill>
            <a:srgbClr val="7F6D5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8" name="Google Shape;818;p27">
            <a:extLst>
              <a:ext uri="{FF2B5EF4-FFF2-40B4-BE49-F238E27FC236}">
                <a16:creationId xmlns:a16="http://schemas.microsoft.com/office/drawing/2014/main" id="{FDEEEC95-6866-4F56-90B1-A5837C92E4D4}"/>
              </a:ext>
            </a:extLst>
          </p:cNvPr>
          <p:cNvSpPr>
            <a:spLocks noGrp="1"/>
          </p:cNvSpPr>
          <p:nvPr/>
        </p:nvSpPr>
        <p:spPr>
          <a:xfrm>
            <a:off x="7031790" y="3596128"/>
            <a:ext cx="24515" cy="14969"/>
          </a:xfrm>
          <a:custGeom>
            <a:avLst/>
            <a:gdLst/>
            <a:ahLst/>
            <a:cxnLst/>
            <a:rect l="l" t="t" r="r" b="b"/>
            <a:pathLst>
              <a:path w="1338" h="817">
                <a:moveTo>
                  <a:pt x="904" y="1"/>
                </a:moveTo>
                <a:cubicBezTo>
                  <a:pt x="870" y="1"/>
                  <a:pt x="834" y="8"/>
                  <a:pt x="797" y="24"/>
                </a:cubicBezTo>
                <a:cubicBezTo>
                  <a:pt x="620" y="112"/>
                  <a:pt x="442" y="201"/>
                  <a:pt x="265" y="290"/>
                </a:cubicBezTo>
                <a:cubicBezTo>
                  <a:pt x="1" y="441"/>
                  <a:pt x="153" y="816"/>
                  <a:pt x="423" y="816"/>
                </a:cubicBezTo>
                <a:cubicBezTo>
                  <a:pt x="471" y="816"/>
                  <a:pt x="522" y="805"/>
                  <a:pt x="575" y="778"/>
                </a:cubicBezTo>
                <a:cubicBezTo>
                  <a:pt x="708" y="689"/>
                  <a:pt x="886" y="601"/>
                  <a:pt x="1063" y="512"/>
                </a:cubicBezTo>
                <a:cubicBezTo>
                  <a:pt x="1337" y="394"/>
                  <a:pt x="1162" y="1"/>
                  <a:pt x="904" y="1"/>
                </a:cubicBezTo>
                <a:close/>
              </a:path>
            </a:pathLst>
          </a:custGeom>
          <a:solidFill>
            <a:srgbClr val="7F6D5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9" name="Google Shape;819;p27">
            <a:extLst>
              <a:ext uri="{FF2B5EF4-FFF2-40B4-BE49-F238E27FC236}">
                <a16:creationId xmlns:a16="http://schemas.microsoft.com/office/drawing/2014/main" id="{C622BCCB-3C35-46A6-A26F-FC3E6D468C81}"/>
              </a:ext>
            </a:extLst>
          </p:cNvPr>
          <p:cNvSpPr>
            <a:spLocks noGrp="1"/>
          </p:cNvSpPr>
          <p:nvPr/>
        </p:nvSpPr>
        <p:spPr>
          <a:xfrm>
            <a:off x="7364197" y="3420544"/>
            <a:ext cx="25101" cy="14951"/>
          </a:xfrm>
          <a:custGeom>
            <a:avLst/>
            <a:gdLst/>
            <a:ahLst/>
            <a:cxnLst/>
            <a:rect l="l" t="t" r="r" b="b"/>
            <a:pathLst>
              <a:path w="1370" h="816">
                <a:moveTo>
                  <a:pt x="471" y="0"/>
                </a:moveTo>
                <a:cubicBezTo>
                  <a:pt x="205" y="0"/>
                  <a:pt x="0" y="394"/>
                  <a:pt x="313" y="511"/>
                </a:cubicBezTo>
                <a:cubicBezTo>
                  <a:pt x="447" y="600"/>
                  <a:pt x="624" y="689"/>
                  <a:pt x="801" y="778"/>
                </a:cubicBezTo>
                <a:cubicBezTo>
                  <a:pt x="848" y="804"/>
                  <a:pt x="894" y="816"/>
                  <a:pt x="939" y="816"/>
                </a:cubicBezTo>
                <a:cubicBezTo>
                  <a:pt x="1190" y="816"/>
                  <a:pt x="1369" y="440"/>
                  <a:pt x="1068" y="289"/>
                </a:cubicBezTo>
                <a:cubicBezTo>
                  <a:pt x="935" y="201"/>
                  <a:pt x="757" y="112"/>
                  <a:pt x="580" y="23"/>
                </a:cubicBezTo>
                <a:cubicBezTo>
                  <a:pt x="543" y="8"/>
                  <a:pt x="506" y="0"/>
                  <a:pt x="471" y="0"/>
                </a:cubicBezTo>
                <a:close/>
              </a:path>
            </a:pathLst>
          </a:custGeom>
          <a:solidFill>
            <a:srgbClr val="7F6D5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0" name="Google Shape;820;p27">
            <a:extLst>
              <a:ext uri="{FF2B5EF4-FFF2-40B4-BE49-F238E27FC236}">
                <a16:creationId xmlns:a16="http://schemas.microsoft.com/office/drawing/2014/main" id="{491B109D-EBE2-44D6-8DD8-EC01D8838455}"/>
              </a:ext>
            </a:extLst>
          </p:cNvPr>
          <p:cNvSpPr>
            <a:spLocks noGrp="1"/>
          </p:cNvSpPr>
          <p:nvPr/>
        </p:nvSpPr>
        <p:spPr>
          <a:xfrm>
            <a:off x="7259374" y="3586802"/>
            <a:ext cx="26842" cy="10590"/>
          </a:xfrm>
          <a:custGeom>
            <a:avLst/>
            <a:gdLst/>
            <a:ahLst/>
            <a:cxnLst/>
            <a:rect l="l" t="t" r="r" b="b"/>
            <a:pathLst>
              <a:path w="1465" h="578">
                <a:moveTo>
                  <a:pt x="355" y="0"/>
                </a:moveTo>
                <a:cubicBezTo>
                  <a:pt x="0" y="0"/>
                  <a:pt x="0" y="577"/>
                  <a:pt x="355" y="577"/>
                </a:cubicBezTo>
                <a:lnTo>
                  <a:pt x="1110" y="577"/>
                </a:lnTo>
                <a:cubicBezTo>
                  <a:pt x="1465" y="577"/>
                  <a:pt x="1465" y="0"/>
                  <a:pt x="1110" y="0"/>
                </a:cubicBezTo>
                <a:close/>
              </a:path>
            </a:pathLst>
          </a:custGeom>
          <a:solidFill>
            <a:srgbClr val="7F6D5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1" name="Google Shape;821;p27">
            <a:extLst>
              <a:ext uri="{FF2B5EF4-FFF2-40B4-BE49-F238E27FC236}">
                <a16:creationId xmlns:a16="http://schemas.microsoft.com/office/drawing/2014/main" id="{AB2B8657-BE00-4551-8C69-B0435F28AEBF}"/>
              </a:ext>
            </a:extLst>
          </p:cNvPr>
          <p:cNvSpPr>
            <a:spLocks noGrp="1"/>
          </p:cNvSpPr>
          <p:nvPr/>
        </p:nvSpPr>
        <p:spPr>
          <a:xfrm>
            <a:off x="7355970" y="3517341"/>
            <a:ext cx="27941" cy="15372"/>
          </a:xfrm>
          <a:custGeom>
            <a:avLst/>
            <a:gdLst/>
            <a:ahLst/>
            <a:cxnLst/>
            <a:rect l="l" t="t" r="r" b="b"/>
            <a:pathLst>
              <a:path w="1525" h="839">
                <a:moveTo>
                  <a:pt x="1175" y="0"/>
                </a:moveTo>
                <a:cubicBezTo>
                  <a:pt x="1144" y="0"/>
                  <a:pt x="1109" y="6"/>
                  <a:pt x="1073" y="20"/>
                </a:cubicBezTo>
                <a:cubicBezTo>
                  <a:pt x="807" y="109"/>
                  <a:pt x="541" y="198"/>
                  <a:pt x="319" y="286"/>
                </a:cubicBezTo>
                <a:cubicBezTo>
                  <a:pt x="0" y="366"/>
                  <a:pt x="75" y="839"/>
                  <a:pt x="350" y="839"/>
                </a:cubicBezTo>
                <a:cubicBezTo>
                  <a:pt x="381" y="839"/>
                  <a:pt x="415" y="832"/>
                  <a:pt x="452" y="819"/>
                </a:cubicBezTo>
                <a:cubicBezTo>
                  <a:pt x="718" y="730"/>
                  <a:pt x="984" y="641"/>
                  <a:pt x="1206" y="552"/>
                </a:cubicBezTo>
                <a:cubicBezTo>
                  <a:pt x="1525" y="473"/>
                  <a:pt x="1450" y="0"/>
                  <a:pt x="1175" y="0"/>
                </a:cubicBezTo>
                <a:close/>
              </a:path>
            </a:pathLst>
          </a:custGeom>
          <a:solidFill>
            <a:srgbClr val="7F6D5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2" name="Google Shape;822;p27">
            <a:extLst>
              <a:ext uri="{FF2B5EF4-FFF2-40B4-BE49-F238E27FC236}">
                <a16:creationId xmlns:a16="http://schemas.microsoft.com/office/drawing/2014/main" id="{40D0FA26-923E-43BA-B689-D066ED0EECF7}"/>
              </a:ext>
            </a:extLst>
          </p:cNvPr>
          <p:cNvSpPr>
            <a:spLocks noGrp="1"/>
          </p:cNvSpPr>
          <p:nvPr/>
        </p:nvSpPr>
        <p:spPr>
          <a:xfrm>
            <a:off x="7271723" y="3425143"/>
            <a:ext cx="25193" cy="14951"/>
          </a:xfrm>
          <a:custGeom>
            <a:avLst/>
            <a:gdLst/>
            <a:ahLst/>
            <a:cxnLst/>
            <a:rect l="l" t="t" r="r" b="b"/>
            <a:pathLst>
              <a:path w="1375" h="816">
                <a:moveTo>
                  <a:pt x="431" y="0"/>
                </a:moveTo>
                <a:cubicBezTo>
                  <a:pt x="180" y="0"/>
                  <a:pt x="1" y="376"/>
                  <a:pt x="302" y="527"/>
                </a:cubicBezTo>
                <a:cubicBezTo>
                  <a:pt x="480" y="615"/>
                  <a:pt x="613" y="704"/>
                  <a:pt x="791" y="793"/>
                </a:cubicBezTo>
                <a:cubicBezTo>
                  <a:pt x="832" y="808"/>
                  <a:pt x="873" y="816"/>
                  <a:pt x="912" y="816"/>
                </a:cubicBezTo>
                <a:cubicBezTo>
                  <a:pt x="1200" y="816"/>
                  <a:pt x="1375" y="422"/>
                  <a:pt x="1101" y="305"/>
                </a:cubicBezTo>
                <a:cubicBezTo>
                  <a:pt x="924" y="216"/>
                  <a:pt x="746" y="127"/>
                  <a:pt x="569" y="38"/>
                </a:cubicBezTo>
                <a:cubicBezTo>
                  <a:pt x="522" y="12"/>
                  <a:pt x="476" y="0"/>
                  <a:pt x="431" y="0"/>
                </a:cubicBezTo>
                <a:close/>
              </a:path>
            </a:pathLst>
          </a:custGeom>
          <a:solidFill>
            <a:srgbClr val="7F6D5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3" name="Google Shape;823;p27">
            <a:extLst>
              <a:ext uri="{FF2B5EF4-FFF2-40B4-BE49-F238E27FC236}">
                <a16:creationId xmlns:a16="http://schemas.microsoft.com/office/drawing/2014/main" id="{4CD61995-9572-4213-92A3-0C3FFD88E574}"/>
              </a:ext>
            </a:extLst>
          </p:cNvPr>
          <p:cNvSpPr>
            <a:spLocks noGrp="1"/>
          </p:cNvSpPr>
          <p:nvPr/>
        </p:nvSpPr>
        <p:spPr>
          <a:xfrm>
            <a:off x="7135990" y="3305973"/>
            <a:ext cx="23910" cy="19879"/>
          </a:xfrm>
          <a:custGeom>
            <a:avLst/>
            <a:gdLst/>
            <a:ahLst/>
            <a:cxnLst/>
            <a:rect l="l" t="t" r="r" b="b"/>
            <a:pathLst>
              <a:path w="1305" h="1085">
                <a:moveTo>
                  <a:pt x="439" y="0"/>
                </a:moveTo>
                <a:cubicBezTo>
                  <a:pt x="210" y="0"/>
                  <a:pt x="0" y="296"/>
                  <a:pt x="212" y="508"/>
                </a:cubicBezTo>
                <a:cubicBezTo>
                  <a:pt x="390" y="642"/>
                  <a:pt x="523" y="819"/>
                  <a:pt x="700" y="996"/>
                </a:cubicBezTo>
                <a:cubicBezTo>
                  <a:pt x="762" y="1058"/>
                  <a:pt x="831" y="1084"/>
                  <a:pt x="898" y="1084"/>
                </a:cubicBezTo>
                <a:cubicBezTo>
                  <a:pt x="1116" y="1084"/>
                  <a:pt x="1304" y="802"/>
                  <a:pt x="1100" y="597"/>
                </a:cubicBezTo>
                <a:cubicBezTo>
                  <a:pt x="922" y="420"/>
                  <a:pt x="789" y="242"/>
                  <a:pt x="612" y="65"/>
                </a:cubicBezTo>
                <a:cubicBezTo>
                  <a:pt x="557" y="20"/>
                  <a:pt x="498" y="0"/>
                  <a:pt x="439" y="0"/>
                </a:cubicBezTo>
                <a:close/>
              </a:path>
            </a:pathLst>
          </a:custGeom>
          <a:solidFill>
            <a:srgbClr val="7F6D5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4" name="Google Shape;824;p27">
            <a:extLst>
              <a:ext uri="{FF2B5EF4-FFF2-40B4-BE49-F238E27FC236}">
                <a16:creationId xmlns:a16="http://schemas.microsoft.com/office/drawing/2014/main" id="{3705D1AF-16AD-414A-9AE1-B890F4C3EBAB}"/>
              </a:ext>
            </a:extLst>
          </p:cNvPr>
          <p:cNvSpPr>
            <a:spLocks noGrp="1"/>
          </p:cNvSpPr>
          <p:nvPr/>
        </p:nvSpPr>
        <p:spPr>
          <a:xfrm>
            <a:off x="7199990" y="3412408"/>
            <a:ext cx="25211" cy="14969"/>
          </a:xfrm>
          <a:custGeom>
            <a:avLst/>
            <a:gdLst/>
            <a:ahLst/>
            <a:cxnLst/>
            <a:rect l="l" t="t" r="r" b="b"/>
            <a:pathLst>
              <a:path w="1376" h="817">
                <a:moveTo>
                  <a:pt x="470" y="1"/>
                </a:moveTo>
                <a:cubicBezTo>
                  <a:pt x="205" y="1"/>
                  <a:pt x="0" y="394"/>
                  <a:pt x="313" y="512"/>
                </a:cubicBezTo>
                <a:cubicBezTo>
                  <a:pt x="491" y="600"/>
                  <a:pt x="624" y="689"/>
                  <a:pt x="801" y="778"/>
                </a:cubicBezTo>
                <a:cubicBezTo>
                  <a:pt x="848" y="804"/>
                  <a:pt x="894" y="816"/>
                  <a:pt x="939" y="816"/>
                </a:cubicBezTo>
                <a:cubicBezTo>
                  <a:pt x="1191" y="816"/>
                  <a:pt x="1376" y="441"/>
                  <a:pt x="1112" y="290"/>
                </a:cubicBezTo>
                <a:cubicBezTo>
                  <a:pt x="934" y="201"/>
                  <a:pt x="757" y="112"/>
                  <a:pt x="579" y="24"/>
                </a:cubicBezTo>
                <a:cubicBezTo>
                  <a:pt x="543" y="8"/>
                  <a:pt x="506" y="1"/>
                  <a:pt x="470" y="1"/>
                </a:cubicBezTo>
                <a:close/>
              </a:path>
            </a:pathLst>
          </a:custGeom>
          <a:solidFill>
            <a:srgbClr val="7F6D5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5" name="Google Shape;825;p27">
            <a:extLst>
              <a:ext uri="{FF2B5EF4-FFF2-40B4-BE49-F238E27FC236}">
                <a16:creationId xmlns:a16="http://schemas.microsoft.com/office/drawing/2014/main" id="{9774B3E3-488A-49E1-89A7-3AF8E64D19A6}"/>
              </a:ext>
            </a:extLst>
          </p:cNvPr>
          <p:cNvSpPr>
            <a:spLocks noGrp="1"/>
          </p:cNvSpPr>
          <p:nvPr/>
        </p:nvSpPr>
        <p:spPr>
          <a:xfrm>
            <a:off x="7095167" y="3578667"/>
            <a:ext cx="26842" cy="10590"/>
          </a:xfrm>
          <a:custGeom>
            <a:avLst/>
            <a:gdLst/>
            <a:ahLst/>
            <a:cxnLst/>
            <a:rect l="l" t="t" r="r" b="b"/>
            <a:pathLst>
              <a:path w="1465" h="578">
                <a:moveTo>
                  <a:pt x="355" y="1"/>
                </a:moveTo>
                <a:cubicBezTo>
                  <a:pt x="0" y="1"/>
                  <a:pt x="0" y="577"/>
                  <a:pt x="355" y="577"/>
                </a:cubicBezTo>
                <a:lnTo>
                  <a:pt x="1109" y="577"/>
                </a:lnTo>
                <a:cubicBezTo>
                  <a:pt x="1464" y="577"/>
                  <a:pt x="1464" y="1"/>
                  <a:pt x="1109" y="1"/>
                </a:cubicBezTo>
                <a:close/>
              </a:path>
            </a:pathLst>
          </a:custGeom>
          <a:solidFill>
            <a:srgbClr val="7F6D5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6" name="Google Shape;826;p27">
            <a:extLst>
              <a:ext uri="{FF2B5EF4-FFF2-40B4-BE49-F238E27FC236}">
                <a16:creationId xmlns:a16="http://schemas.microsoft.com/office/drawing/2014/main" id="{16E9B24C-9018-4DCA-AE9E-DAD71287E423}"/>
              </a:ext>
            </a:extLst>
          </p:cNvPr>
          <p:cNvSpPr>
            <a:spLocks noGrp="1"/>
          </p:cNvSpPr>
          <p:nvPr/>
        </p:nvSpPr>
        <p:spPr>
          <a:xfrm>
            <a:off x="6908186" y="3745328"/>
            <a:ext cx="26842" cy="10572"/>
          </a:xfrm>
          <a:custGeom>
            <a:avLst/>
            <a:gdLst/>
            <a:ahLst/>
            <a:cxnLst/>
            <a:rect l="l" t="t" r="r" b="b"/>
            <a:pathLst>
              <a:path w="1465" h="577">
                <a:moveTo>
                  <a:pt x="355" y="0"/>
                </a:moveTo>
                <a:cubicBezTo>
                  <a:pt x="1" y="0"/>
                  <a:pt x="1" y="577"/>
                  <a:pt x="355" y="577"/>
                </a:cubicBezTo>
                <a:lnTo>
                  <a:pt x="1110" y="577"/>
                </a:lnTo>
                <a:cubicBezTo>
                  <a:pt x="1465" y="577"/>
                  <a:pt x="1465" y="0"/>
                  <a:pt x="1110" y="0"/>
                </a:cubicBezTo>
                <a:close/>
              </a:path>
            </a:pathLst>
          </a:custGeom>
          <a:solidFill>
            <a:srgbClr val="7F6D5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7" name="Google Shape;827;p27">
            <a:extLst>
              <a:ext uri="{FF2B5EF4-FFF2-40B4-BE49-F238E27FC236}">
                <a16:creationId xmlns:a16="http://schemas.microsoft.com/office/drawing/2014/main" id="{4FA00C6F-C266-4643-A836-C28C1A1586DE}"/>
              </a:ext>
            </a:extLst>
          </p:cNvPr>
          <p:cNvSpPr>
            <a:spLocks noGrp="1"/>
          </p:cNvSpPr>
          <p:nvPr/>
        </p:nvSpPr>
        <p:spPr>
          <a:xfrm>
            <a:off x="7191745" y="3509206"/>
            <a:ext cx="27960" cy="15372"/>
          </a:xfrm>
          <a:custGeom>
            <a:avLst/>
            <a:gdLst/>
            <a:ahLst/>
            <a:cxnLst/>
            <a:rect l="l" t="t" r="r" b="b"/>
            <a:pathLst>
              <a:path w="1526" h="839">
                <a:moveTo>
                  <a:pt x="1176" y="1"/>
                </a:moveTo>
                <a:cubicBezTo>
                  <a:pt x="1144" y="1"/>
                  <a:pt x="1110" y="7"/>
                  <a:pt x="1074" y="20"/>
                </a:cubicBezTo>
                <a:cubicBezTo>
                  <a:pt x="807" y="109"/>
                  <a:pt x="586" y="198"/>
                  <a:pt x="319" y="287"/>
                </a:cubicBezTo>
                <a:cubicBezTo>
                  <a:pt x="1" y="366"/>
                  <a:pt x="75" y="839"/>
                  <a:pt x="351" y="839"/>
                </a:cubicBezTo>
                <a:cubicBezTo>
                  <a:pt x="382" y="839"/>
                  <a:pt x="416" y="833"/>
                  <a:pt x="453" y="819"/>
                </a:cubicBezTo>
                <a:cubicBezTo>
                  <a:pt x="719" y="730"/>
                  <a:pt x="985" y="642"/>
                  <a:pt x="1207" y="553"/>
                </a:cubicBezTo>
                <a:cubicBezTo>
                  <a:pt x="1525" y="473"/>
                  <a:pt x="1451" y="1"/>
                  <a:pt x="1176" y="1"/>
                </a:cubicBezTo>
                <a:close/>
              </a:path>
            </a:pathLst>
          </a:custGeom>
          <a:solidFill>
            <a:srgbClr val="7F6D5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8" name="Google Shape;828;p27">
            <a:extLst>
              <a:ext uri="{FF2B5EF4-FFF2-40B4-BE49-F238E27FC236}">
                <a16:creationId xmlns:a16="http://schemas.microsoft.com/office/drawing/2014/main" id="{3A66F19D-AF38-473F-929C-D832233D67A6}"/>
              </a:ext>
            </a:extLst>
          </p:cNvPr>
          <p:cNvSpPr>
            <a:spLocks noGrp="1"/>
          </p:cNvSpPr>
          <p:nvPr/>
        </p:nvSpPr>
        <p:spPr>
          <a:xfrm>
            <a:off x="7052238" y="3334098"/>
            <a:ext cx="25010" cy="14419"/>
          </a:xfrm>
          <a:custGeom>
            <a:avLst/>
            <a:gdLst/>
            <a:ahLst/>
            <a:cxnLst/>
            <a:rect l="l" t="t" r="r" b="b"/>
            <a:pathLst>
              <a:path w="1365" h="787">
                <a:moveTo>
                  <a:pt x="431" y="0"/>
                </a:moveTo>
                <a:cubicBezTo>
                  <a:pt x="180" y="0"/>
                  <a:pt x="0" y="375"/>
                  <a:pt x="302" y="526"/>
                </a:cubicBezTo>
                <a:cubicBezTo>
                  <a:pt x="480" y="615"/>
                  <a:pt x="613" y="659"/>
                  <a:pt x="790" y="748"/>
                </a:cubicBezTo>
                <a:cubicBezTo>
                  <a:pt x="837" y="775"/>
                  <a:pt x="883" y="786"/>
                  <a:pt x="928" y="786"/>
                </a:cubicBezTo>
                <a:cubicBezTo>
                  <a:pt x="1180" y="786"/>
                  <a:pt x="1365" y="411"/>
                  <a:pt x="1101" y="260"/>
                </a:cubicBezTo>
                <a:cubicBezTo>
                  <a:pt x="923" y="171"/>
                  <a:pt x="746" y="127"/>
                  <a:pt x="568" y="38"/>
                </a:cubicBezTo>
                <a:cubicBezTo>
                  <a:pt x="522" y="12"/>
                  <a:pt x="475" y="0"/>
                  <a:pt x="431" y="0"/>
                </a:cubicBezTo>
                <a:close/>
              </a:path>
            </a:pathLst>
          </a:custGeom>
          <a:solidFill>
            <a:srgbClr val="7F6D5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9" name="Google Shape;829;p27">
            <a:extLst>
              <a:ext uri="{FF2B5EF4-FFF2-40B4-BE49-F238E27FC236}">
                <a16:creationId xmlns:a16="http://schemas.microsoft.com/office/drawing/2014/main" id="{1A376DC3-CC4F-4B81-82C8-3B146C951664}"/>
              </a:ext>
            </a:extLst>
          </p:cNvPr>
          <p:cNvSpPr>
            <a:spLocks noGrp="1"/>
          </p:cNvSpPr>
          <p:nvPr/>
        </p:nvSpPr>
        <p:spPr>
          <a:xfrm>
            <a:off x="6514381" y="3639278"/>
            <a:ext cx="47656" cy="14236"/>
          </a:xfrm>
          <a:custGeom>
            <a:avLst/>
            <a:gdLst/>
            <a:ahLst/>
            <a:cxnLst/>
            <a:rect l="l" t="t" r="r" b="b"/>
            <a:pathLst>
              <a:path w="2601" h="777">
                <a:moveTo>
                  <a:pt x="2208" y="0"/>
                </a:moveTo>
                <a:cubicBezTo>
                  <a:pt x="2176" y="0"/>
                  <a:pt x="2141" y="7"/>
                  <a:pt x="2105" y="20"/>
                </a:cubicBezTo>
                <a:cubicBezTo>
                  <a:pt x="1772" y="159"/>
                  <a:pt x="1439" y="228"/>
                  <a:pt x="1096" y="228"/>
                </a:cubicBezTo>
                <a:cubicBezTo>
                  <a:pt x="890" y="228"/>
                  <a:pt x="680" y="203"/>
                  <a:pt x="463" y="153"/>
                </a:cubicBezTo>
                <a:cubicBezTo>
                  <a:pt x="438" y="147"/>
                  <a:pt x="414" y="144"/>
                  <a:pt x="391" y="144"/>
                </a:cubicBezTo>
                <a:cubicBezTo>
                  <a:pt x="92" y="144"/>
                  <a:pt x="0" y="645"/>
                  <a:pt x="330" y="686"/>
                </a:cubicBezTo>
                <a:cubicBezTo>
                  <a:pt x="621" y="744"/>
                  <a:pt x="911" y="777"/>
                  <a:pt x="1198" y="777"/>
                </a:cubicBezTo>
                <a:cubicBezTo>
                  <a:pt x="1568" y="777"/>
                  <a:pt x="1932" y="722"/>
                  <a:pt x="2282" y="597"/>
                </a:cubicBezTo>
                <a:cubicBezTo>
                  <a:pt x="2601" y="478"/>
                  <a:pt x="2490" y="0"/>
                  <a:pt x="2208" y="0"/>
                </a:cubicBezTo>
                <a:close/>
              </a:path>
            </a:pathLst>
          </a:custGeom>
          <a:solidFill>
            <a:srgbClr val="7F6D5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0" name="Google Shape;830;p27">
            <a:extLst>
              <a:ext uri="{FF2B5EF4-FFF2-40B4-BE49-F238E27FC236}">
                <a16:creationId xmlns:a16="http://schemas.microsoft.com/office/drawing/2014/main" id="{7B84025C-1878-47E6-9D36-8FB167F205E5}"/>
              </a:ext>
            </a:extLst>
          </p:cNvPr>
          <p:cNvSpPr>
            <a:spLocks noGrp="1"/>
          </p:cNvSpPr>
          <p:nvPr/>
        </p:nvSpPr>
        <p:spPr>
          <a:xfrm>
            <a:off x="6777565" y="3656538"/>
            <a:ext cx="38275" cy="14877"/>
          </a:xfrm>
          <a:custGeom>
            <a:avLst/>
            <a:gdLst/>
            <a:ahLst/>
            <a:cxnLst/>
            <a:rect l="l" t="t" r="r" b="b"/>
            <a:pathLst>
              <a:path w="2089" h="812">
                <a:moveTo>
                  <a:pt x="1662" y="0"/>
                </a:moveTo>
                <a:cubicBezTo>
                  <a:pt x="1637" y="0"/>
                  <a:pt x="1611" y="3"/>
                  <a:pt x="1584" y="10"/>
                </a:cubicBezTo>
                <a:cubicBezTo>
                  <a:pt x="1184" y="99"/>
                  <a:pt x="741" y="143"/>
                  <a:pt x="341" y="232"/>
                </a:cubicBezTo>
                <a:cubicBezTo>
                  <a:pt x="0" y="317"/>
                  <a:pt x="110" y="811"/>
                  <a:pt x="433" y="811"/>
                </a:cubicBezTo>
                <a:cubicBezTo>
                  <a:pt x="446" y="811"/>
                  <a:pt x="460" y="810"/>
                  <a:pt x="474" y="809"/>
                </a:cubicBezTo>
                <a:cubicBezTo>
                  <a:pt x="918" y="720"/>
                  <a:pt x="1317" y="631"/>
                  <a:pt x="1761" y="542"/>
                </a:cubicBezTo>
                <a:cubicBezTo>
                  <a:pt x="2089" y="460"/>
                  <a:pt x="1963" y="0"/>
                  <a:pt x="1662" y="0"/>
                </a:cubicBezTo>
                <a:close/>
              </a:path>
            </a:pathLst>
          </a:custGeom>
          <a:solidFill>
            <a:srgbClr val="7F6D5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1" name="Google Shape;831;p27">
            <a:extLst>
              <a:ext uri="{FF2B5EF4-FFF2-40B4-BE49-F238E27FC236}">
                <a16:creationId xmlns:a16="http://schemas.microsoft.com/office/drawing/2014/main" id="{33CCB6EE-8801-4DE2-8149-5E116517E2B5}"/>
              </a:ext>
            </a:extLst>
          </p:cNvPr>
          <p:cNvSpPr>
            <a:spLocks noGrp="1"/>
          </p:cNvSpPr>
          <p:nvPr/>
        </p:nvSpPr>
        <p:spPr>
          <a:xfrm>
            <a:off x="6158668" y="3652598"/>
            <a:ext cx="55278" cy="14749"/>
          </a:xfrm>
          <a:custGeom>
            <a:avLst/>
            <a:gdLst/>
            <a:ahLst/>
            <a:cxnLst/>
            <a:rect l="l" t="t" r="r" b="b"/>
            <a:pathLst>
              <a:path w="3017" h="805">
                <a:moveTo>
                  <a:pt x="317" y="1"/>
                </a:moveTo>
                <a:cubicBezTo>
                  <a:pt x="1" y="1"/>
                  <a:pt x="14" y="537"/>
                  <a:pt x="355" y="580"/>
                </a:cubicBezTo>
                <a:cubicBezTo>
                  <a:pt x="1154" y="669"/>
                  <a:pt x="1908" y="757"/>
                  <a:pt x="2663" y="802"/>
                </a:cubicBezTo>
                <a:cubicBezTo>
                  <a:pt x="2676" y="803"/>
                  <a:pt x="2688" y="804"/>
                  <a:pt x="2701" y="804"/>
                </a:cubicBezTo>
                <a:cubicBezTo>
                  <a:pt x="3017" y="804"/>
                  <a:pt x="3004" y="269"/>
                  <a:pt x="2663" y="269"/>
                </a:cubicBezTo>
                <a:cubicBezTo>
                  <a:pt x="1908" y="181"/>
                  <a:pt x="1154" y="92"/>
                  <a:pt x="355" y="3"/>
                </a:cubicBezTo>
                <a:cubicBezTo>
                  <a:pt x="342" y="2"/>
                  <a:pt x="330" y="1"/>
                  <a:pt x="317" y="1"/>
                </a:cubicBezTo>
                <a:close/>
              </a:path>
            </a:pathLst>
          </a:custGeom>
          <a:solidFill>
            <a:srgbClr val="7F6D5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2" name="Google Shape;832;p27">
            <a:extLst>
              <a:ext uri="{FF2B5EF4-FFF2-40B4-BE49-F238E27FC236}">
                <a16:creationId xmlns:a16="http://schemas.microsoft.com/office/drawing/2014/main" id="{CD2B7740-993F-44E6-9056-3CD332F89B7F}"/>
              </a:ext>
            </a:extLst>
          </p:cNvPr>
          <p:cNvSpPr>
            <a:spLocks noGrp="1"/>
          </p:cNvSpPr>
          <p:nvPr/>
        </p:nvSpPr>
        <p:spPr>
          <a:xfrm>
            <a:off x="6194928" y="3476061"/>
            <a:ext cx="33988" cy="15006"/>
          </a:xfrm>
          <a:custGeom>
            <a:avLst/>
            <a:gdLst/>
            <a:ahLst/>
            <a:cxnLst/>
            <a:rect l="l" t="t" r="r" b="b"/>
            <a:pathLst>
              <a:path w="1855" h="819">
                <a:moveTo>
                  <a:pt x="428" y="0"/>
                </a:moveTo>
                <a:cubicBezTo>
                  <a:pt x="127" y="0"/>
                  <a:pt x="1" y="461"/>
                  <a:pt x="329" y="543"/>
                </a:cubicBezTo>
                <a:cubicBezTo>
                  <a:pt x="684" y="631"/>
                  <a:pt x="1038" y="720"/>
                  <a:pt x="1349" y="809"/>
                </a:cubicBezTo>
                <a:cubicBezTo>
                  <a:pt x="1376" y="816"/>
                  <a:pt x="1402" y="819"/>
                  <a:pt x="1427" y="819"/>
                </a:cubicBezTo>
                <a:cubicBezTo>
                  <a:pt x="1728" y="819"/>
                  <a:pt x="1854" y="358"/>
                  <a:pt x="1527" y="276"/>
                </a:cubicBezTo>
                <a:cubicBezTo>
                  <a:pt x="1172" y="188"/>
                  <a:pt x="817" y="99"/>
                  <a:pt x="506" y="10"/>
                </a:cubicBezTo>
                <a:cubicBezTo>
                  <a:pt x="479" y="4"/>
                  <a:pt x="453" y="0"/>
                  <a:pt x="428" y="0"/>
                </a:cubicBezTo>
                <a:close/>
              </a:path>
            </a:pathLst>
          </a:custGeom>
          <a:solidFill>
            <a:srgbClr val="7F6D5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3" name="Google Shape;833;p27">
            <a:extLst>
              <a:ext uri="{FF2B5EF4-FFF2-40B4-BE49-F238E27FC236}">
                <a16:creationId xmlns:a16="http://schemas.microsoft.com/office/drawing/2014/main" id="{614ACEFD-57A0-4A78-AAAE-3B75718E63BA}"/>
              </a:ext>
            </a:extLst>
          </p:cNvPr>
          <p:cNvSpPr>
            <a:spLocks noGrp="1"/>
          </p:cNvSpPr>
          <p:nvPr/>
        </p:nvSpPr>
        <p:spPr>
          <a:xfrm>
            <a:off x="6653357" y="3776037"/>
            <a:ext cx="28363" cy="15812"/>
          </a:xfrm>
          <a:custGeom>
            <a:avLst/>
            <a:gdLst/>
            <a:ahLst/>
            <a:cxnLst/>
            <a:rect l="l" t="t" r="r" b="b"/>
            <a:pathLst>
              <a:path w="1548" h="863">
                <a:moveTo>
                  <a:pt x="1120" y="0"/>
                </a:moveTo>
                <a:cubicBezTo>
                  <a:pt x="1095" y="0"/>
                  <a:pt x="1069" y="3"/>
                  <a:pt x="1042" y="10"/>
                </a:cubicBezTo>
                <a:cubicBezTo>
                  <a:pt x="820" y="99"/>
                  <a:pt x="554" y="188"/>
                  <a:pt x="288" y="276"/>
                </a:cubicBezTo>
                <a:cubicBezTo>
                  <a:pt x="1" y="399"/>
                  <a:pt x="92" y="863"/>
                  <a:pt x="388" y="863"/>
                </a:cubicBezTo>
                <a:cubicBezTo>
                  <a:pt x="412" y="863"/>
                  <a:pt x="438" y="860"/>
                  <a:pt x="465" y="853"/>
                </a:cubicBezTo>
                <a:cubicBezTo>
                  <a:pt x="687" y="764"/>
                  <a:pt x="953" y="676"/>
                  <a:pt x="1219" y="587"/>
                </a:cubicBezTo>
                <a:cubicBezTo>
                  <a:pt x="1547" y="464"/>
                  <a:pt x="1421" y="0"/>
                  <a:pt x="1120" y="0"/>
                </a:cubicBezTo>
                <a:close/>
              </a:path>
            </a:pathLst>
          </a:custGeom>
          <a:solidFill>
            <a:srgbClr val="7F6D5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4" name="Google Shape;834;p27">
            <a:extLst>
              <a:ext uri="{FF2B5EF4-FFF2-40B4-BE49-F238E27FC236}">
                <a16:creationId xmlns:a16="http://schemas.microsoft.com/office/drawing/2014/main" id="{18EBF904-C050-43FB-B3EA-9A1F1694DC96}"/>
              </a:ext>
            </a:extLst>
          </p:cNvPr>
          <p:cNvSpPr>
            <a:spLocks noGrp="1"/>
          </p:cNvSpPr>
          <p:nvPr/>
        </p:nvSpPr>
        <p:spPr>
          <a:xfrm>
            <a:off x="6708471" y="3563642"/>
            <a:ext cx="47363" cy="19495"/>
          </a:xfrm>
          <a:custGeom>
            <a:avLst/>
            <a:gdLst/>
            <a:ahLst/>
            <a:cxnLst/>
            <a:rect l="l" t="t" r="r" b="b"/>
            <a:pathLst>
              <a:path w="2585" h="1064">
                <a:moveTo>
                  <a:pt x="706" y="0"/>
                </a:moveTo>
                <a:cubicBezTo>
                  <a:pt x="587" y="0"/>
                  <a:pt x="465" y="7"/>
                  <a:pt x="341" y="22"/>
                </a:cubicBezTo>
                <a:cubicBezTo>
                  <a:pt x="0" y="65"/>
                  <a:pt x="109" y="557"/>
                  <a:pt x="433" y="557"/>
                </a:cubicBezTo>
                <a:cubicBezTo>
                  <a:pt x="446" y="557"/>
                  <a:pt x="460" y="556"/>
                  <a:pt x="474" y="554"/>
                </a:cubicBezTo>
                <a:cubicBezTo>
                  <a:pt x="540" y="549"/>
                  <a:pt x="605" y="546"/>
                  <a:pt x="670" y="546"/>
                </a:cubicBezTo>
                <a:cubicBezTo>
                  <a:pt x="1136" y="546"/>
                  <a:pt x="1588" y="687"/>
                  <a:pt x="1938" y="998"/>
                </a:cubicBezTo>
                <a:cubicBezTo>
                  <a:pt x="2002" y="1044"/>
                  <a:pt x="2070" y="1063"/>
                  <a:pt x="2134" y="1063"/>
                </a:cubicBezTo>
                <a:cubicBezTo>
                  <a:pt x="2383" y="1063"/>
                  <a:pt x="2584" y="775"/>
                  <a:pt x="2338" y="599"/>
                </a:cubicBezTo>
                <a:cubicBezTo>
                  <a:pt x="1856" y="191"/>
                  <a:pt x="1312" y="0"/>
                  <a:pt x="706" y="0"/>
                </a:cubicBezTo>
                <a:close/>
              </a:path>
            </a:pathLst>
          </a:custGeom>
          <a:solidFill>
            <a:srgbClr val="7F6D5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5" name="Google Shape;835;p27">
            <a:extLst>
              <a:ext uri="{FF2B5EF4-FFF2-40B4-BE49-F238E27FC236}">
                <a16:creationId xmlns:a16="http://schemas.microsoft.com/office/drawing/2014/main" id="{137DB5A9-32DC-4585-AB20-1F4FC0BF1C15}"/>
              </a:ext>
            </a:extLst>
          </p:cNvPr>
          <p:cNvSpPr>
            <a:spLocks noGrp="1"/>
          </p:cNvSpPr>
          <p:nvPr/>
        </p:nvSpPr>
        <p:spPr>
          <a:xfrm>
            <a:off x="6445433" y="3822191"/>
            <a:ext cx="36938" cy="20283"/>
          </a:xfrm>
          <a:custGeom>
            <a:avLst/>
            <a:gdLst/>
            <a:ahLst/>
            <a:cxnLst/>
            <a:rect l="l" t="t" r="r" b="b"/>
            <a:pathLst>
              <a:path w="2016" h="1107">
                <a:moveTo>
                  <a:pt x="1666" y="0"/>
                </a:moveTo>
                <a:cubicBezTo>
                  <a:pt x="1634" y="0"/>
                  <a:pt x="1600" y="6"/>
                  <a:pt x="1564" y="20"/>
                </a:cubicBezTo>
                <a:cubicBezTo>
                  <a:pt x="1120" y="198"/>
                  <a:pt x="721" y="375"/>
                  <a:pt x="277" y="552"/>
                </a:cubicBezTo>
                <a:cubicBezTo>
                  <a:pt x="1" y="671"/>
                  <a:pt x="76" y="1106"/>
                  <a:pt x="347" y="1106"/>
                </a:cubicBezTo>
                <a:cubicBezTo>
                  <a:pt x="380" y="1106"/>
                  <a:pt x="416" y="1099"/>
                  <a:pt x="455" y="1085"/>
                </a:cubicBezTo>
                <a:cubicBezTo>
                  <a:pt x="854" y="907"/>
                  <a:pt x="1298" y="730"/>
                  <a:pt x="1697" y="597"/>
                </a:cubicBezTo>
                <a:cubicBezTo>
                  <a:pt x="2016" y="477"/>
                  <a:pt x="1941" y="0"/>
                  <a:pt x="1666" y="0"/>
                </a:cubicBezTo>
                <a:close/>
              </a:path>
            </a:pathLst>
          </a:custGeom>
          <a:solidFill>
            <a:srgbClr val="7F6D5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6" name="Google Shape;836;p27">
            <a:extLst>
              <a:ext uri="{FF2B5EF4-FFF2-40B4-BE49-F238E27FC236}">
                <a16:creationId xmlns:a16="http://schemas.microsoft.com/office/drawing/2014/main" id="{D5E0B87A-D415-43F7-BA2C-02F7B3216EB4}"/>
              </a:ext>
            </a:extLst>
          </p:cNvPr>
          <p:cNvSpPr>
            <a:spLocks noGrp="1"/>
          </p:cNvSpPr>
          <p:nvPr/>
        </p:nvSpPr>
        <p:spPr>
          <a:xfrm>
            <a:off x="7037067" y="3720758"/>
            <a:ext cx="28125" cy="15207"/>
          </a:xfrm>
          <a:custGeom>
            <a:avLst/>
            <a:gdLst/>
            <a:ahLst/>
            <a:cxnLst/>
            <a:rect l="l" t="t" r="r" b="b"/>
            <a:pathLst>
              <a:path w="1535" h="830">
                <a:moveTo>
                  <a:pt x="388" y="0"/>
                </a:moveTo>
                <a:cubicBezTo>
                  <a:pt x="92" y="0"/>
                  <a:pt x="0" y="464"/>
                  <a:pt x="287" y="587"/>
                </a:cubicBezTo>
                <a:cubicBezTo>
                  <a:pt x="553" y="631"/>
                  <a:pt x="820" y="720"/>
                  <a:pt x="1041" y="809"/>
                </a:cubicBezTo>
                <a:cubicBezTo>
                  <a:pt x="1080" y="823"/>
                  <a:pt x="1117" y="830"/>
                  <a:pt x="1151" y="830"/>
                </a:cubicBezTo>
                <a:cubicBezTo>
                  <a:pt x="1429" y="830"/>
                  <a:pt x="1535" y="395"/>
                  <a:pt x="1219" y="276"/>
                </a:cubicBezTo>
                <a:cubicBezTo>
                  <a:pt x="953" y="188"/>
                  <a:pt x="687" y="99"/>
                  <a:pt x="465" y="10"/>
                </a:cubicBezTo>
                <a:cubicBezTo>
                  <a:pt x="438" y="3"/>
                  <a:pt x="412" y="0"/>
                  <a:pt x="388" y="0"/>
                </a:cubicBezTo>
                <a:close/>
              </a:path>
            </a:pathLst>
          </a:custGeom>
          <a:solidFill>
            <a:srgbClr val="7F6D5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7" name="Google Shape;837;p27">
            <a:extLst>
              <a:ext uri="{FF2B5EF4-FFF2-40B4-BE49-F238E27FC236}">
                <a16:creationId xmlns:a16="http://schemas.microsoft.com/office/drawing/2014/main" id="{5E3F5B80-F882-453A-8B7B-5CFFF6CDAB2E}"/>
              </a:ext>
            </a:extLst>
          </p:cNvPr>
          <p:cNvSpPr>
            <a:spLocks noGrp="1"/>
          </p:cNvSpPr>
          <p:nvPr/>
        </p:nvSpPr>
        <p:spPr>
          <a:xfrm>
            <a:off x="7178407" y="3240507"/>
            <a:ext cx="38385" cy="32504"/>
          </a:xfrm>
          <a:custGeom>
            <a:avLst/>
            <a:gdLst/>
            <a:ahLst/>
            <a:cxnLst/>
            <a:rect l="l" t="t" r="r" b="b"/>
            <a:pathLst>
              <a:path w="2095" h="1774">
                <a:moveTo>
                  <a:pt x="407" y="1"/>
                </a:moveTo>
                <a:cubicBezTo>
                  <a:pt x="188" y="1"/>
                  <a:pt x="0" y="283"/>
                  <a:pt x="204" y="488"/>
                </a:cubicBezTo>
                <a:cubicBezTo>
                  <a:pt x="604" y="887"/>
                  <a:pt x="1047" y="1286"/>
                  <a:pt x="1491" y="1686"/>
                </a:cubicBezTo>
                <a:cubicBezTo>
                  <a:pt x="1553" y="1747"/>
                  <a:pt x="1622" y="1773"/>
                  <a:pt x="1688" y="1773"/>
                </a:cubicBezTo>
                <a:cubicBezTo>
                  <a:pt x="1907" y="1773"/>
                  <a:pt x="2095" y="1491"/>
                  <a:pt x="1890" y="1286"/>
                </a:cubicBezTo>
                <a:cubicBezTo>
                  <a:pt x="1447" y="887"/>
                  <a:pt x="1003" y="488"/>
                  <a:pt x="604" y="88"/>
                </a:cubicBezTo>
                <a:cubicBezTo>
                  <a:pt x="542" y="26"/>
                  <a:pt x="473" y="1"/>
                  <a:pt x="407" y="1"/>
                </a:cubicBezTo>
                <a:close/>
              </a:path>
            </a:pathLst>
          </a:custGeom>
          <a:solidFill>
            <a:srgbClr val="7F6D5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8" name="Google Shape;838;p27">
            <a:extLst>
              <a:ext uri="{FF2B5EF4-FFF2-40B4-BE49-F238E27FC236}">
                <a16:creationId xmlns:a16="http://schemas.microsoft.com/office/drawing/2014/main" id="{93C8EA41-7D9E-4542-8508-25F40B305B0A}"/>
              </a:ext>
            </a:extLst>
          </p:cNvPr>
          <p:cNvSpPr>
            <a:spLocks noGrp="1"/>
          </p:cNvSpPr>
          <p:nvPr/>
        </p:nvSpPr>
        <p:spPr>
          <a:xfrm>
            <a:off x="6782182" y="3655090"/>
            <a:ext cx="25211" cy="12495"/>
          </a:xfrm>
          <a:custGeom>
            <a:avLst/>
            <a:gdLst/>
            <a:ahLst/>
            <a:cxnLst/>
            <a:rect l="l" t="t" r="r" b="b"/>
            <a:pathLst>
              <a:path w="1376" h="682">
                <a:moveTo>
                  <a:pt x="977" y="0"/>
                </a:moveTo>
                <a:cubicBezTo>
                  <a:pt x="710" y="45"/>
                  <a:pt x="489" y="89"/>
                  <a:pt x="222" y="133"/>
                </a:cubicBezTo>
                <a:cubicBezTo>
                  <a:pt x="89" y="178"/>
                  <a:pt x="1" y="355"/>
                  <a:pt x="45" y="488"/>
                </a:cubicBezTo>
                <a:cubicBezTo>
                  <a:pt x="79" y="624"/>
                  <a:pt x="164" y="682"/>
                  <a:pt x="262" y="682"/>
                </a:cubicBezTo>
                <a:cubicBezTo>
                  <a:pt x="293" y="682"/>
                  <a:pt x="324" y="676"/>
                  <a:pt x="355" y="666"/>
                </a:cubicBezTo>
                <a:cubicBezTo>
                  <a:pt x="622" y="621"/>
                  <a:pt x="888" y="621"/>
                  <a:pt x="1110" y="577"/>
                </a:cubicBezTo>
                <a:cubicBezTo>
                  <a:pt x="1287" y="533"/>
                  <a:pt x="1376" y="355"/>
                  <a:pt x="1332" y="222"/>
                </a:cubicBezTo>
                <a:cubicBezTo>
                  <a:pt x="1287" y="45"/>
                  <a:pt x="1110" y="0"/>
                  <a:pt x="977" y="0"/>
                </a:cubicBezTo>
                <a:close/>
              </a:path>
            </a:pathLst>
          </a:custGeom>
          <a:solidFill>
            <a:srgbClr val="7F6D5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9" name="Google Shape;839;p27">
            <a:extLst>
              <a:ext uri="{FF2B5EF4-FFF2-40B4-BE49-F238E27FC236}">
                <a16:creationId xmlns:a16="http://schemas.microsoft.com/office/drawing/2014/main" id="{AA4D8C3C-F689-4E95-8F61-25BE9E26B0D5}"/>
              </a:ext>
            </a:extLst>
          </p:cNvPr>
          <p:cNvSpPr>
            <a:spLocks noGrp="1"/>
          </p:cNvSpPr>
          <p:nvPr/>
        </p:nvSpPr>
        <p:spPr>
          <a:xfrm>
            <a:off x="7044414" y="3428917"/>
            <a:ext cx="58393" cy="22316"/>
          </a:xfrm>
          <a:custGeom>
            <a:avLst/>
            <a:gdLst/>
            <a:ahLst/>
            <a:cxnLst/>
            <a:rect l="l" t="t" r="r" b="b"/>
            <a:pathLst>
              <a:path w="3187" h="1218">
                <a:moveTo>
                  <a:pt x="391" y="1"/>
                </a:moveTo>
                <a:cubicBezTo>
                  <a:pt x="92" y="1"/>
                  <a:pt x="0" y="504"/>
                  <a:pt x="330" y="587"/>
                </a:cubicBezTo>
                <a:cubicBezTo>
                  <a:pt x="1129" y="809"/>
                  <a:pt x="1927" y="986"/>
                  <a:pt x="2726" y="1208"/>
                </a:cubicBezTo>
                <a:cubicBezTo>
                  <a:pt x="2753" y="1215"/>
                  <a:pt x="2779" y="1218"/>
                  <a:pt x="2803" y="1218"/>
                </a:cubicBezTo>
                <a:cubicBezTo>
                  <a:pt x="3098" y="1218"/>
                  <a:pt x="3187" y="757"/>
                  <a:pt x="2859" y="675"/>
                </a:cubicBezTo>
                <a:cubicBezTo>
                  <a:pt x="2060" y="454"/>
                  <a:pt x="1262" y="232"/>
                  <a:pt x="463" y="10"/>
                </a:cubicBezTo>
                <a:cubicBezTo>
                  <a:pt x="438" y="4"/>
                  <a:pt x="414" y="1"/>
                  <a:pt x="391" y="1"/>
                </a:cubicBezTo>
                <a:close/>
              </a:path>
            </a:pathLst>
          </a:custGeom>
          <a:solidFill>
            <a:srgbClr val="7F6D5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0" name="Google Shape;840;p27">
            <a:extLst>
              <a:ext uri="{FF2B5EF4-FFF2-40B4-BE49-F238E27FC236}">
                <a16:creationId xmlns:a16="http://schemas.microsoft.com/office/drawing/2014/main" id="{1506A0C0-F213-4C9B-9BDD-EBBF638DAAF7}"/>
              </a:ext>
            </a:extLst>
          </p:cNvPr>
          <p:cNvSpPr>
            <a:spLocks noGrp="1"/>
          </p:cNvSpPr>
          <p:nvPr/>
        </p:nvSpPr>
        <p:spPr>
          <a:xfrm>
            <a:off x="7035015" y="3603824"/>
            <a:ext cx="46337" cy="14749"/>
          </a:xfrm>
          <a:custGeom>
            <a:avLst/>
            <a:gdLst/>
            <a:ahLst/>
            <a:cxnLst/>
            <a:rect l="l" t="t" r="r" b="b"/>
            <a:pathLst>
              <a:path w="2529" h="805">
                <a:moveTo>
                  <a:pt x="317" y="1"/>
                </a:moveTo>
                <a:cubicBezTo>
                  <a:pt x="0" y="1"/>
                  <a:pt x="13" y="537"/>
                  <a:pt x="355" y="580"/>
                </a:cubicBezTo>
                <a:cubicBezTo>
                  <a:pt x="932" y="669"/>
                  <a:pt x="1553" y="713"/>
                  <a:pt x="2174" y="802"/>
                </a:cubicBezTo>
                <a:cubicBezTo>
                  <a:pt x="2187" y="803"/>
                  <a:pt x="2200" y="804"/>
                  <a:pt x="2212" y="804"/>
                </a:cubicBezTo>
                <a:cubicBezTo>
                  <a:pt x="2528" y="804"/>
                  <a:pt x="2516" y="268"/>
                  <a:pt x="2174" y="225"/>
                </a:cubicBezTo>
                <a:cubicBezTo>
                  <a:pt x="1553" y="136"/>
                  <a:pt x="932" y="92"/>
                  <a:pt x="355" y="3"/>
                </a:cubicBezTo>
                <a:cubicBezTo>
                  <a:pt x="342" y="1"/>
                  <a:pt x="329" y="1"/>
                  <a:pt x="317" y="1"/>
                </a:cubicBezTo>
                <a:close/>
              </a:path>
            </a:pathLst>
          </a:custGeom>
          <a:solidFill>
            <a:srgbClr val="7F6D5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1" name="Google Shape;841;p27">
            <a:extLst>
              <a:ext uri="{FF2B5EF4-FFF2-40B4-BE49-F238E27FC236}">
                <a16:creationId xmlns:a16="http://schemas.microsoft.com/office/drawing/2014/main" id="{61CB1A91-5F59-4973-ACDD-CF3DF0724399}"/>
              </a:ext>
            </a:extLst>
          </p:cNvPr>
          <p:cNvSpPr>
            <a:spLocks noGrp="1"/>
          </p:cNvSpPr>
          <p:nvPr/>
        </p:nvSpPr>
        <p:spPr>
          <a:xfrm>
            <a:off x="6873483" y="3446122"/>
            <a:ext cx="39338" cy="16361"/>
          </a:xfrm>
          <a:custGeom>
            <a:avLst/>
            <a:gdLst/>
            <a:ahLst/>
            <a:cxnLst/>
            <a:rect l="l" t="t" r="r" b="b"/>
            <a:pathLst>
              <a:path w="2147" h="893">
                <a:moveTo>
                  <a:pt x="433" y="0"/>
                </a:moveTo>
                <a:cubicBezTo>
                  <a:pt x="110" y="0"/>
                  <a:pt x="1" y="494"/>
                  <a:pt x="342" y="579"/>
                </a:cubicBezTo>
                <a:cubicBezTo>
                  <a:pt x="785" y="668"/>
                  <a:pt x="1229" y="757"/>
                  <a:pt x="1673" y="890"/>
                </a:cubicBezTo>
                <a:cubicBezTo>
                  <a:pt x="1687" y="892"/>
                  <a:pt x="1701" y="893"/>
                  <a:pt x="1714" y="893"/>
                </a:cubicBezTo>
                <a:cubicBezTo>
                  <a:pt x="2037" y="893"/>
                  <a:pt x="2147" y="398"/>
                  <a:pt x="1806" y="313"/>
                </a:cubicBezTo>
                <a:cubicBezTo>
                  <a:pt x="1362" y="225"/>
                  <a:pt x="918" y="136"/>
                  <a:pt x="475" y="3"/>
                </a:cubicBezTo>
                <a:cubicBezTo>
                  <a:pt x="461" y="1"/>
                  <a:pt x="447" y="0"/>
                  <a:pt x="433" y="0"/>
                </a:cubicBezTo>
                <a:close/>
              </a:path>
            </a:pathLst>
          </a:custGeom>
          <a:solidFill>
            <a:srgbClr val="7F6D5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2" name="Google Shape;842;p27">
            <a:extLst>
              <a:ext uri="{FF2B5EF4-FFF2-40B4-BE49-F238E27FC236}">
                <a16:creationId xmlns:a16="http://schemas.microsoft.com/office/drawing/2014/main" id="{BCBD07EE-BC42-4B01-8089-E88F04FB189C}"/>
              </a:ext>
            </a:extLst>
          </p:cNvPr>
          <p:cNvSpPr>
            <a:spLocks noGrp="1"/>
          </p:cNvSpPr>
          <p:nvPr/>
        </p:nvSpPr>
        <p:spPr>
          <a:xfrm>
            <a:off x="6614165" y="3643950"/>
            <a:ext cx="62699" cy="14566"/>
          </a:xfrm>
          <a:custGeom>
            <a:avLst/>
            <a:gdLst/>
            <a:ahLst/>
            <a:cxnLst/>
            <a:rect l="l" t="t" r="r" b="b"/>
            <a:pathLst>
              <a:path w="3422" h="795">
                <a:moveTo>
                  <a:pt x="1376" y="1"/>
                </a:moveTo>
                <a:cubicBezTo>
                  <a:pt x="1034" y="1"/>
                  <a:pt x="691" y="26"/>
                  <a:pt x="341" y="76"/>
                </a:cubicBezTo>
                <a:cubicBezTo>
                  <a:pt x="1" y="161"/>
                  <a:pt x="151" y="655"/>
                  <a:pt x="477" y="655"/>
                </a:cubicBezTo>
                <a:cubicBezTo>
                  <a:pt x="491" y="655"/>
                  <a:pt x="505" y="654"/>
                  <a:pt x="519" y="653"/>
                </a:cubicBezTo>
                <a:cubicBezTo>
                  <a:pt x="818" y="603"/>
                  <a:pt x="1118" y="578"/>
                  <a:pt x="1417" y="578"/>
                </a:cubicBezTo>
                <a:cubicBezTo>
                  <a:pt x="1916" y="578"/>
                  <a:pt x="2416" y="647"/>
                  <a:pt x="2915" y="786"/>
                </a:cubicBezTo>
                <a:cubicBezTo>
                  <a:pt x="2940" y="792"/>
                  <a:pt x="2964" y="795"/>
                  <a:pt x="2988" y="795"/>
                </a:cubicBezTo>
                <a:cubicBezTo>
                  <a:pt x="3292" y="795"/>
                  <a:pt x="3422" y="291"/>
                  <a:pt x="3092" y="209"/>
                </a:cubicBezTo>
                <a:cubicBezTo>
                  <a:pt x="2510" y="70"/>
                  <a:pt x="1945" y="1"/>
                  <a:pt x="1376" y="1"/>
                </a:cubicBezTo>
                <a:close/>
              </a:path>
            </a:pathLst>
          </a:custGeom>
          <a:solidFill>
            <a:srgbClr val="7F6D5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3" name="Google Shape;843;p27">
            <a:extLst>
              <a:ext uri="{FF2B5EF4-FFF2-40B4-BE49-F238E27FC236}">
                <a16:creationId xmlns:a16="http://schemas.microsoft.com/office/drawing/2014/main" id="{F1AB21D6-A887-4BC3-83F1-119A9629E45D}"/>
              </a:ext>
            </a:extLst>
          </p:cNvPr>
          <p:cNvSpPr>
            <a:spLocks noGrp="1"/>
          </p:cNvSpPr>
          <p:nvPr/>
        </p:nvSpPr>
        <p:spPr>
          <a:xfrm>
            <a:off x="6977958" y="3514905"/>
            <a:ext cx="39283" cy="20264"/>
          </a:xfrm>
          <a:custGeom>
            <a:avLst/>
            <a:gdLst/>
            <a:ahLst/>
            <a:cxnLst/>
            <a:rect l="l" t="t" r="r" b="b"/>
            <a:pathLst>
              <a:path w="2144" h="1106">
                <a:moveTo>
                  <a:pt x="350" y="0"/>
                </a:moveTo>
                <a:cubicBezTo>
                  <a:pt x="75" y="0"/>
                  <a:pt x="0" y="477"/>
                  <a:pt x="319" y="597"/>
                </a:cubicBezTo>
                <a:cubicBezTo>
                  <a:pt x="762" y="774"/>
                  <a:pt x="1206" y="952"/>
                  <a:pt x="1694" y="1085"/>
                </a:cubicBezTo>
                <a:cubicBezTo>
                  <a:pt x="1728" y="1099"/>
                  <a:pt x="1761" y="1106"/>
                  <a:pt x="1791" y="1106"/>
                </a:cubicBezTo>
                <a:cubicBezTo>
                  <a:pt x="2037" y="1106"/>
                  <a:pt x="2143" y="671"/>
                  <a:pt x="1827" y="552"/>
                </a:cubicBezTo>
                <a:cubicBezTo>
                  <a:pt x="1384" y="375"/>
                  <a:pt x="896" y="197"/>
                  <a:pt x="452" y="20"/>
                </a:cubicBezTo>
                <a:cubicBezTo>
                  <a:pt x="416" y="6"/>
                  <a:pt x="382" y="0"/>
                  <a:pt x="350" y="0"/>
                </a:cubicBezTo>
                <a:close/>
              </a:path>
            </a:pathLst>
          </a:custGeom>
          <a:solidFill>
            <a:srgbClr val="7F6D5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4" name="Google Shape;844;p27">
            <a:extLst>
              <a:ext uri="{FF2B5EF4-FFF2-40B4-BE49-F238E27FC236}">
                <a16:creationId xmlns:a16="http://schemas.microsoft.com/office/drawing/2014/main" id="{61AE8084-39F1-45AC-ABD3-D7A9925CBBD7}"/>
              </a:ext>
            </a:extLst>
          </p:cNvPr>
          <p:cNvSpPr>
            <a:spLocks noGrp="1"/>
          </p:cNvSpPr>
          <p:nvPr/>
        </p:nvSpPr>
        <p:spPr>
          <a:xfrm>
            <a:off x="6887207" y="3626745"/>
            <a:ext cx="49214" cy="15152"/>
          </a:xfrm>
          <a:custGeom>
            <a:avLst/>
            <a:gdLst/>
            <a:ahLst/>
            <a:cxnLst/>
            <a:rect l="l" t="t" r="r" b="b"/>
            <a:pathLst>
              <a:path w="2686" h="827">
                <a:moveTo>
                  <a:pt x="431" y="1"/>
                </a:moveTo>
                <a:cubicBezTo>
                  <a:pt x="180" y="1"/>
                  <a:pt x="1" y="376"/>
                  <a:pt x="303" y="527"/>
                </a:cubicBezTo>
                <a:cubicBezTo>
                  <a:pt x="802" y="726"/>
                  <a:pt x="1301" y="826"/>
                  <a:pt x="1819" y="826"/>
                </a:cubicBezTo>
                <a:cubicBezTo>
                  <a:pt x="1991" y="826"/>
                  <a:pt x="2166" y="815"/>
                  <a:pt x="2343" y="793"/>
                </a:cubicBezTo>
                <a:cubicBezTo>
                  <a:pt x="2685" y="750"/>
                  <a:pt x="2533" y="214"/>
                  <a:pt x="2205" y="214"/>
                </a:cubicBezTo>
                <a:cubicBezTo>
                  <a:pt x="2192" y="214"/>
                  <a:pt x="2179" y="215"/>
                  <a:pt x="2166" y="216"/>
                </a:cubicBezTo>
                <a:cubicBezTo>
                  <a:pt x="1997" y="244"/>
                  <a:pt x="1829" y="259"/>
                  <a:pt x="1660" y="259"/>
                </a:cubicBezTo>
                <a:cubicBezTo>
                  <a:pt x="1296" y="259"/>
                  <a:pt x="933" y="190"/>
                  <a:pt x="569" y="39"/>
                </a:cubicBezTo>
                <a:cubicBezTo>
                  <a:pt x="522" y="12"/>
                  <a:pt x="476" y="1"/>
                  <a:pt x="431" y="1"/>
                </a:cubicBezTo>
                <a:close/>
              </a:path>
            </a:pathLst>
          </a:custGeom>
          <a:solidFill>
            <a:srgbClr val="7F6D5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5" name="Google Shape;845;p27">
            <a:extLst>
              <a:ext uri="{FF2B5EF4-FFF2-40B4-BE49-F238E27FC236}">
                <a16:creationId xmlns:a16="http://schemas.microsoft.com/office/drawing/2014/main" id="{399D68FD-2279-4C92-8FD0-7CAEFE02876B}"/>
              </a:ext>
            </a:extLst>
          </p:cNvPr>
          <p:cNvSpPr>
            <a:spLocks noGrp="1"/>
          </p:cNvSpPr>
          <p:nvPr/>
        </p:nvSpPr>
        <p:spPr>
          <a:xfrm>
            <a:off x="6759371" y="3469318"/>
            <a:ext cx="38458" cy="12862"/>
          </a:xfrm>
          <a:custGeom>
            <a:avLst/>
            <a:gdLst/>
            <a:ahLst/>
            <a:cxnLst/>
            <a:rect l="l" t="t" r="r" b="b"/>
            <a:pathLst>
              <a:path w="2099" h="702">
                <a:moveTo>
                  <a:pt x="471" y="1"/>
                </a:moveTo>
                <a:cubicBezTo>
                  <a:pt x="205" y="1"/>
                  <a:pt x="1" y="394"/>
                  <a:pt x="314" y="511"/>
                </a:cubicBezTo>
                <a:cubicBezTo>
                  <a:pt x="582" y="633"/>
                  <a:pt x="850" y="702"/>
                  <a:pt x="1126" y="702"/>
                </a:cubicBezTo>
                <a:cubicBezTo>
                  <a:pt x="1352" y="702"/>
                  <a:pt x="1582" y="656"/>
                  <a:pt x="1822" y="556"/>
                </a:cubicBezTo>
                <a:cubicBezTo>
                  <a:pt x="2099" y="437"/>
                  <a:pt x="2024" y="2"/>
                  <a:pt x="1753" y="2"/>
                </a:cubicBezTo>
                <a:cubicBezTo>
                  <a:pt x="1720" y="2"/>
                  <a:pt x="1684" y="9"/>
                  <a:pt x="1645" y="23"/>
                </a:cubicBezTo>
                <a:cubicBezTo>
                  <a:pt x="1467" y="90"/>
                  <a:pt x="1290" y="123"/>
                  <a:pt x="1112" y="123"/>
                </a:cubicBezTo>
                <a:cubicBezTo>
                  <a:pt x="935" y="123"/>
                  <a:pt x="757" y="90"/>
                  <a:pt x="580" y="23"/>
                </a:cubicBezTo>
                <a:cubicBezTo>
                  <a:pt x="543" y="8"/>
                  <a:pt x="507" y="1"/>
                  <a:pt x="471" y="1"/>
                </a:cubicBezTo>
                <a:close/>
              </a:path>
            </a:pathLst>
          </a:custGeom>
          <a:solidFill>
            <a:srgbClr val="7F6D5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6" name="Google Shape;846;p27">
            <a:extLst>
              <a:ext uri="{FF2B5EF4-FFF2-40B4-BE49-F238E27FC236}">
                <a16:creationId xmlns:a16="http://schemas.microsoft.com/office/drawing/2014/main" id="{B5981AD1-01A1-41FF-9491-A29C8339B3A0}"/>
              </a:ext>
            </a:extLst>
          </p:cNvPr>
          <p:cNvSpPr>
            <a:spLocks noGrp="1"/>
          </p:cNvSpPr>
          <p:nvPr/>
        </p:nvSpPr>
        <p:spPr>
          <a:xfrm>
            <a:off x="6622044" y="3801194"/>
            <a:ext cx="30085" cy="13247"/>
          </a:xfrm>
          <a:custGeom>
            <a:avLst/>
            <a:gdLst/>
            <a:ahLst/>
            <a:cxnLst/>
            <a:rect l="l" t="t" r="r" b="b"/>
            <a:pathLst>
              <a:path w="1642" h="723">
                <a:moveTo>
                  <a:pt x="1332" y="1"/>
                </a:moveTo>
                <a:cubicBezTo>
                  <a:pt x="1304" y="1"/>
                  <a:pt x="1274" y="5"/>
                  <a:pt x="1242" y="12"/>
                </a:cubicBezTo>
                <a:cubicBezTo>
                  <a:pt x="932" y="57"/>
                  <a:pt x="577" y="101"/>
                  <a:pt x="266" y="146"/>
                </a:cubicBezTo>
                <a:cubicBezTo>
                  <a:pt x="89" y="190"/>
                  <a:pt x="0" y="367"/>
                  <a:pt x="44" y="501"/>
                </a:cubicBezTo>
                <a:cubicBezTo>
                  <a:pt x="89" y="678"/>
                  <a:pt x="266" y="722"/>
                  <a:pt x="399" y="722"/>
                </a:cubicBezTo>
                <a:cubicBezTo>
                  <a:pt x="754" y="634"/>
                  <a:pt x="1065" y="589"/>
                  <a:pt x="1420" y="545"/>
                </a:cubicBezTo>
                <a:cubicBezTo>
                  <a:pt x="1553" y="545"/>
                  <a:pt x="1642" y="323"/>
                  <a:pt x="1597" y="190"/>
                </a:cubicBezTo>
                <a:cubicBezTo>
                  <a:pt x="1561" y="80"/>
                  <a:pt x="1464" y="1"/>
                  <a:pt x="1332" y="1"/>
                </a:cubicBezTo>
                <a:close/>
              </a:path>
            </a:pathLst>
          </a:custGeom>
          <a:solidFill>
            <a:srgbClr val="7F6D5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7" name="Google Shape;847;p27">
            <a:extLst>
              <a:ext uri="{FF2B5EF4-FFF2-40B4-BE49-F238E27FC236}">
                <a16:creationId xmlns:a16="http://schemas.microsoft.com/office/drawing/2014/main" id="{13A2690F-6220-4B9F-9B56-C253E8F45830}"/>
              </a:ext>
            </a:extLst>
          </p:cNvPr>
          <p:cNvSpPr>
            <a:spLocks noGrp="1"/>
          </p:cNvSpPr>
          <p:nvPr/>
        </p:nvSpPr>
        <p:spPr>
          <a:xfrm>
            <a:off x="6903312" y="3743405"/>
            <a:ext cx="30085" cy="12789"/>
          </a:xfrm>
          <a:custGeom>
            <a:avLst/>
            <a:gdLst/>
            <a:ahLst/>
            <a:cxnLst/>
            <a:rect l="l" t="t" r="r" b="b"/>
            <a:pathLst>
              <a:path w="1642" h="698">
                <a:moveTo>
                  <a:pt x="1342" y="0"/>
                </a:moveTo>
                <a:cubicBezTo>
                  <a:pt x="1308" y="0"/>
                  <a:pt x="1274" y="6"/>
                  <a:pt x="1243" y="16"/>
                </a:cubicBezTo>
                <a:cubicBezTo>
                  <a:pt x="888" y="61"/>
                  <a:pt x="577" y="105"/>
                  <a:pt x="222" y="149"/>
                </a:cubicBezTo>
                <a:cubicBezTo>
                  <a:pt x="89" y="194"/>
                  <a:pt x="0" y="371"/>
                  <a:pt x="45" y="504"/>
                </a:cubicBezTo>
                <a:cubicBezTo>
                  <a:pt x="79" y="640"/>
                  <a:pt x="164" y="698"/>
                  <a:pt x="282" y="698"/>
                </a:cubicBezTo>
                <a:cubicBezTo>
                  <a:pt x="318" y="698"/>
                  <a:pt x="358" y="692"/>
                  <a:pt x="400" y="682"/>
                </a:cubicBezTo>
                <a:cubicBezTo>
                  <a:pt x="710" y="638"/>
                  <a:pt x="1065" y="593"/>
                  <a:pt x="1376" y="549"/>
                </a:cubicBezTo>
                <a:cubicBezTo>
                  <a:pt x="1553" y="504"/>
                  <a:pt x="1642" y="327"/>
                  <a:pt x="1598" y="194"/>
                </a:cubicBezTo>
                <a:cubicBezTo>
                  <a:pt x="1564" y="58"/>
                  <a:pt x="1452" y="0"/>
                  <a:pt x="1342" y="0"/>
                </a:cubicBezTo>
                <a:close/>
              </a:path>
            </a:pathLst>
          </a:custGeom>
          <a:solidFill>
            <a:srgbClr val="7F6D5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8" name="Google Shape;848;p27">
            <a:extLst>
              <a:ext uri="{FF2B5EF4-FFF2-40B4-BE49-F238E27FC236}">
                <a16:creationId xmlns:a16="http://schemas.microsoft.com/office/drawing/2014/main" id="{A788F1D8-CFBA-40FC-BF70-9827D92F9CC5}"/>
              </a:ext>
            </a:extLst>
          </p:cNvPr>
          <p:cNvSpPr>
            <a:spLocks noGrp="1"/>
          </p:cNvSpPr>
          <p:nvPr/>
        </p:nvSpPr>
        <p:spPr>
          <a:xfrm>
            <a:off x="7264247" y="3544532"/>
            <a:ext cx="32467" cy="12257"/>
          </a:xfrm>
          <a:custGeom>
            <a:avLst/>
            <a:gdLst/>
            <a:ahLst/>
            <a:cxnLst/>
            <a:rect l="l" t="t" r="r" b="b"/>
            <a:pathLst>
              <a:path w="1772" h="669">
                <a:moveTo>
                  <a:pt x="356" y="0"/>
                </a:moveTo>
                <a:cubicBezTo>
                  <a:pt x="1" y="0"/>
                  <a:pt x="1" y="533"/>
                  <a:pt x="356" y="577"/>
                </a:cubicBezTo>
                <a:cubicBezTo>
                  <a:pt x="710" y="621"/>
                  <a:pt x="1065" y="621"/>
                  <a:pt x="1376" y="666"/>
                </a:cubicBezTo>
                <a:cubicBezTo>
                  <a:pt x="1391" y="667"/>
                  <a:pt x="1405" y="668"/>
                  <a:pt x="1418" y="668"/>
                </a:cubicBezTo>
                <a:cubicBezTo>
                  <a:pt x="1772" y="668"/>
                  <a:pt x="1718" y="132"/>
                  <a:pt x="1376" y="89"/>
                </a:cubicBezTo>
                <a:cubicBezTo>
                  <a:pt x="1065" y="89"/>
                  <a:pt x="710" y="45"/>
                  <a:pt x="356" y="0"/>
                </a:cubicBezTo>
                <a:close/>
              </a:path>
            </a:pathLst>
          </a:custGeom>
          <a:solidFill>
            <a:srgbClr val="7F6D5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9" name="Google Shape;849;p27">
            <a:extLst>
              <a:ext uri="{FF2B5EF4-FFF2-40B4-BE49-F238E27FC236}">
                <a16:creationId xmlns:a16="http://schemas.microsoft.com/office/drawing/2014/main" id="{02CD031E-B7A9-4CDE-B1AD-3973696AB9EE}"/>
              </a:ext>
            </a:extLst>
          </p:cNvPr>
          <p:cNvSpPr>
            <a:spLocks noGrp="1"/>
          </p:cNvSpPr>
          <p:nvPr/>
        </p:nvSpPr>
        <p:spPr>
          <a:xfrm>
            <a:off x="7156163" y="3723488"/>
            <a:ext cx="28399" cy="16856"/>
          </a:xfrm>
          <a:custGeom>
            <a:avLst/>
            <a:gdLst/>
            <a:ahLst/>
            <a:cxnLst/>
            <a:rect l="l" t="t" r="r" b="b"/>
            <a:pathLst>
              <a:path w="1550" h="920">
                <a:moveTo>
                  <a:pt x="1127" y="0"/>
                </a:moveTo>
                <a:cubicBezTo>
                  <a:pt x="1079" y="0"/>
                  <a:pt x="1028" y="12"/>
                  <a:pt x="975" y="39"/>
                </a:cubicBezTo>
                <a:cubicBezTo>
                  <a:pt x="753" y="127"/>
                  <a:pt x="531" y="260"/>
                  <a:pt x="265" y="393"/>
                </a:cubicBezTo>
                <a:cubicBezTo>
                  <a:pt x="1" y="544"/>
                  <a:pt x="154" y="920"/>
                  <a:pt x="424" y="920"/>
                </a:cubicBezTo>
                <a:cubicBezTo>
                  <a:pt x="471" y="920"/>
                  <a:pt x="522" y="908"/>
                  <a:pt x="575" y="882"/>
                </a:cubicBezTo>
                <a:cubicBezTo>
                  <a:pt x="797" y="748"/>
                  <a:pt x="1019" y="615"/>
                  <a:pt x="1285" y="527"/>
                </a:cubicBezTo>
                <a:cubicBezTo>
                  <a:pt x="1549" y="376"/>
                  <a:pt x="1397" y="0"/>
                  <a:pt x="1127" y="0"/>
                </a:cubicBezTo>
                <a:close/>
              </a:path>
            </a:pathLst>
          </a:custGeom>
          <a:solidFill>
            <a:srgbClr val="7F6D5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0" name="Google Shape;850;p27">
            <a:extLst>
              <a:ext uri="{FF2B5EF4-FFF2-40B4-BE49-F238E27FC236}">
                <a16:creationId xmlns:a16="http://schemas.microsoft.com/office/drawing/2014/main" id="{382B967D-5EC0-4DCF-B14A-053DDD14D93C}"/>
              </a:ext>
            </a:extLst>
          </p:cNvPr>
          <p:cNvSpPr>
            <a:spLocks noGrp="1"/>
          </p:cNvSpPr>
          <p:nvPr/>
        </p:nvSpPr>
        <p:spPr>
          <a:xfrm>
            <a:off x="7214667" y="3435586"/>
            <a:ext cx="36590" cy="11414"/>
          </a:xfrm>
          <a:custGeom>
            <a:avLst/>
            <a:gdLst/>
            <a:ahLst/>
            <a:cxnLst/>
            <a:rect l="l" t="t" r="r" b="b"/>
            <a:pathLst>
              <a:path w="1997" h="623">
                <a:moveTo>
                  <a:pt x="355" y="1"/>
                </a:moveTo>
                <a:cubicBezTo>
                  <a:pt x="0" y="1"/>
                  <a:pt x="0" y="533"/>
                  <a:pt x="355" y="578"/>
                </a:cubicBezTo>
                <a:cubicBezTo>
                  <a:pt x="754" y="578"/>
                  <a:pt x="1198" y="622"/>
                  <a:pt x="1642" y="622"/>
                </a:cubicBezTo>
                <a:cubicBezTo>
                  <a:pt x="1997" y="622"/>
                  <a:pt x="1997" y="90"/>
                  <a:pt x="1642" y="45"/>
                </a:cubicBezTo>
                <a:cubicBezTo>
                  <a:pt x="1198" y="45"/>
                  <a:pt x="754" y="1"/>
                  <a:pt x="355" y="1"/>
                </a:cubicBezTo>
                <a:close/>
              </a:path>
            </a:pathLst>
          </a:custGeom>
          <a:solidFill>
            <a:srgbClr val="7F6D5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1" name="Google Shape;851;p27">
            <a:extLst>
              <a:ext uri="{FF2B5EF4-FFF2-40B4-BE49-F238E27FC236}">
                <a16:creationId xmlns:a16="http://schemas.microsoft.com/office/drawing/2014/main" id="{703C66B3-706F-47C6-96C0-D62C85D37805}"/>
              </a:ext>
            </a:extLst>
          </p:cNvPr>
          <p:cNvSpPr>
            <a:spLocks noGrp="1"/>
          </p:cNvSpPr>
          <p:nvPr/>
        </p:nvSpPr>
        <p:spPr>
          <a:xfrm>
            <a:off x="7235811" y="3660770"/>
            <a:ext cx="50405" cy="11451"/>
          </a:xfrm>
          <a:custGeom>
            <a:avLst/>
            <a:gdLst/>
            <a:ahLst/>
            <a:cxnLst/>
            <a:rect l="l" t="t" r="r" b="b"/>
            <a:pathLst>
              <a:path w="2751" h="625">
                <a:moveTo>
                  <a:pt x="2396" y="1"/>
                </a:moveTo>
                <a:cubicBezTo>
                  <a:pt x="1686" y="45"/>
                  <a:pt x="1020" y="45"/>
                  <a:pt x="355" y="45"/>
                </a:cubicBezTo>
                <a:cubicBezTo>
                  <a:pt x="13" y="88"/>
                  <a:pt x="0" y="624"/>
                  <a:pt x="317" y="624"/>
                </a:cubicBezTo>
                <a:cubicBezTo>
                  <a:pt x="329" y="624"/>
                  <a:pt x="342" y="624"/>
                  <a:pt x="355" y="622"/>
                </a:cubicBezTo>
                <a:cubicBezTo>
                  <a:pt x="1020" y="622"/>
                  <a:pt x="1686" y="578"/>
                  <a:pt x="2396" y="578"/>
                </a:cubicBezTo>
                <a:cubicBezTo>
                  <a:pt x="2751" y="578"/>
                  <a:pt x="2751" y="1"/>
                  <a:pt x="2396" y="1"/>
                </a:cubicBezTo>
                <a:close/>
              </a:path>
            </a:pathLst>
          </a:custGeom>
          <a:solidFill>
            <a:srgbClr val="7F6D5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2" name="Google Shape;852;p27">
            <a:extLst>
              <a:ext uri="{FF2B5EF4-FFF2-40B4-BE49-F238E27FC236}">
                <a16:creationId xmlns:a16="http://schemas.microsoft.com/office/drawing/2014/main" id="{BE486486-56A0-43A9-B69B-A925E2695B4B}"/>
              </a:ext>
            </a:extLst>
          </p:cNvPr>
          <p:cNvSpPr>
            <a:spLocks noGrp="1"/>
          </p:cNvSpPr>
          <p:nvPr/>
        </p:nvSpPr>
        <p:spPr>
          <a:xfrm>
            <a:off x="7044212" y="3251006"/>
            <a:ext cx="30378" cy="13118"/>
          </a:xfrm>
          <a:custGeom>
            <a:avLst/>
            <a:gdLst/>
            <a:ahLst/>
            <a:cxnLst/>
            <a:rect l="l" t="t" r="r" b="b"/>
            <a:pathLst>
              <a:path w="1658" h="716">
                <a:moveTo>
                  <a:pt x="477" y="1"/>
                </a:moveTo>
                <a:cubicBezTo>
                  <a:pt x="150" y="1"/>
                  <a:pt x="0" y="495"/>
                  <a:pt x="341" y="580"/>
                </a:cubicBezTo>
                <a:cubicBezTo>
                  <a:pt x="607" y="625"/>
                  <a:pt x="873" y="669"/>
                  <a:pt x="1140" y="713"/>
                </a:cubicBezTo>
                <a:cubicBezTo>
                  <a:pt x="1154" y="715"/>
                  <a:pt x="1168" y="716"/>
                  <a:pt x="1181" y="716"/>
                </a:cubicBezTo>
                <a:cubicBezTo>
                  <a:pt x="1508" y="716"/>
                  <a:pt x="1658" y="222"/>
                  <a:pt x="1317" y="136"/>
                </a:cubicBezTo>
                <a:cubicBezTo>
                  <a:pt x="1051" y="92"/>
                  <a:pt x="785" y="48"/>
                  <a:pt x="518" y="3"/>
                </a:cubicBezTo>
                <a:cubicBezTo>
                  <a:pt x="504" y="2"/>
                  <a:pt x="490" y="1"/>
                  <a:pt x="477" y="1"/>
                </a:cubicBezTo>
                <a:close/>
              </a:path>
            </a:pathLst>
          </a:custGeom>
          <a:solidFill>
            <a:srgbClr val="7F6D5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3" name="Google Shape;853;p27">
            <a:extLst>
              <a:ext uri="{FF2B5EF4-FFF2-40B4-BE49-F238E27FC236}">
                <a16:creationId xmlns:a16="http://schemas.microsoft.com/office/drawing/2014/main" id="{F17C5948-2B8A-49C0-A50C-29BEC7C6E884}"/>
              </a:ext>
            </a:extLst>
          </p:cNvPr>
          <p:cNvSpPr>
            <a:spLocks noGrp="1"/>
          </p:cNvSpPr>
          <p:nvPr/>
        </p:nvSpPr>
        <p:spPr>
          <a:xfrm>
            <a:off x="7605687" y="3421387"/>
            <a:ext cx="22774" cy="18322"/>
          </a:xfrm>
          <a:custGeom>
            <a:avLst/>
            <a:gdLst/>
            <a:ahLst/>
            <a:cxnLst/>
            <a:rect l="l" t="t" r="r" b="b"/>
            <a:pathLst>
              <a:path w="1243" h="1000">
                <a:moveTo>
                  <a:pt x="338" y="0"/>
                </a:moveTo>
                <a:cubicBezTo>
                  <a:pt x="242" y="0"/>
                  <a:pt x="147" y="68"/>
                  <a:pt x="89" y="155"/>
                </a:cubicBezTo>
                <a:cubicBezTo>
                  <a:pt x="0" y="288"/>
                  <a:pt x="89" y="465"/>
                  <a:pt x="178" y="554"/>
                </a:cubicBezTo>
                <a:cubicBezTo>
                  <a:pt x="399" y="687"/>
                  <a:pt x="577" y="820"/>
                  <a:pt x="754" y="953"/>
                </a:cubicBezTo>
                <a:cubicBezTo>
                  <a:pt x="801" y="985"/>
                  <a:pt x="854" y="1000"/>
                  <a:pt x="907" y="1000"/>
                </a:cubicBezTo>
                <a:cubicBezTo>
                  <a:pt x="1002" y="1000"/>
                  <a:pt x="1096" y="951"/>
                  <a:pt x="1154" y="865"/>
                </a:cubicBezTo>
                <a:cubicBezTo>
                  <a:pt x="1242" y="732"/>
                  <a:pt x="1198" y="554"/>
                  <a:pt x="1065" y="465"/>
                </a:cubicBezTo>
                <a:cubicBezTo>
                  <a:pt x="843" y="332"/>
                  <a:pt x="666" y="199"/>
                  <a:pt x="488" y="66"/>
                </a:cubicBezTo>
                <a:cubicBezTo>
                  <a:pt x="442" y="20"/>
                  <a:pt x="390" y="0"/>
                  <a:pt x="338" y="0"/>
                </a:cubicBezTo>
                <a:close/>
              </a:path>
            </a:pathLst>
          </a:custGeom>
          <a:solidFill>
            <a:srgbClr val="7F6D5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4" name="Google Shape;854;p27">
            <a:extLst>
              <a:ext uri="{FF2B5EF4-FFF2-40B4-BE49-F238E27FC236}">
                <a16:creationId xmlns:a16="http://schemas.microsoft.com/office/drawing/2014/main" id="{E9C64971-AE95-4481-8505-5A45EE4BED6D}"/>
              </a:ext>
            </a:extLst>
          </p:cNvPr>
          <p:cNvSpPr>
            <a:spLocks noGrp="1"/>
          </p:cNvSpPr>
          <p:nvPr/>
        </p:nvSpPr>
        <p:spPr>
          <a:xfrm>
            <a:off x="7383783" y="3739465"/>
            <a:ext cx="22609" cy="17149"/>
          </a:xfrm>
          <a:custGeom>
            <a:avLst/>
            <a:gdLst/>
            <a:ahLst/>
            <a:cxnLst/>
            <a:rect l="l" t="t" r="r" b="b"/>
            <a:pathLst>
              <a:path w="1234" h="936">
                <a:moveTo>
                  <a:pt x="859" y="1"/>
                </a:moveTo>
                <a:cubicBezTo>
                  <a:pt x="811" y="1"/>
                  <a:pt x="761" y="17"/>
                  <a:pt x="709" y="54"/>
                </a:cubicBezTo>
                <a:cubicBezTo>
                  <a:pt x="575" y="187"/>
                  <a:pt x="398" y="276"/>
                  <a:pt x="265" y="409"/>
                </a:cubicBezTo>
                <a:cubicBezTo>
                  <a:pt x="1" y="560"/>
                  <a:pt x="154" y="935"/>
                  <a:pt x="396" y="935"/>
                </a:cubicBezTo>
                <a:cubicBezTo>
                  <a:pt x="439" y="935"/>
                  <a:pt x="485" y="923"/>
                  <a:pt x="531" y="897"/>
                </a:cubicBezTo>
                <a:cubicBezTo>
                  <a:pt x="709" y="764"/>
                  <a:pt x="842" y="675"/>
                  <a:pt x="975" y="542"/>
                </a:cubicBezTo>
                <a:cubicBezTo>
                  <a:pt x="1233" y="394"/>
                  <a:pt x="1092" y="1"/>
                  <a:pt x="859" y="1"/>
                </a:cubicBezTo>
                <a:close/>
              </a:path>
            </a:pathLst>
          </a:custGeom>
          <a:solidFill>
            <a:srgbClr val="7F6D5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5" name="Google Shape;855;p27">
            <a:extLst>
              <a:ext uri="{FF2B5EF4-FFF2-40B4-BE49-F238E27FC236}">
                <a16:creationId xmlns:a16="http://schemas.microsoft.com/office/drawing/2014/main" id="{01A22A39-3767-41B9-8B69-B6795E4E1928}"/>
              </a:ext>
            </a:extLst>
          </p:cNvPr>
          <p:cNvSpPr>
            <a:spLocks noGrp="1"/>
          </p:cNvSpPr>
          <p:nvPr/>
        </p:nvSpPr>
        <p:spPr>
          <a:xfrm>
            <a:off x="7685207" y="3516517"/>
            <a:ext cx="23874" cy="13760"/>
          </a:xfrm>
          <a:custGeom>
            <a:avLst/>
            <a:gdLst/>
            <a:ahLst/>
            <a:cxnLst/>
            <a:rect l="l" t="t" r="r" b="b"/>
            <a:pathLst>
              <a:path w="1303" h="751">
                <a:moveTo>
                  <a:pt x="350" y="1"/>
                </a:moveTo>
                <a:cubicBezTo>
                  <a:pt x="75" y="1"/>
                  <a:pt x="0" y="473"/>
                  <a:pt x="319" y="553"/>
                </a:cubicBezTo>
                <a:cubicBezTo>
                  <a:pt x="496" y="597"/>
                  <a:pt x="674" y="686"/>
                  <a:pt x="851" y="731"/>
                </a:cubicBezTo>
                <a:cubicBezTo>
                  <a:pt x="887" y="744"/>
                  <a:pt x="922" y="750"/>
                  <a:pt x="953" y="750"/>
                </a:cubicBezTo>
                <a:cubicBezTo>
                  <a:pt x="1228" y="750"/>
                  <a:pt x="1303" y="278"/>
                  <a:pt x="984" y="198"/>
                </a:cubicBezTo>
                <a:cubicBezTo>
                  <a:pt x="807" y="109"/>
                  <a:pt x="629" y="65"/>
                  <a:pt x="452" y="21"/>
                </a:cubicBezTo>
                <a:cubicBezTo>
                  <a:pt x="415" y="7"/>
                  <a:pt x="381" y="1"/>
                  <a:pt x="350" y="1"/>
                </a:cubicBezTo>
                <a:close/>
              </a:path>
            </a:pathLst>
          </a:custGeom>
          <a:solidFill>
            <a:srgbClr val="7F6D5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6" name="Google Shape;856;p27">
            <a:extLst>
              <a:ext uri="{FF2B5EF4-FFF2-40B4-BE49-F238E27FC236}">
                <a16:creationId xmlns:a16="http://schemas.microsoft.com/office/drawing/2014/main" id="{EDC8F3C6-6F8F-411E-B042-2058D31A9F36}"/>
              </a:ext>
            </a:extLst>
          </p:cNvPr>
          <p:cNvSpPr>
            <a:spLocks noGrp="1"/>
          </p:cNvSpPr>
          <p:nvPr/>
        </p:nvSpPr>
        <p:spPr>
          <a:xfrm>
            <a:off x="7607300" y="3695436"/>
            <a:ext cx="24405" cy="12514"/>
          </a:xfrm>
          <a:custGeom>
            <a:avLst/>
            <a:gdLst/>
            <a:ahLst/>
            <a:cxnLst/>
            <a:rect l="l" t="t" r="r" b="b"/>
            <a:pathLst>
              <a:path w="1332" h="683">
                <a:moveTo>
                  <a:pt x="1076" y="1"/>
                </a:moveTo>
                <a:cubicBezTo>
                  <a:pt x="1042" y="1"/>
                  <a:pt x="1008" y="6"/>
                  <a:pt x="977" y="17"/>
                </a:cubicBezTo>
                <a:cubicBezTo>
                  <a:pt x="711" y="61"/>
                  <a:pt x="444" y="61"/>
                  <a:pt x="223" y="105"/>
                </a:cubicBezTo>
                <a:cubicBezTo>
                  <a:pt x="45" y="150"/>
                  <a:pt x="1" y="327"/>
                  <a:pt x="1" y="460"/>
                </a:cubicBezTo>
                <a:cubicBezTo>
                  <a:pt x="45" y="638"/>
                  <a:pt x="223" y="682"/>
                  <a:pt x="356" y="682"/>
                </a:cubicBezTo>
                <a:cubicBezTo>
                  <a:pt x="622" y="638"/>
                  <a:pt x="844" y="593"/>
                  <a:pt x="1110" y="549"/>
                </a:cubicBezTo>
                <a:cubicBezTo>
                  <a:pt x="1287" y="505"/>
                  <a:pt x="1332" y="327"/>
                  <a:pt x="1332" y="194"/>
                </a:cubicBezTo>
                <a:cubicBezTo>
                  <a:pt x="1298" y="59"/>
                  <a:pt x="1186" y="1"/>
                  <a:pt x="1076" y="1"/>
                </a:cubicBezTo>
                <a:close/>
              </a:path>
            </a:pathLst>
          </a:custGeom>
          <a:solidFill>
            <a:srgbClr val="7F6D5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7" name="Google Shape;857;p27">
            <a:extLst>
              <a:ext uri="{FF2B5EF4-FFF2-40B4-BE49-F238E27FC236}">
                <a16:creationId xmlns:a16="http://schemas.microsoft.com/office/drawing/2014/main" id="{EB3044B5-3A06-4766-8747-D4F07DC2C83E}"/>
              </a:ext>
            </a:extLst>
          </p:cNvPr>
          <p:cNvSpPr>
            <a:spLocks noGrp="1"/>
          </p:cNvSpPr>
          <p:nvPr/>
        </p:nvSpPr>
        <p:spPr>
          <a:xfrm>
            <a:off x="7691070" y="3612105"/>
            <a:ext cx="28399" cy="16875"/>
          </a:xfrm>
          <a:custGeom>
            <a:avLst/>
            <a:gdLst/>
            <a:ahLst/>
            <a:cxnLst/>
            <a:rect l="l" t="t" r="r" b="b"/>
            <a:pathLst>
              <a:path w="1550" h="921">
                <a:moveTo>
                  <a:pt x="1112" y="1"/>
                </a:moveTo>
                <a:cubicBezTo>
                  <a:pt x="1068" y="1"/>
                  <a:pt x="1021" y="13"/>
                  <a:pt x="975" y="39"/>
                </a:cubicBezTo>
                <a:cubicBezTo>
                  <a:pt x="753" y="128"/>
                  <a:pt x="487" y="261"/>
                  <a:pt x="265" y="394"/>
                </a:cubicBezTo>
                <a:cubicBezTo>
                  <a:pt x="1" y="545"/>
                  <a:pt x="154" y="920"/>
                  <a:pt x="424" y="920"/>
                </a:cubicBezTo>
                <a:cubicBezTo>
                  <a:pt x="471" y="920"/>
                  <a:pt x="522" y="909"/>
                  <a:pt x="575" y="882"/>
                </a:cubicBezTo>
                <a:cubicBezTo>
                  <a:pt x="797" y="749"/>
                  <a:pt x="1019" y="616"/>
                  <a:pt x="1285" y="527"/>
                </a:cubicBezTo>
                <a:cubicBezTo>
                  <a:pt x="1549" y="376"/>
                  <a:pt x="1364" y="1"/>
                  <a:pt x="1112" y="1"/>
                </a:cubicBezTo>
                <a:close/>
              </a:path>
            </a:pathLst>
          </a:custGeom>
          <a:solidFill>
            <a:srgbClr val="7F6D5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8" name="Google Shape;858;p27">
            <a:extLst>
              <a:ext uri="{FF2B5EF4-FFF2-40B4-BE49-F238E27FC236}">
                <a16:creationId xmlns:a16="http://schemas.microsoft.com/office/drawing/2014/main" id="{E21BBF8B-A3A3-4079-8958-2317C13976A7}"/>
              </a:ext>
            </a:extLst>
          </p:cNvPr>
          <p:cNvSpPr>
            <a:spLocks noGrp="1"/>
          </p:cNvSpPr>
          <p:nvPr/>
        </p:nvSpPr>
        <p:spPr>
          <a:xfrm>
            <a:off x="7594144" y="3535224"/>
            <a:ext cx="23984" cy="13741"/>
          </a:xfrm>
          <a:custGeom>
            <a:avLst/>
            <a:gdLst/>
            <a:ahLst/>
            <a:cxnLst/>
            <a:rect l="l" t="t" r="r" b="b"/>
            <a:pathLst>
              <a:path w="1309" h="750">
                <a:moveTo>
                  <a:pt x="362" y="0"/>
                </a:moveTo>
                <a:cubicBezTo>
                  <a:pt x="111" y="0"/>
                  <a:pt x="1" y="473"/>
                  <a:pt x="319" y="553"/>
                </a:cubicBezTo>
                <a:cubicBezTo>
                  <a:pt x="497" y="641"/>
                  <a:pt x="674" y="686"/>
                  <a:pt x="852" y="730"/>
                </a:cubicBezTo>
                <a:cubicBezTo>
                  <a:pt x="888" y="744"/>
                  <a:pt x="922" y="750"/>
                  <a:pt x="954" y="750"/>
                </a:cubicBezTo>
                <a:cubicBezTo>
                  <a:pt x="1229" y="750"/>
                  <a:pt x="1308" y="277"/>
                  <a:pt x="1029" y="198"/>
                </a:cubicBezTo>
                <a:cubicBezTo>
                  <a:pt x="852" y="153"/>
                  <a:pt x="674" y="65"/>
                  <a:pt x="453" y="20"/>
                </a:cubicBezTo>
                <a:cubicBezTo>
                  <a:pt x="421" y="6"/>
                  <a:pt x="390" y="0"/>
                  <a:pt x="362" y="0"/>
                </a:cubicBezTo>
                <a:close/>
              </a:path>
            </a:pathLst>
          </a:custGeom>
          <a:solidFill>
            <a:srgbClr val="7F6D5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9" name="Google Shape;859;p27">
            <a:extLst>
              <a:ext uri="{FF2B5EF4-FFF2-40B4-BE49-F238E27FC236}">
                <a16:creationId xmlns:a16="http://schemas.microsoft.com/office/drawing/2014/main" id="{CC44CFE9-EE87-4049-8EFC-3E42E29F09E2}"/>
              </a:ext>
            </a:extLst>
          </p:cNvPr>
          <p:cNvSpPr>
            <a:spLocks noGrp="1"/>
          </p:cNvSpPr>
          <p:nvPr/>
        </p:nvSpPr>
        <p:spPr>
          <a:xfrm>
            <a:off x="7442287" y="3438811"/>
            <a:ext cx="22774" cy="17974"/>
          </a:xfrm>
          <a:custGeom>
            <a:avLst/>
            <a:gdLst/>
            <a:ahLst/>
            <a:cxnLst/>
            <a:rect l="l" t="t" r="r" b="b"/>
            <a:pathLst>
              <a:path w="1243" h="981">
                <a:moveTo>
                  <a:pt x="336" y="1"/>
                </a:moveTo>
                <a:cubicBezTo>
                  <a:pt x="240" y="1"/>
                  <a:pt x="146" y="50"/>
                  <a:pt x="89" y="135"/>
                </a:cubicBezTo>
                <a:cubicBezTo>
                  <a:pt x="0" y="269"/>
                  <a:pt x="44" y="446"/>
                  <a:pt x="178" y="535"/>
                </a:cubicBezTo>
                <a:cubicBezTo>
                  <a:pt x="399" y="668"/>
                  <a:pt x="577" y="801"/>
                  <a:pt x="754" y="934"/>
                </a:cubicBezTo>
                <a:cubicBezTo>
                  <a:pt x="802" y="966"/>
                  <a:pt x="854" y="980"/>
                  <a:pt x="907" y="980"/>
                </a:cubicBezTo>
                <a:cubicBezTo>
                  <a:pt x="1002" y="980"/>
                  <a:pt x="1096" y="931"/>
                  <a:pt x="1154" y="845"/>
                </a:cubicBezTo>
                <a:cubicBezTo>
                  <a:pt x="1242" y="712"/>
                  <a:pt x="1154" y="535"/>
                  <a:pt x="1065" y="446"/>
                </a:cubicBezTo>
                <a:cubicBezTo>
                  <a:pt x="843" y="313"/>
                  <a:pt x="666" y="180"/>
                  <a:pt x="488" y="47"/>
                </a:cubicBezTo>
                <a:cubicBezTo>
                  <a:pt x="441" y="15"/>
                  <a:pt x="388" y="1"/>
                  <a:pt x="336" y="1"/>
                </a:cubicBezTo>
                <a:close/>
              </a:path>
            </a:pathLst>
          </a:custGeom>
          <a:solidFill>
            <a:srgbClr val="7F6D5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0" name="Google Shape;860;p27">
            <a:extLst>
              <a:ext uri="{FF2B5EF4-FFF2-40B4-BE49-F238E27FC236}">
                <a16:creationId xmlns:a16="http://schemas.microsoft.com/office/drawing/2014/main" id="{364BD5AA-36F3-4744-BF80-F1BA42B861B4}"/>
              </a:ext>
            </a:extLst>
          </p:cNvPr>
          <p:cNvSpPr>
            <a:spLocks noGrp="1"/>
          </p:cNvSpPr>
          <p:nvPr/>
        </p:nvSpPr>
        <p:spPr>
          <a:xfrm>
            <a:off x="7521624" y="3533777"/>
            <a:ext cx="24057" cy="13576"/>
          </a:xfrm>
          <a:custGeom>
            <a:avLst/>
            <a:gdLst/>
            <a:ahLst/>
            <a:cxnLst/>
            <a:rect l="l" t="t" r="r" b="b"/>
            <a:pathLst>
              <a:path w="1313" h="741">
                <a:moveTo>
                  <a:pt x="384" y="0"/>
                </a:moveTo>
                <a:cubicBezTo>
                  <a:pt x="89" y="0"/>
                  <a:pt x="1" y="461"/>
                  <a:pt x="329" y="543"/>
                </a:cubicBezTo>
                <a:cubicBezTo>
                  <a:pt x="506" y="632"/>
                  <a:pt x="684" y="676"/>
                  <a:pt x="861" y="720"/>
                </a:cubicBezTo>
                <a:cubicBezTo>
                  <a:pt x="898" y="734"/>
                  <a:pt x="932" y="740"/>
                  <a:pt x="963" y="740"/>
                </a:cubicBezTo>
                <a:cubicBezTo>
                  <a:pt x="1238" y="740"/>
                  <a:pt x="1313" y="268"/>
                  <a:pt x="994" y="188"/>
                </a:cubicBezTo>
                <a:cubicBezTo>
                  <a:pt x="817" y="144"/>
                  <a:pt x="639" y="55"/>
                  <a:pt x="462" y="10"/>
                </a:cubicBezTo>
                <a:cubicBezTo>
                  <a:pt x="435" y="4"/>
                  <a:pt x="409" y="0"/>
                  <a:pt x="384" y="0"/>
                </a:cubicBezTo>
                <a:close/>
              </a:path>
            </a:pathLst>
          </a:custGeom>
          <a:solidFill>
            <a:srgbClr val="7F6D5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1" name="Google Shape;861;p27">
            <a:extLst>
              <a:ext uri="{FF2B5EF4-FFF2-40B4-BE49-F238E27FC236}">
                <a16:creationId xmlns:a16="http://schemas.microsoft.com/office/drawing/2014/main" id="{5BE7DFD4-575E-4903-8C56-070D633F02D0}"/>
              </a:ext>
            </a:extLst>
          </p:cNvPr>
          <p:cNvSpPr>
            <a:spLocks noGrp="1"/>
          </p:cNvSpPr>
          <p:nvPr/>
        </p:nvSpPr>
        <p:spPr>
          <a:xfrm>
            <a:off x="7443900" y="3712586"/>
            <a:ext cx="24405" cy="12422"/>
          </a:xfrm>
          <a:custGeom>
            <a:avLst/>
            <a:gdLst/>
            <a:ahLst/>
            <a:cxnLst/>
            <a:rect l="l" t="t" r="r" b="b"/>
            <a:pathLst>
              <a:path w="1332" h="678">
                <a:moveTo>
                  <a:pt x="1051" y="1"/>
                </a:moveTo>
                <a:cubicBezTo>
                  <a:pt x="1025" y="1"/>
                  <a:pt x="1001" y="5"/>
                  <a:pt x="977" y="12"/>
                </a:cubicBezTo>
                <a:cubicBezTo>
                  <a:pt x="711" y="57"/>
                  <a:pt x="445" y="101"/>
                  <a:pt x="223" y="101"/>
                </a:cubicBezTo>
                <a:cubicBezTo>
                  <a:pt x="45" y="145"/>
                  <a:pt x="1" y="323"/>
                  <a:pt x="1" y="456"/>
                </a:cubicBezTo>
                <a:cubicBezTo>
                  <a:pt x="45" y="634"/>
                  <a:pt x="223" y="678"/>
                  <a:pt x="356" y="678"/>
                </a:cubicBezTo>
                <a:cubicBezTo>
                  <a:pt x="622" y="634"/>
                  <a:pt x="844" y="589"/>
                  <a:pt x="1110" y="545"/>
                </a:cubicBezTo>
                <a:cubicBezTo>
                  <a:pt x="1288" y="545"/>
                  <a:pt x="1332" y="323"/>
                  <a:pt x="1332" y="190"/>
                </a:cubicBezTo>
                <a:cubicBezTo>
                  <a:pt x="1295" y="80"/>
                  <a:pt x="1169" y="1"/>
                  <a:pt x="1051" y="1"/>
                </a:cubicBezTo>
                <a:close/>
              </a:path>
            </a:pathLst>
          </a:custGeom>
          <a:solidFill>
            <a:srgbClr val="7F6D5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2" name="Google Shape;862;p27">
            <a:extLst>
              <a:ext uri="{FF2B5EF4-FFF2-40B4-BE49-F238E27FC236}">
                <a16:creationId xmlns:a16="http://schemas.microsoft.com/office/drawing/2014/main" id="{C93985F8-EA4E-429C-BCE7-B79B35208BC4}"/>
              </a:ext>
            </a:extLst>
          </p:cNvPr>
          <p:cNvSpPr>
            <a:spLocks noGrp="1"/>
          </p:cNvSpPr>
          <p:nvPr/>
        </p:nvSpPr>
        <p:spPr>
          <a:xfrm>
            <a:off x="7283761" y="3905980"/>
            <a:ext cx="25211" cy="12514"/>
          </a:xfrm>
          <a:custGeom>
            <a:avLst/>
            <a:gdLst/>
            <a:ahLst/>
            <a:cxnLst/>
            <a:rect l="l" t="t" r="r" b="b"/>
            <a:pathLst>
              <a:path w="1376" h="683">
                <a:moveTo>
                  <a:pt x="1114" y="1"/>
                </a:moveTo>
                <a:cubicBezTo>
                  <a:pt x="1084" y="1"/>
                  <a:pt x="1052" y="6"/>
                  <a:pt x="1021" y="17"/>
                </a:cubicBezTo>
                <a:cubicBezTo>
                  <a:pt x="755" y="17"/>
                  <a:pt x="488" y="61"/>
                  <a:pt x="267" y="106"/>
                </a:cubicBezTo>
                <a:cubicBezTo>
                  <a:pt x="89" y="150"/>
                  <a:pt x="0" y="328"/>
                  <a:pt x="45" y="461"/>
                </a:cubicBezTo>
                <a:cubicBezTo>
                  <a:pt x="89" y="638"/>
                  <a:pt x="267" y="682"/>
                  <a:pt x="400" y="682"/>
                </a:cubicBezTo>
                <a:cubicBezTo>
                  <a:pt x="666" y="638"/>
                  <a:pt x="888" y="594"/>
                  <a:pt x="1154" y="549"/>
                </a:cubicBezTo>
                <a:cubicBezTo>
                  <a:pt x="1287" y="505"/>
                  <a:pt x="1376" y="328"/>
                  <a:pt x="1331" y="194"/>
                </a:cubicBezTo>
                <a:cubicBezTo>
                  <a:pt x="1298" y="59"/>
                  <a:pt x="1212" y="1"/>
                  <a:pt x="1114" y="1"/>
                </a:cubicBezTo>
                <a:close/>
              </a:path>
            </a:pathLst>
          </a:custGeom>
          <a:solidFill>
            <a:srgbClr val="7F6D5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3" name="Google Shape;863;p27">
            <a:extLst>
              <a:ext uri="{FF2B5EF4-FFF2-40B4-BE49-F238E27FC236}">
                <a16:creationId xmlns:a16="http://schemas.microsoft.com/office/drawing/2014/main" id="{79FE7A2F-96BF-4F2D-9DF5-0CDF4AD2835E}"/>
              </a:ext>
            </a:extLst>
          </p:cNvPr>
          <p:cNvSpPr>
            <a:spLocks noGrp="1"/>
          </p:cNvSpPr>
          <p:nvPr/>
        </p:nvSpPr>
        <p:spPr>
          <a:xfrm>
            <a:off x="7527670" y="3629182"/>
            <a:ext cx="28271" cy="16875"/>
          </a:xfrm>
          <a:custGeom>
            <a:avLst/>
            <a:gdLst/>
            <a:ahLst/>
            <a:cxnLst/>
            <a:rect l="l" t="t" r="r" b="b"/>
            <a:pathLst>
              <a:path w="1543" h="921">
                <a:moveTo>
                  <a:pt x="1112" y="1"/>
                </a:moveTo>
                <a:cubicBezTo>
                  <a:pt x="1068" y="1"/>
                  <a:pt x="1021" y="12"/>
                  <a:pt x="975" y="39"/>
                </a:cubicBezTo>
                <a:cubicBezTo>
                  <a:pt x="753" y="172"/>
                  <a:pt x="487" y="261"/>
                  <a:pt x="265" y="394"/>
                </a:cubicBezTo>
                <a:cubicBezTo>
                  <a:pt x="1" y="545"/>
                  <a:pt x="154" y="920"/>
                  <a:pt x="424" y="920"/>
                </a:cubicBezTo>
                <a:cubicBezTo>
                  <a:pt x="471" y="920"/>
                  <a:pt x="522" y="908"/>
                  <a:pt x="576" y="882"/>
                </a:cubicBezTo>
                <a:cubicBezTo>
                  <a:pt x="797" y="749"/>
                  <a:pt x="1019" y="660"/>
                  <a:pt x="1241" y="527"/>
                </a:cubicBezTo>
                <a:cubicBezTo>
                  <a:pt x="1543" y="376"/>
                  <a:pt x="1364" y="1"/>
                  <a:pt x="1112" y="1"/>
                </a:cubicBezTo>
                <a:close/>
              </a:path>
            </a:pathLst>
          </a:custGeom>
          <a:solidFill>
            <a:srgbClr val="7F6D5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4" name="Google Shape;864;p27">
            <a:extLst>
              <a:ext uri="{FF2B5EF4-FFF2-40B4-BE49-F238E27FC236}">
                <a16:creationId xmlns:a16="http://schemas.microsoft.com/office/drawing/2014/main" id="{F2B6B2AE-7DDD-402C-8797-45143B7C1394}"/>
              </a:ext>
            </a:extLst>
          </p:cNvPr>
          <p:cNvSpPr>
            <a:spLocks noGrp="1"/>
          </p:cNvSpPr>
          <p:nvPr/>
        </p:nvSpPr>
        <p:spPr>
          <a:xfrm>
            <a:off x="7430579" y="3552466"/>
            <a:ext cx="24094" cy="13595"/>
          </a:xfrm>
          <a:custGeom>
            <a:avLst/>
            <a:gdLst/>
            <a:ahLst/>
            <a:cxnLst/>
            <a:rect l="l" t="t" r="r" b="b"/>
            <a:pathLst>
              <a:path w="1315" h="742">
                <a:moveTo>
                  <a:pt x="393" y="1"/>
                </a:moveTo>
                <a:cubicBezTo>
                  <a:pt x="127" y="1"/>
                  <a:pt x="1" y="465"/>
                  <a:pt x="329" y="588"/>
                </a:cubicBezTo>
                <a:cubicBezTo>
                  <a:pt x="506" y="632"/>
                  <a:pt x="683" y="676"/>
                  <a:pt x="861" y="721"/>
                </a:cubicBezTo>
                <a:cubicBezTo>
                  <a:pt x="900" y="735"/>
                  <a:pt x="936" y="742"/>
                  <a:pt x="969" y="742"/>
                </a:cubicBezTo>
                <a:cubicBezTo>
                  <a:pt x="1240" y="742"/>
                  <a:pt x="1315" y="307"/>
                  <a:pt x="1038" y="188"/>
                </a:cubicBezTo>
                <a:cubicBezTo>
                  <a:pt x="861" y="144"/>
                  <a:pt x="683" y="55"/>
                  <a:pt x="462" y="11"/>
                </a:cubicBezTo>
                <a:cubicBezTo>
                  <a:pt x="438" y="4"/>
                  <a:pt x="415" y="1"/>
                  <a:pt x="393" y="1"/>
                </a:cubicBezTo>
                <a:close/>
              </a:path>
            </a:pathLst>
          </a:custGeom>
          <a:solidFill>
            <a:srgbClr val="7F6D5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5" name="Google Shape;865;p27">
            <a:extLst>
              <a:ext uri="{FF2B5EF4-FFF2-40B4-BE49-F238E27FC236}">
                <a16:creationId xmlns:a16="http://schemas.microsoft.com/office/drawing/2014/main" id="{6BA4DD71-866C-4A2C-8CA8-A7E14460BCF2}"/>
              </a:ext>
            </a:extLst>
          </p:cNvPr>
          <p:cNvSpPr>
            <a:spLocks noGrp="1"/>
          </p:cNvSpPr>
          <p:nvPr/>
        </p:nvSpPr>
        <p:spPr>
          <a:xfrm>
            <a:off x="8161390" y="3017962"/>
            <a:ext cx="12825" cy="16123"/>
          </a:xfrm>
          <a:custGeom>
            <a:avLst/>
            <a:gdLst/>
            <a:ahLst/>
            <a:cxnLst/>
            <a:rect l="l" t="t" r="r" b="b"/>
            <a:pathLst>
              <a:path w="700" h="880">
                <a:moveTo>
                  <a:pt x="432" y="0"/>
                </a:moveTo>
                <a:cubicBezTo>
                  <a:pt x="371" y="0"/>
                  <a:pt x="314" y="35"/>
                  <a:pt x="285" y="122"/>
                </a:cubicBezTo>
                <a:cubicBezTo>
                  <a:pt x="196" y="255"/>
                  <a:pt x="152" y="432"/>
                  <a:pt x="63" y="566"/>
                </a:cubicBezTo>
                <a:cubicBezTo>
                  <a:pt x="0" y="722"/>
                  <a:pt x="159" y="879"/>
                  <a:pt x="289" y="879"/>
                </a:cubicBezTo>
                <a:cubicBezTo>
                  <a:pt x="343" y="879"/>
                  <a:pt x="392" y="852"/>
                  <a:pt x="418" y="787"/>
                </a:cubicBezTo>
                <a:cubicBezTo>
                  <a:pt x="507" y="610"/>
                  <a:pt x="551" y="477"/>
                  <a:pt x="640" y="299"/>
                </a:cubicBezTo>
                <a:cubicBezTo>
                  <a:pt x="700" y="150"/>
                  <a:pt x="558" y="0"/>
                  <a:pt x="432" y="0"/>
                </a:cubicBezTo>
                <a:close/>
              </a:path>
            </a:pathLst>
          </a:custGeom>
          <a:solidFill>
            <a:srgbClr val="7F6D5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6" name="Google Shape;866;p27">
            <a:extLst>
              <a:ext uri="{FF2B5EF4-FFF2-40B4-BE49-F238E27FC236}">
                <a16:creationId xmlns:a16="http://schemas.microsoft.com/office/drawing/2014/main" id="{4422F847-50DC-4160-AB57-8E322C42DFF8}"/>
              </a:ext>
            </a:extLst>
          </p:cNvPr>
          <p:cNvSpPr>
            <a:spLocks noGrp="1"/>
          </p:cNvSpPr>
          <p:nvPr/>
        </p:nvSpPr>
        <p:spPr>
          <a:xfrm>
            <a:off x="8112543" y="3087862"/>
            <a:ext cx="8556" cy="14035"/>
          </a:xfrm>
          <a:custGeom>
            <a:avLst/>
            <a:gdLst/>
            <a:ahLst/>
            <a:cxnLst/>
            <a:rect l="l" t="t" r="r" b="b"/>
            <a:pathLst>
              <a:path w="467" h="766">
                <a:moveTo>
                  <a:pt x="267" y="0"/>
                </a:moveTo>
                <a:cubicBezTo>
                  <a:pt x="167" y="0"/>
                  <a:pt x="67" y="56"/>
                  <a:pt x="67" y="167"/>
                </a:cubicBezTo>
                <a:cubicBezTo>
                  <a:pt x="23" y="300"/>
                  <a:pt x="23" y="433"/>
                  <a:pt x="23" y="566"/>
                </a:cubicBezTo>
                <a:cubicBezTo>
                  <a:pt x="0" y="699"/>
                  <a:pt x="89" y="766"/>
                  <a:pt x="189" y="766"/>
                </a:cubicBezTo>
                <a:cubicBezTo>
                  <a:pt x="289" y="766"/>
                  <a:pt x="400" y="699"/>
                  <a:pt x="422" y="566"/>
                </a:cubicBezTo>
                <a:cubicBezTo>
                  <a:pt x="422" y="433"/>
                  <a:pt x="422" y="300"/>
                  <a:pt x="466" y="167"/>
                </a:cubicBezTo>
                <a:cubicBezTo>
                  <a:pt x="466" y="56"/>
                  <a:pt x="366" y="0"/>
                  <a:pt x="267" y="0"/>
                </a:cubicBezTo>
                <a:close/>
              </a:path>
            </a:pathLst>
          </a:custGeom>
          <a:solidFill>
            <a:srgbClr val="7F6D5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7" name="Google Shape;867;p27">
            <a:extLst>
              <a:ext uri="{FF2B5EF4-FFF2-40B4-BE49-F238E27FC236}">
                <a16:creationId xmlns:a16="http://schemas.microsoft.com/office/drawing/2014/main" id="{0206DB02-AB23-4602-9F62-B3E887B9D080}"/>
              </a:ext>
            </a:extLst>
          </p:cNvPr>
          <p:cNvSpPr>
            <a:spLocks noGrp="1"/>
          </p:cNvSpPr>
          <p:nvPr/>
        </p:nvSpPr>
        <p:spPr>
          <a:xfrm>
            <a:off x="7977011" y="3061386"/>
            <a:ext cx="12569" cy="15995"/>
          </a:xfrm>
          <a:custGeom>
            <a:avLst/>
            <a:gdLst/>
            <a:ahLst/>
            <a:cxnLst/>
            <a:rect l="l" t="t" r="r" b="b"/>
            <a:pathLst>
              <a:path w="686" h="873">
                <a:moveTo>
                  <a:pt x="253" y="0"/>
                </a:moveTo>
                <a:cubicBezTo>
                  <a:pt x="126" y="0"/>
                  <a:pt x="1" y="102"/>
                  <a:pt x="54" y="236"/>
                </a:cubicBezTo>
                <a:cubicBezTo>
                  <a:pt x="143" y="414"/>
                  <a:pt x="188" y="591"/>
                  <a:pt x="232" y="725"/>
                </a:cubicBezTo>
                <a:cubicBezTo>
                  <a:pt x="284" y="829"/>
                  <a:pt x="371" y="872"/>
                  <a:pt x="452" y="872"/>
                </a:cubicBezTo>
                <a:cubicBezTo>
                  <a:pt x="576" y="872"/>
                  <a:pt x="685" y="770"/>
                  <a:pt x="631" y="636"/>
                </a:cubicBezTo>
                <a:cubicBezTo>
                  <a:pt x="587" y="458"/>
                  <a:pt x="498" y="281"/>
                  <a:pt x="454" y="148"/>
                </a:cubicBezTo>
                <a:cubicBezTo>
                  <a:pt x="419" y="43"/>
                  <a:pt x="336" y="0"/>
                  <a:pt x="253" y="0"/>
                </a:cubicBezTo>
                <a:close/>
              </a:path>
            </a:pathLst>
          </a:custGeom>
          <a:solidFill>
            <a:srgbClr val="7F6D5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8" name="Google Shape;868;p27">
            <a:extLst>
              <a:ext uri="{FF2B5EF4-FFF2-40B4-BE49-F238E27FC236}">
                <a16:creationId xmlns:a16="http://schemas.microsoft.com/office/drawing/2014/main" id="{14E94EDE-7123-47CA-A496-D3D8EA46F18E}"/>
              </a:ext>
            </a:extLst>
          </p:cNvPr>
          <p:cNvSpPr>
            <a:spLocks noGrp="1"/>
          </p:cNvSpPr>
          <p:nvPr/>
        </p:nvSpPr>
        <p:spPr>
          <a:xfrm>
            <a:off x="8043797" y="3107724"/>
            <a:ext cx="16380" cy="15171"/>
          </a:xfrm>
          <a:custGeom>
            <a:avLst/>
            <a:gdLst/>
            <a:ahLst/>
            <a:cxnLst/>
            <a:rect l="l" t="t" r="r" b="b"/>
            <a:pathLst>
              <a:path w="894" h="828">
                <a:moveTo>
                  <a:pt x="271" y="0"/>
                </a:moveTo>
                <a:cubicBezTo>
                  <a:pt x="125" y="0"/>
                  <a:pt x="0" y="189"/>
                  <a:pt x="136" y="325"/>
                </a:cubicBezTo>
                <a:lnTo>
                  <a:pt x="491" y="769"/>
                </a:lnTo>
                <a:cubicBezTo>
                  <a:pt x="533" y="810"/>
                  <a:pt x="579" y="827"/>
                  <a:pt x="623" y="827"/>
                </a:cubicBezTo>
                <a:cubicBezTo>
                  <a:pt x="769" y="827"/>
                  <a:pt x="894" y="639"/>
                  <a:pt x="758" y="503"/>
                </a:cubicBezTo>
                <a:cubicBezTo>
                  <a:pt x="624" y="325"/>
                  <a:pt x="536" y="192"/>
                  <a:pt x="403" y="59"/>
                </a:cubicBezTo>
                <a:cubicBezTo>
                  <a:pt x="361" y="18"/>
                  <a:pt x="315" y="0"/>
                  <a:pt x="271" y="0"/>
                </a:cubicBezTo>
                <a:close/>
              </a:path>
            </a:pathLst>
          </a:custGeom>
          <a:solidFill>
            <a:srgbClr val="7F6D5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9" name="Google Shape;869;p27">
            <a:extLst>
              <a:ext uri="{FF2B5EF4-FFF2-40B4-BE49-F238E27FC236}">
                <a16:creationId xmlns:a16="http://schemas.microsoft.com/office/drawing/2014/main" id="{1E675A7A-9B4E-41FF-9918-A92CF92A63D0}"/>
              </a:ext>
            </a:extLst>
          </p:cNvPr>
          <p:cNvSpPr>
            <a:spLocks noGrp="1"/>
          </p:cNvSpPr>
          <p:nvPr/>
        </p:nvSpPr>
        <p:spPr>
          <a:xfrm>
            <a:off x="8086122" y="3028717"/>
            <a:ext cx="8153" cy="14053"/>
          </a:xfrm>
          <a:custGeom>
            <a:avLst/>
            <a:gdLst/>
            <a:ahLst/>
            <a:cxnLst/>
            <a:rect l="l" t="t" r="r" b="b"/>
            <a:pathLst>
              <a:path w="445" h="767">
                <a:moveTo>
                  <a:pt x="244" y="1"/>
                </a:moveTo>
                <a:cubicBezTo>
                  <a:pt x="145" y="1"/>
                  <a:pt x="45" y="67"/>
                  <a:pt x="45" y="200"/>
                </a:cubicBezTo>
                <a:cubicBezTo>
                  <a:pt x="45" y="333"/>
                  <a:pt x="0" y="467"/>
                  <a:pt x="0" y="600"/>
                </a:cubicBezTo>
                <a:cubicBezTo>
                  <a:pt x="0" y="711"/>
                  <a:pt x="89" y="766"/>
                  <a:pt x="183" y="766"/>
                </a:cubicBezTo>
                <a:cubicBezTo>
                  <a:pt x="278" y="766"/>
                  <a:pt x="377" y="711"/>
                  <a:pt x="400" y="600"/>
                </a:cubicBezTo>
                <a:cubicBezTo>
                  <a:pt x="400" y="467"/>
                  <a:pt x="400" y="333"/>
                  <a:pt x="444" y="200"/>
                </a:cubicBezTo>
                <a:cubicBezTo>
                  <a:pt x="444" y="67"/>
                  <a:pt x="344" y="1"/>
                  <a:pt x="244" y="1"/>
                </a:cubicBezTo>
                <a:close/>
              </a:path>
            </a:pathLst>
          </a:custGeom>
          <a:solidFill>
            <a:srgbClr val="7F6D5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0" name="Google Shape;870;p27">
            <a:extLst>
              <a:ext uri="{FF2B5EF4-FFF2-40B4-BE49-F238E27FC236}">
                <a16:creationId xmlns:a16="http://schemas.microsoft.com/office/drawing/2014/main" id="{77ED408A-43DA-47E1-9C02-43F71E6589EF}"/>
              </a:ext>
            </a:extLst>
          </p:cNvPr>
          <p:cNvSpPr>
            <a:spLocks noGrp="1"/>
          </p:cNvSpPr>
          <p:nvPr/>
        </p:nvSpPr>
        <p:spPr>
          <a:xfrm>
            <a:off x="8075953" y="2979136"/>
            <a:ext cx="8153" cy="13833"/>
          </a:xfrm>
          <a:custGeom>
            <a:avLst/>
            <a:gdLst/>
            <a:ahLst/>
            <a:cxnLst/>
            <a:rect l="l" t="t" r="r" b="b"/>
            <a:pathLst>
              <a:path w="445" h="755">
                <a:moveTo>
                  <a:pt x="256" y="0"/>
                </a:moveTo>
                <a:cubicBezTo>
                  <a:pt x="156" y="0"/>
                  <a:pt x="45" y="67"/>
                  <a:pt x="23" y="200"/>
                </a:cubicBezTo>
                <a:cubicBezTo>
                  <a:pt x="23" y="333"/>
                  <a:pt x="23" y="422"/>
                  <a:pt x="23" y="555"/>
                </a:cubicBezTo>
                <a:cubicBezTo>
                  <a:pt x="1" y="688"/>
                  <a:pt x="90" y="755"/>
                  <a:pt x="184" y="755"/>
                </a:cubicBezTo>
                <a:cubicBezTo>
                  <a:pt x="278" y="755"/>
                  <a:pt x="378" y="688"/>
                  <a:pt x="378" y="555"/>
                </a:cubicBezTo>
                <a:cubicBezTo>
                  <a:pt x="422" y="422"/>
                  <a:pt x="422" y="333"/>
                  <a:pt x="422" y="200"/>
                </a:cubicBezTo>
                <a:cubicBezTo>
                  <a:pt x="444" y="67"/>
                  <a:pt x="356" y="0"/>
                  <a:pt x="256" y="0"/>
                </a:cubicBezTo>
                <a:close/>
              </a:path>
            </a:pathLst>
          </a:custGeom>
          <a:solidFill>
            <a:srgbClr val="7F6D5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1" name="Google Shape;871;p27">
            <a:extLst>
              <a:ext uri="{FF2B5EF4-FFF2-40B4-BE49-F238E27FC236}">
                <a16:creationId xmlns:a16="http://schemas.microsoft.com/office/drawing/2014/main" id="{3FE9FFDA-BBE1-4267-8DE5-636DDE4E5BC9}"/>
              </a:ext>
            </a:extLst>
          </p:cNvPr>
          <p:cNvSpPr>
            <a:spLocks noGrp="1"/>
          </p:cNvSpPr>
          <p:nvPr/>
        </p:nvSpPr>
        <p:spPr>
          <a:xfrm>
            <a:off x="8007023" y="2998796"/>
            <a:ext cx="15922" cy="15500"/>
          </a:xfrm>
          <a:custGeom>
            <a:avLst/>
            <a:gdLst/>
            <a:ahLst/>
            <a:cxnLst/>
            <a:rect l="l" t="t" r="r" b="b"/>
            <a:pathLst>
              <a:path w="869" h="846">
                <a:moveTo>
                  <a:pt x="281" y="0"/>
                </a:moveTo>
                <a:cubicBezTo>
                  <a:pt x="133" y="0"/>
                  <a:pt x="0" y="189"/>
                  <a:pt x="102" y="325"/>
                </a:cubicBezTo>
                <a:cubicBezTo>
                  <a:pt x="236" y="502"/>
                  <a:pt x="369" y="635"/>
                  <a:pt x="457" y="769"/>
                </a:cubicBezTo>
                <a:cubicBezTo>
                  <a:pt x="501" y="823"/>
                  <a:pt x="550" y="846"/>
                  <a:pt x="597" y="846"/>
                </a:cubicBezTo>
                <a:cubicBezTo>
                  <a:pt x="742" y="846"/>
                  <a:pt x="868" y="636"/>
                  <a:pt x="768" y="502"/>
                </a:cubicBezTo>
                <a:cubicBezTo>
                  <a:pt x="635" y="369"/>
                  <a:pt x="502" y="192"/>
                  <a:pt x="413" y="59"/>
                </a:cubicBezTo>
                <a:cubicBezTo>
                  <a:pt x="372" y="17"/>
                  <a:pt x="326" y="0"/>
                  <a:pt x="281" y="0"/>
                </a:cubicBezTo>
                <a:close/>
              </a:path>
            </a:pathLst>
          </a:custGeom>
          <a:solidFill>
            <a:srgbClr val="7F6D5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2" name="Google Shape;872;p27">
            <a:extLst>
              <a:ext uri="{FF2B5EF4-FFF2-40B4-BE49-F238E27FC236}">
                <a16:creationId xmlns:a16="http://schemas.microsoft.com/office/drawing/2014/main" id="{5D4ABA7D-688B-4F61-82E1-3A18FA42F5E5}"/>
              </a:ext>
            </a:extLst>
          </p:cNvPr>
          <p:cNvSpPr>
            <a:spLocks noGrp="1"/>
          </p:cNvSpPr>
          <p:nvPr/>
        </p:nvSpPr>
        <p:spPr>
          <a:xfrm>
            <a:off x="6878925" y="3859239"/>
            <a:ext cx="46997" cy="17131"/>
          </a:xfrm>
          <a:custGeom>
            <a:avLst/>
            <a:gdLst/>
            <a:ahLst/>
            <a:cxnLst/>
            <a:rect l="l" t="t" r="r" b="b"/>
            <a:pathLst>
              <a:path w="2565" h="935">
                <a:moveTo>
                  <a:pt x="2134" y="1"/>
                </a:moveTo>
                <a:cubicBezTo>
                  <a:pt x="2090" y="1"/>
                  <a:pt x="2043" y="12"/>
                  <a:pt x="1997" y="39"/>
                </a:cubicBezTo>
                <a:cubicBezTo>
                  <a:pt x="1464" y="305"/>
                  <a:pt x="932" y="394"/>
                  <a:pt x="355" y="394"/>
                </a:cubicBezTo>
                <a:cubicBezTo>
                  <a:pt x="342" y="392"/>
                  <a:pt x="329" y="391"/>
                  <a:pt x="317" y="391"/>
                </a:cubicBezTo>
                <a:cubicBezTo>
                  <a:pt x="1" y="391"/>
                  <a:pt x="13" y="926"/>
                  <a:pt x="355" y="926"/>
                </a:cubicBezTo>
                <a:cubicBezTo>
                  <a:pt x="444" y="932"/>
                  <a:pt x="531" y="935"/>
                  <a:pt x="617" y="935"/>
                </a:cubicBezTo>
                <a:cubicBezTo>
                  <a:pt x="1220" y="935"/>
                  <a:pt x="1758" y="799"/>
                  <a:pt x="2263" y="527"/>
                </a:cubicBezTo>
                <a:cubicBezTo>
                  <a:pt x="2565" y="376"/>
                  <a:pt x="2386" y="1"/>
                  <a:pt x="2134" y="1"/>
                </a:cubicBezTo>
                <a:close/>
              </a:path>
            </a:pathLst>
          </a:custGeom>
          <a:solidFill>
            <a:srgbClr val="7F6D5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3" name="Google Shape;873;p27">
            <a:extLst>
              <a:ext uri="{FF2B5EF4-FFF2-40B4-BE49-F238E27FC236}">
                <a16:creationId xmlns:a16="http://schemas.microsoft.com/office/drawing/2014/main" id="{2AB176D8-1B0B-4511-AE39-D5E1B8202872}"/>
              </a:ext>
            </a:extLst>
          </p:cNvPr>
          <p:cNvSpPr>
            <a:spLocks noGrp="1"/>
          </p:cNvSpPr>
          <p:nvPr/>
        </p:nvSpPr>
        <p:spPr>
          <a:xfrm>
            <a:off x="7142128" y="3836006"/>
            <a:ext cx="36113" cy="18652"/>
          </a:xfrm>
          <a:custGeom>
            <a:avLst/>
            <a:gdLst/>
            <a:ahLst/>
            <a:cxnLst/>
            <a:rect l="l" t="t" r="r" b="b"/>
            <a:pathLst>
              <a:path w="1971" h="1018">
                <a:moveTo>
                  <a:pt x="1610" y="0"/>
                </a:moveTo>
                <a:cubicBezTo>
                  <a:pt x="1581" y="0"/>
                  <a:pt x="1551" y="7"/>
                  <a:pt x="1519" y="20"/>
                </a:cubicBezTo>
                <a:cubicBezTo>
                  <a:pt x="1120" y="153"/>
                  <a:pt x="720" y="331"/>
                  <a:pt x="277" y="464"/>
                </a:cubicBezTo>
                <a:cubicBezTo>
                  <a:pt x="0" y="583"/>
                  <a:pt x="75" y="1018"/>
                  <a:pt x="346" y="1018"/>
                </a:cubicBezTo>
                <a:cubicBezTo>
                  <a:pt x="379" y="1018"/>
                  <a:pt x="415" y="1011"/>
                  <a:pt x="454" y="996"/>
                </a:cubicBezTo>
                <a:cubicBezTo>
                  <a:pt x="853" y="863"/>
                  <a:pt x="1253" y="730"/>
                  <a:pt x="1652" y="553"/>
                </a:cubicBezTo>
                <a:cubicBezTo>
                  <a:pt x="1971" y="473"/>
                  <a:pt x="1860" y="0"/>
                  <a:pt x="1610" y="0"/>
                </a:cubicBezTo>
                <a:close/>
              </a:path>
            </a:pathLst>
          </a:custGeom>
          <a:solidFill>
            <a:srgbClr val="7F6D5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4" name="Google Shape;874;p27">
            <a:extLst>
              <a:ext uri="{FF2B5EF4-FFF2-40B4-BE49-F238E27FC236}">
                <a16:creationId xmlns:a16="http://schemas.microsoft.com/office/drawing/2014/main" id="{6F6D177D-F0C1-4C26-BEEF-92DF27EF912E}"/>
              </a:ext>
            </a:extLst>
          </p:cNvPr>
          <p:cNvSpPr>
            <a:spLocks noGrp="1"/>
          </p:cNvSpPr>
          <p:nvPr/>
        </p:nvSpPr>
        <p:spPr>
          <a:xfrm>
            <a:off x="6528544" y="3929818"/>
            <a:ext cx="55297" cy="12257"/>
          </a:xfrm>
          <a:custGeom>
            <a:avLst/>
            <a:gdLst/>
            <a:ahLst/>
            <a:cxnLst/>
            <a:rect l="l" t="t" r="r" b="b"/>
            <a:pathLst>
              <a:path w="3018" h="669">
                <a:moveTo>
                  <a:pt x="2701" y="0"/>
                </a:moveTo>
                <a:cubicBezTo>
                  <a:pt x="2689" y="0"/>
                  <a:pt x="2676" y="1"/>
                  <a:pt x="2663" y="3"/>
                </a:cubicBezTo>
                <a:cubicBezTo>
                  <a:pt x="1909" y="47"/>
                  <a:pt x="1154" y="47"/>
                  <a:pt x="400" y="91"/>
                </a:cubicBezTo>
                <a:cubicBezTo>
                  <a:pt x="1" y="136"/>
                  <a:pt x="1" y="668"/>
                  <a:pt x="400" y="668"/>
                </a:cubicBezTo>
                <a:cubicBezTo>
                  <a:pt x="1154" y="624"/>
                  <a:pt x="1909" y="579"/>
                  <a:pt x="2663" y="579"/>
                </a:cubicBezTo>
                <a:cubicBezTo>
                  <a:pt x="3005" y="537"/>
                  <a:pt x="3017" y="0"/>
                  <a:pt x="2701" y="0"/>
                </a:cubicBezTo>
                <a:close/>
              </a:path>
            </a:pathLst>
          </a:custGeom>
          <a:solidFill>
            <a:srgbClr val="7F6D5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5" name="Google Shape;875;p27">
            <a:extLst>
              <a:ext uri="{FF2B5EF4-FFF2-40B4-BE49-F238E27FC236}">
                <a16:creationId xmlns:a16="http://schemas.microsoft.com/office/drawing/2014/main" id="{A7696205-1779-45C1-A1F0-CEA453622D26}"/>
              </a:ext>
            </a:extLst>
          </p:cNvPr>
          <p:cNvSpPr>
            <a:spLocks noGrp="1"/>
          </p:cNvSpPr>
          <p:nvPr/>
        </p:nvSpPr>
        <p:spPr>
          <a:xfrm>
            <a:off x="6538310" y="3751008"/>
            <a:ext cx="32522" cy="12257"/>
          </a:xfrm>
          <a:custGeom>
            <a:avLst/>
            <a:gdLst/>
            <a:ahLst/>
            <a:cxnLst/>
            <a:rect l="l" t="t" r="r" b="b"/>
            <a:pathLst>
              <a:path w="1775" h="669">
                <a:moveTo>
                  <a:pt x="355" y="1"/>
                </a:moveTo>
                <a:cubicBezTo>
                  <a:pt x="0" y="1"/>
                  <a:pt x="0" y="533"/>
                  <a:pt x="355" y="577"/>
                </a:cubicBezTo>
                <a:cubicBezTo>
                  <a:pt x="710" y="622"/>
                  <a:pt x="1065" y="666"/>
                  <a:pt x="1420" y="666"/>
                </a:cubicBezTo>
                <a:cubicBezTo>
                  <a:pt x="1433" y="668"/>
                  <a:pt x="1446" y="669"/>
                  <a:pt x="1458" y="669"/>
                </a:cubicBezTo>
                <a:cubicBezTo>
                  <a:pt x="1774" y="669"/>
                  <a:pt x="1762" y="132"/>
                  <a:pt x="1420" y="89"/>
                </a:cubicBezTo>
                <a:cubicBezTo>
                  <a:pt x="1065" y="89"/>
                  <a:pt x="710" y="45"/>
                  <a:pt x="355" y="1"/>
                </a:cubicBezTo>
                <a:close/>
              </a:path>
            </a:pathLst>
          </a:custGeom>
          <a:solidFill>
            <a:srgbClr val="7F6D5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6" name="Google Shape;876;p27">
            <a:extLst>
              <a:ext uri="{FF2B5EF4-FFF2-40B4-BE49-F238E27FC236}">
                <a16:creationId xmlns:a16="http://schemas.microsoft.com/office/drawing/2014/main" id="{93A5F333-C1A4-4E8D-A669-28DF97059486}"/>
              </a:ext>
            </a:extLst>
          </p:cNvPr>
          <p:cNvSpPr>
            <a:spLocks noGrp="1"/>
          </p:cNvSpPr>
          <p:nvPr/>
        </p:nvSpPr>
        <p:spPr>
          <a:xfrm>
            <a:off x="7036480" y="3975532"/>
            <a:ext cx="28528" cy="17351"/>
          </a:xfrm>
          <a:custGeom>
            <a:avLst/>
            <a:gdLst/>
            <a:ahLst/>
            <a:cxnLst/>
            <a:rect l="l" t="t" r="r" b="b"/>
            <a:pathLst>
              <a:path w="1557" h="947">
                <a:moveTo>
                  <a:pt x="1114" y="1"/>
                </a:moveTo>
                <a:cubicBezTo>
                  <a:pt x="1072" y="1"/>
                  <a:pt x="1028" y="12"/>
                  <a:pt x="985" y="37"/>
                </a:cubicBezTo>
                <a:cubicBezTo>
                  <a:pt x="763" y="170"/>
                  <a:pt x="497" y="303"/>
                  <a:pt x="275" y="392"/>
                </a:cubicBezTo>
                <a:cubicBezTo>
                  <a:pt x="1" y="548"/>
                  <a:pt x="176" y="947"/>
                  <a:pt x="434" y="947"/>
                </a:cubicBezTo>
                <a:cubicBezTo>
                  <a:pt x="469" y="947"/>
                  <a:pt x="505" y="940"/>
                  <a:pt x="541" y="924"/>
                </a:cubicBezTo>
                <a:cubicBezTo>
                  <a:pt x="807" y="791"/>
                  <a:pt x="1029" y="658"/>
                  <a:pt x="1251" y="525"/>
                </a:cubicBezTo>
                <a:cubicBezTo>
                  <a:pt x="1556" y="410"/>
                  <a:pt x="1369" y="1"/>
                  <a:pt x="1114" y="1"/>
                </a:cubicBezTo>
                <a:close/>
              </a:path>
            </a:pathLst>
          </a:custGeom>
          <a:solidFill>
            <a:srgbClr val="7F6D5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7" name="Google Shape;877;p27">
            <a:extLst>
              <a:ext uri="{FF2B5EF4-FFF2-40B4-BE49-F238E27FC236}">
                <a16:creationId xmlns:a16="http://schemas.microsoft.com/office/drawing/2014/main" id="{53FC6C12-0D8A-46B0-B1DA-BAD9C26A941F}"/>
              </a:ext>
            </a:extLst>
          </p:cNvPr>
          <p:cNvSpPr>
            <a:spLocks noGrp="1"/>
          </p:cNvSpPr>
          <p:nvPr/>
        </p:nvSpPr>
        <p:spPr>
          <a:xfrm>
            <a:off x="7058266" y="3757513"/>
            <a:ext cx="48096" cy="16508"/>
          </a:xfrm>
          <a:custGeom>
            <a:avLst/>
            <a:gdLst/>
            <a:ahLst/>
            <a:cxnLst/>
            <a:rect l="l" t="t" r="r" b="b"/>
            <a:pathLst>
              <a:path w="2625" h="901">
                <a:moveTo>
                  <a:pt x="1015" y="1"/>
                </a:moveTo>
                <a:cubicBezTo>
                  <a:pt x="782" y="1"/>
                  <a:pt x="550" y="30"/>
                  <a:pt x="328" y="89"/>
                </a:cubicBezTo>
                <a:cubicBezTo>
                  <a:pt x="0" y="212"/>
                  <a:pt x="89" y="676"/>
                  <a:pt x="384" y="676"/>
                </a:cubicBezTo>
                <a:cubicBezTo>
                  <a:pt x="408" y="676"/>
                  <a:pt x="434" y="673"/>
                  <a:pt x="461" y="666"/>
                </a:cubicBezTo>
                <a:cubicBezTo>
                  <a:pt x="683" y="598"/>
                  <a:pt x="899" y="562"/>
                  <a:pt x="1108" y="562"/>
                </a:cubicBezTo>
                <a:cubicBezTo>
                  <a:pt x="1442" y="562"/>
                  <a:pt x="1758" y="653"/>
                  <a:pt x="2058" y="844"/>
                </a:cubicBezTo>
                <a:cubicBezTo>
                  <a:pt x="2114" y="883"/>
                  <a:pt x="2169" y="900"/>
                  <a:pt x="2221" y="900"/>
                </a:cubicBezTo>
                <a:cubicBezTo>
                  <a:pt x="2460" y="900"/>
                  <a:pt x="2624" y="538"/>
                  <a:pt x="2369" y="356"/>
                </a:cubicBezTo>
                <a:cubicBezTo>
                  <a:pt x="1955" y="119"/>
                  <a:pt x="1482" y="1"/>
                  <a:pt x="1015" y="1"/>
                </a:cubicBezTo>
                <a:close/>
              </a:path>
            </a:pathLst>
          </a:custGeom>
          <a:solidFill>
            <a:srgbClr val="7F6D5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8" name="Google Shape;878;p27">
            <a:extLst>
              <a:ext uri="{FF2B5EF4-FFF2-40B4-BE49-F238E27FC236}">
                <a16:creationId xmlns:a16="http://schemas.microsoft.com/office/drawing/2014/main" id="{5089B3AD-94E6-4F1B-B5EE-E1530B87CF10}"/>
              </a:ext>
            </a:extLst>
          </p:cNvPr>
          <p:cNvSpPr>
            <a:spLocks noGrp="1"/>
          </p:cNvSpPr>
          <p:nvPr/>
        </p:nvSpPr>
        <p:spPr>
          <a:xfrm>
            <a:off x="7405954" y="3863967"/>
            <a:ext cx="30397" cy="13118"/>
          </a:xfrm>
          <a:custGeom>
            <a:avLst/>
            <a:gdLst/>
            <a:ahLst/>
            <a:cxnLst/>
            <a:rect l="l" t="t" r="r" b="b"/>
            <a:pathLst>
              <a:path w="1659" h="716">
                <a:moveTo>
                  <a:pt x="477" y="0"/>
                </a:moveTo>
                <a:cubicBezTo>
                  <a:pt x="151" y="0"/>
                  <a:pt x="1" y="494"/>
                  <a:pt x="342" y="580"/>
                </a:cubicBezTo>
                <a:cubicBezTo>
                  <a:pt x="608" y="624"/>
                  <a:pt x="874" y="668"/>
                  <a:pt x="1140" y="713"/>
                </a:cubicBezTo>
                <a:cubicBezTo>
                  <a:pt x="1154" y="714"/>
                  <a:pt x="1168" y="715"/>
                  <a:pt x="1182" y="715"/>
                </a:cubicBezTo>
                <a:cubicBezTo>
                  <a:pt x="1508" y="715"/>
                  <a:pt x="1658" y="221"/>
                  <a:pt x="1318" y="136"/>
                </a:cubicBezTo>
                <a:cubicBezTo>
                  <a:pt x="1051" y="92"/>
                  <a:pt x="785" y="47"/>
                  <a:pt x="519" y="3"/>
                </a:cubicBezTo>
                <a:cubicBezTo>
                  <a:pt x="505" y="1"/>
                  <a:pt x="491" y="0"/>
                  <a:pt x="477" y="0"/>
                </a:cubicBezTo>
                <a:close/>
              </a:path>
            </a:pathLst>
          </a:custGeom>
          <a:solidFill>
            <a:srgbClr val="7F6D5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9" name="Google Shape;879;p27">
            <a:extLst>
              <a:ext uri="{FF2B5EF4-FFF2-40B4-BE49-F238E27FC236}">
                <a16:creationId xmlns:a16="http://schemas.microsoft.com/office/drawing/2014/main" id="{72482BC3-C70D-4049-9C7D-66CA453FE3C2}"/>
              </a:ext>
            </a:extLst>
          </p:cNvPr>
          <p:cNvSpPr>
            <a:spLocks noGrp="1"/>
          </p:cNvSpPr>
          <p:nvPr/>
        </p:nvSpPr>
        <p:spPr>
          <a:xfrm>
            <a:off x="6527994" y="3310352"/>
            <a:ext cx="47455" cy="14749"/>
          </a:xfrm>
          <a:custGeom>
            <a:avLst/>
            <a:gdLst/>
            <a:ahLst/>
            <a:cxnLst/>
            <a:rect l="l" t="t" r="r" b="b"/>
            <a:pathLst>
              <a:path w="2590" h="805">
                <a:moveTo>
                  <a:pt x="433" y="1"/>
                </a:moveTo>
                <a:cubicBezTo>
                  <a:pt x="110" y="1"/>
                  <a:pt x="1" y="493"/>
                  <a:pt x="341" y="536"/>
                </a:cubicBezTo>
                <a:cubicBezTo>
                  <a:pt x="918" y="624"/>
                  <a:pt x="1495" y="713"/>
                  <a:pt x="2116" y="802"/>
                </a:cubicBezTo>
                <a:cubicBezTo>
                  <a:pt x="2130" y="804"/>
                  <a:pt x="2144" y="804"/>
                  <a:pt x="2157" y="804"/>
                </a:cubicBezTo>
                <a:cubicBezTo>
                  <a:pt x="2481" y="804"/>
                  <a:pt x="2590" y="310"/>
                  <a:pt x="2249" y="225"/>
                </a:cubicBezTo>
                <a:cubicBezTo>
                  <a:pt x="1672" y="181"/>
                  <a:pt x="1051" y="92"/>
                  <a:pt x="474" y="3"/>
                </a:cubicBezTo>
                <a:cubicBezTo>
                  <a:pt x="460" y="1"/>
                  <a:pt x="446" y="1"/>
                  <a:pt x="433" y="1"/>
                </a:cubicBezTo>
                <a:close/>
              </a:path>
            </a:pathLst>
          </a:custGeom>
          <a:solidFill>
            <a:srgbClr val="7F6D5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0" name="Google Shape;880;p27">
            <a:extLst>
              <a:ext uri="{FF2B5EF4-FFF2-40B4-BE49-F238E27FC236}">
                <a16:creationId xmlns:a16="http://schemas.microsoft.com/office/drawing/2014/main" id="{9057F01C-758B-49C2-A076-452E92156955}"/>
              </a:ext>
            </a:extLst>
          </p:cNvPr>
          <p:cNvSpPr>
            <a:spLocks noGrp="1"/>
          </p:cNvSpPr>
          <p:nvPr/>
        </p:nvSpPr>
        <p:spPr>
          <a:xfrm>
            <a:off x="6450508" y="3420141"/>
            <a:ext cx="26842" cy="10590"/>
          </a:xfrm>
          <a:custGeom>
            <a:avLst/>
            <a:gdLst/>
            <a:ahLst/>
            <a:cxnLst/>
            <a:rect l="l" t="t" r="r" b="b"/>
            <a:pathLst>
              <a:path w="1465" h="578">
                <a:moveTo>
                  <a:pt x="355" y="1"/>
                </a:moveTo>
                <a:cubicBezTo>
                  <a:pt x="0" y="1"/>
                  <a:pt x="0" y="578"/>
                  <a:pt x="355" y="578"/>
                </a:cubicBezTo>
                <a:lnTo>
                  <a:pt x="1110" y="578"/>
                </a:lnTo>
                <a:cubicBezTo>
                  <a:pt x="1465" y="578"/>
                  <a:pt x="1465" y="1"/>
                  <a:pt x="1110" y="1"/>
                </a:cubicBezTo>
                <a:close/>
              </a:path>
            </a:pathLst>
          </a:custGeom>
          <a:solidFill>
            <a:srgbClr val="7F6D5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1" name="Google Shape;881;p27">
            <a:extLst>
              <a:ext uri="{FF2B5EF4-FFF2-40B4-BE49-F238E27FC236}">
                <a16:creationId xmlns:a16="http://schemas.microsoft.com/office/drawing/2014/main" id="{0DAC8FE6-AFFC-4528-84EE-6F35F529F660}"/>
              </a:ext>
            </a:extLst>
          </p:cNvPr>
          <p:cNvSpPr>
            <a:spLocks noGrp="1"/>
          </p:cNvSpPr>
          <p:nvPr/>
        </p:nvSpPr>
        <p:spPr>
          <a:xfrm>
            <a:off x="6744750" y="3235999"/>
            <a:ext cx="57825" cy="28509"/>
          </a:xfrm>
          <a:custGeom>
            <a:avLst/>
            <a:gdLst/>
            <a:ahLst/>
            <a:cxnLst/>
            <a:rect l="l" t="t" r="r" b="b"/>
            <a:pathLst>
              <a:path w="3156" h="1556">
                <a:moveTo>
                  <a:pt x="470" y="1"/>
                </a:moveTo>
                <a:cubicBezTo>
                  <a:pt x="205" y="1"/>
                  <a:pt x="0" y="394"/>
                  <a:pt x="313" y="512"/>
                </a:cubicBezTo>
                <a:cubicBezTo>
                  <a:pt x="1067" y="822"/>
                  <a:pt x="1822" y="1177"/>
                  <a:pt x="2576" y="1532"/>
                </a:cubicBezTo>
                <a:cubicBezTo>
                  <a:pt x="2613" y="1548"/>
                  <a:pt x="2649" y="1555"/>
                  <a:pt x="2685" y="1555"/>
                </a:cubicBezTo>
                <a:cubicBezTo>
                  <a:pt x="2951" y="1555"/>
                  <a:pt x="3155" y="1162"/>
                  <a:pt x="2842" y="1044"/>
                </a:cubicBezTo>
                <a:cubicBezTo>
                  <a:pt x="2088" y="689"/>
                  <a:pt x="1334" y="334"/>
                  <a:pt x="579" y="24"/>
                </a:cubicBezTo>
                <a:cubicBezTo>
                  <a:pt x="543" y="8"/>
                  <a:pt x="506" y="1"/>
                  <a:pt x="470" y="1"/>
                </a:cubicBezTo>
                <a:close/>
              </a:path>
            </a:pathLst>
          </a:custGeom>
          <a:solidFill>
            <a:srgbClr val="7F6D5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2" name="Google Shape;882;p27">
            <a:extLst>
              <a:ext uri="{FF2B5EF4-FFF2-40B4-BE49-F238E27FC236}">
                <a16:creationId xmlns:a16="http://schemas.microsoft.com/office/drawing/2014/main" id="{1117CB65-F68C-4BD1-A60D-8DD8C96C15EB}"/>
              </a:ext>
            </a:extLst>
          </p:cNvPr>
          <p:cNvSpPr>
            <a:spLocks noGrp="1"/>
          </p:cNvSpPr>
          <p:nvPr/>
        </p:nvSpPr>
        <p:spPr>
          <a:xfrm>
            <a:off x="6708874" y="3406783"/>
            <a:ext cx="46649" cy="19440"/>
          </a:xfrm>
          <a:custGeom>
            <a:avLst/>
            <a:gdLst/>
            <a:ahLst/>
            <a:cxnLst/>
            <a:rect l="l" t="t" r="r" b="b"/>
            <a:pathLst>
              <a:path w="2546" h="1061">
                <a:moveTo>
                  <a:pt x="350" y="0"/>
                </a:moveTo>
                <a:cubicBezTo>
                  <a:pt x="75" y="0"/>
                  <a:pt x="0" y="473"/>
                  <a:pt x="319" y="552"/>
                </a:cubicBezTo>
                <a:cubicBezTo>
                  <a:pt x="896" y="730"/>
                  <a:pt x="1473" y="907"/>
                  <a:pt x="2049" y="1040"/>
                </a:cubicBezTo>
                <a:cubicBezTo>
                  <a:pt x="2086" y="1054"/>
                  <a:pt x="2120" y="1060"/>
                  <a:pt x="2153" y="1060"/>
                </a:cubicBezTo>
                <a:cubicBezTo>
                  <a:pt x="2435" y="1060"/>
                  <a:pt x="2545" y="588"/>
                  <a:pt x="2227" y="508"/>
                </a:cubicBezTo>
                <a:cubicBezTo>
                  <a:pt x="1650" y="331"/>
                  <a:pt x="1029" y="153"/>
                  <a:pt x="452" y="20"/>
                </a:cubicBezTo>
                <a:cubicBezTo>
                  <a:pt x="416" y="6"/>
                  <a:pt x="382" y="0"/>
                  <a:pt x="350" y="0"/>
                </a:cubicBezTo>
                <a:close/>
              </a:path>
            </a:pathLst>
          </a:custGeom>
          <a:solidFill>
            <a:srgbClr val="7F6D5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3" name="Google Shape;883;p27">
            <a:extLst>
              <a:ext uri="{FF2B5EF4-FFF2-40B4-BE49-F238E27FC236}">
                <a16:creationId xmlns:a16="http://schemas.microsoft.com/office/drawing/2014/main" id="{24598512-EBDC-4F77-80CC-16CFD2BBEEF6}"/>
              </a:ext>
            </a:extLst>
          </p:cNvPr>
          <p:cNvSpPr>
            <a:spLocks noGrp="1"/>
          </p:cNvSpPr>
          <p:nvPr/>
        </p:nvSpPr>
        <p:spPr>
          <a:xfrm>
            <a:off x="6574790" y="3226289"/>
            <a:ext cx="36754" cy="19715"/>
          </a:xfrm>
          <a:custGeom>
            <a:avLst/>
            <a:gdLst/>
            <a:ahLst/>
            <a:cxnLst/>
            <a:rect l="l" t="t" r="r" b="b"/>
            <a:pathLst>
              <a:path w="2006" h="1076">
                <a:moveTo>
                  <a:pt x="341" y="0"/>
                </a:moveTo>
                <a:cubicBezTo>
                  <a:pt x="71" y="0"/>
                  <a:pt x="0" y="435"/>
                  <a:pt x="316" y="554"/>
                </a:cubicBezTo>
                <a:cubicBezTo>
                  <a:pt x="716" y="731"/>
                  <a:pt x="1159" y="909"/>
                  <a:pt x="1559" y="1042"/>
                </a:cubicBezTo>
                <a:cubicBezTo>
                  <a:pt x="1605" y="1065"/>
                  <a:pt x="1648" y="1075"/>
                  <a:pt x="1687" y="1075"/>
                </a:cubicBezTo>
                <a:cubicBezTo>
                  <a:pt x="1941" y="1075"/>
                  <a:pt x="2006" y="625"/>
                  <a:pt x="1736" y="509"/>
                </a:cubicBezTo>
                <a:cubicBezTo>
                  <a:pt x="1292" y="332"/>
                  <a:pt x="893" y="199"/>
                  <a:pt x="449" y="21"/>
                </a:cubicBezTo>
                <a:cubicBezTo>
                  <a:pt x="411" y="7"/>
                  <a:pt x="374" y="0"/>
                  <a:pt x="341" y="0"/>
                </a:cubicBezTo>
                <a:close/>
              </a:path>
            </a:pathLst>
          </a:custGeom>
          <a:solidFill>
            <a:srgbClr val="7F6D5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4" name="Google Shape;884;p27">
            <a:extLst>
              <a:ext uri="{FF2B5EF4-FFF2-40B4-BE49-F238E27FC236}">
                <a16:creationId xmlns:a16="http://schemas.microsoft.com/office/drawing/2014/main" id="{3218505E-596E-444B-B999-3004EB9999F0}"/>
              </a:ext>
            </a:extLst>
          </p:cNvPr>
          <p:cNvSpPr>
            <a:spLocks noGrp="1"/>
          </p:cNvSpPr>
          <p:nvPr/>
        </p:nvSpPr>
        <p:spPr>
          <a:xfrm>
            <a:off x="6288739" y="3383569"/>
            <a:ext cx="60134" cy="19421"/>
          </a:xfrm>
          <a:custGeom>
            <a:avLst/>
            <a:gdLst/>
            <a:ahLst/>
            <a:cxnLst/>
            <a:rect l="l" t="t" r="r" b="b"/>
            <a:pathLst>
              <a:path w="3282" h="1060">
                <a:moveTo>
                  <a:pt x="355" y="0"/>
                </a:moveTo>
                <a:cubicBezTo>
                  <a:pt x="0" y="0"/>
                  <a:pt x="0" y="533"/>
                  <a:pt x="355" y="533"/>
                </a:cubicBezTo>
                <a:cubicBezTo>
                  <a:pt x="1154" y="533"/>
                  <a:pt x="1952" y="710"/>
                  <a:pt x="2707" y="1021"/>
                </a:cubicBezTo>
                <a:cubicBezTo>
                  <a:pt x="2760" y="1047"/>
                  <a:pt x="2811" y="1059"/>
                  <a:pt x="2859" y="1059"/>
                </a:cubicBezTo>
                <a:cubicBezTo>
                  <a:pt x="3128" y="1059"/>
                  <a:pt x="3281" y="684"/>
                  <a:pt x="3017" y="533"/>
                </a:cubicBezTo>
                <a:cubicBezTo>
                  <a:pt x="2174" y="178"/>
                  <a:pt x="1287" y="0"/>
                  <a:pt x="355" y="0"/>
                </a:cubicBezTo>
                <a:close/>
              </a:path>
            </a:pathLst>
          </a:custGeom>
          <a:solidFill>
            <a:srgbClr val="7F6D5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5" name="Google Shape;885;p27">
            <a:extLst>
              <a:ext uri="{FF2B5EF4-FFF2-40B4-BE49-F238E27FC236}">
                <a16:creationId xmlns:a16="http://schemas.microsoft.com/office/drawing/2014/main" id="{2A0542FD-3A0E-43B4-98EE-90112F22BCD3}"/>
              </a:ext>
            </a:extLst>
          </p:cNvPr>
          <p:cNvSpPr>
            <a:spLocks noGrp="1"/>
          </p:cNvSpPr>
          <p:nvPr/>
        </p:nvSpPr>
        <p:spPr>
          <a:xfrm>
            <a:off x="6665981" y="3310517"/>
            <a:ext cx="38715" cy="23636"/>
          </a:xfrm>
          <a:custGeom>
            <a:avLst/>
            <a:gdLst/>
            <a:ahLst/>
            <a:cxnLst/>
            <a:rect l="l" t="t" r="r" b="b"/>
            <a:pathLst>
              <a:path w="2113" h="1290">
                <a:moveTo>
                  <a:pt x="437" y="0"/>
                </a:moveTo>
                <a:cubicBezTo>
                  <a:pt x="185" y="0"/>
                  <a:pt x="0" y="376"/>
                  <a:pt x="264" y="527"/>
                </a:cubicBezTo>
                <a:cubicBezTo>
                  <a:pt x="708" y="748"/>
                  <a:pt x="1107" y="1015"/>
                  <a:pt x="1551" y="1237"/>
                </a:cubicBezTo>
                <a:cubicBezTo>
                  <a:pt x="1603" y="1274"/>
                  <a:pt x="1655" y="1290"/>
                  <a:pt x="1704" y="1290"/>
                </a:cubicBezTo>
                <a:cubicBezTo>
                  <a:pt x="1947" y="1290"/>
                  <a:pt x="2112" y="896"/>
                  <a:pt x="1817" y="748"/>
                </a:cubicBezTo>
                <a:cubicBezTo>
                  <a:pt x="1418" y="527"/>
                  <a:pt x="974" y="260"/>
                  <a:pt x="575" y="39"/>
                </a:cubicBezTo>
                <a:cubicBezTo>
                  <a:pt x="528" y="12"/>
                  <a:pt x="482" y="0"/>
                  <a:pt x="437" y="0"/>
                </a:cubicBezTo>
                <a:close/>
              </a:path>
            </a:pathLst>
          </a:custGeom>
          <a:solidFill>
            <a:srgbClr val="7F6D5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6" name="Google Shape;886;p27">
            <a:extLst>
              <a:ext uri="{FF2B5EF4-FFF2-40B4-BE49-F238E27FC236}">
                <a16:creationId xmlns:a16="http://schemas.microsoft.com/office/drawing/2014/main" id="{69FD0077-EA02-4FCB-804B-266CDC57B581}"/>
              </a:ext>
            </a:extLst>
          </p:cNvPr>
          <p:cNvSpPr>
            <a:spLocks noGrp="1"/>
          </p:cNvSpPr>
          <p:nvPr/>
        </p:nvSpPr>
        <p:spPr>
          <a:xfrm>
            <a:off x="6560297" y="3406435"/>
            <a:ext cx="46319" cy="20228"/>
          </a:xfrm>
          <a:custGeom>
            <a:avLst/>
            <a:gdLst/>
            <a:ahLst/>
            <a:cxnLst/>
            <a:rect l="l" t="t" r="r" b="b"/>
            <a:pathLst>
              <a:path w="2528" h="1104">
                <a:moveTo>
                  <a:pt x="437" y="1"/>
                </a:moveTo>
                <a:cubicBezTo>
                  <a:pt x="185" y="1"/>
                  <a:pt x="0" y="376"/>
                  <a:pt x="264" y="527"/>
                </a:cubicBezTo>
                <a:cubicBezTo>
                  <a:pt x="841" y="882"/>
                  <a:pt x="1507" y="1104"/>
                  <a:pt x="2172" y="1104"/>
                </a:cubicBezTo>
                <a:cubicBezTo>
                  <a:pt x="2527" y="1104"/>
                  <a:pt x="2527" y="527"/>
                  <a:pt x="2172" y="527"/>
                </a:cubicBezTo>
                <a:cubicBezTo>
                  <a:pt x="1595" y="527"/>
                  <a:pt x="1063" y="350"/>
                  <a:pt x="575" y="39"/>
                </a:cubicBezTo>
                <a:cubicBezTo>
                  <a:pt x="528" y="12"/>
                  <a:pt x="482" y="1"/>
                  <a:pt x="437" y="1"/>
                </a:cubicBezTo>
                <a:close/>
              </a:path>
            </a:pathLst>
          </a:custGeom>
          <a:solidFill>
            <a:srgbClr val="7F6D5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7" name="Google Shape;887;p27">
            <a:extLst>
              <a:ext uri="{FF2B5EF4-FFF2-40B4-BE49-F238E27FC236}">
                <a16:creationId xmlns:a16="http://schemas.microsoft.com/office/drawing/2014/main" id="{7E244F76-688E-485A-B8A0-A5D1413F2CA9}"/>
              </a:ext>
            </a:extLst>
          </p:cNvPr>
          <p:cNvSpPr>
            <a:spLocks noGrp="1"/>
          </p:cNvSpPr>
          <p:nvPr/>
        </p:nvSpPr>
        <p:spPr>
          <a:xfrm>
            <a:off x="6458680" y="3230851"/>
            <a:ext cx="37689" cy="15629"/>
          </a:xfrm>
          <a:custGeom>
            <a:avLst/>
            <a:gdLst/>
            <a:ahLst/>
            <a:cxnLst/>
            <a:rect l="l" t="t" r="r" b="b"/>
            <a:pathLst>
              <a:path w="2057" h="853">
                <a:moveTo>
                  <a:pt x="396" y="0"/>
                </a:moveTo>
                <a:cubicBezTo>
                  <a:pt x="153" y="0"/>
                  <a:pt x="0" y="376"/>
                  <a:pt x="264" y="527"/>
                </a:cubicBezTo>
                <a:cubicBezTo>
                  <a:pt x="575" y="744"/>
                  <a:pt x="929" y="853"/>
                  <a:pt x="1281" y="853"/>
                </a:cubicBezTo>
                <a:cubicBezTo>
                  <a:pt x="1432" y="853"/>
                  <a:pt x="1582" y="833"/>
                  <a:pt x="1729" y="793"/>
                </a:cubicBezTo>
                <a:cubicBezTo>
                  <a:pt x="2056" y="711"/>
                  <a:pt x="1968" y="250"/>
                  <a:pt x="1673" y="250"/>
                </a:cubicBezTo>
                <a:cubicBezTo>
                  <a:pt x="1648" y="250"/>
                  <a:pt x="1623" y="254"/>
                  <a:pt x="1595" y="260"/>
                </a:cubicBezTo>
                <a:cubicBezTo>
                  <a:pt x="1492" y="283"/>
                  <a:pt x="1392" y="294"/>
                  <a:pt x="1295" y="294"/>
                </a:cubicBezTo>
                <a:cubicBezTo>
                  <a:pt x="1016" y="294"/>
                  <a:pt x="761" y="203"/>
                  <a:pt x="531" y="39"/>
                </a:cubicBezTo>
                <a:cubicBezTo>
                  <a:pt x="484" y="12"/>
                  <a:pt x="439" y="0"/>
                  <a:pt x="396" y="0"/>
                </a:cubicBezTo>
                <a:close/>
              </a:path>
            </a:pathLst>
          </a:custGeom>
          <a:solidFill>
            <a:srgbClr val="7F6D5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8" name="Google Shape;888;p27">
            <a:extLst>
              <a:ext uri="{FF2B5EF4-FFF2-40B4-BE49-F238E27FC236}">
                <a16:creationId xmlns:a16="http://schemas.microsoft.com/office/drawing/2014/main" id="{E7D69DDD-6C78-431A-84EA-AF22292040DD}"/>
              </a:ext>
            </a:extLst>
          </p:cNvPr>
          <p:cNvSpPr>
            <a:spLocks noGrp="1"/>
          </p:cNvSpPr>
          <p:nvPr/>
        </p:nvSpPr>
        <p:spPr>
          <a:xfrm>
            <a:off x="6270032" y="3540464"/>
            <a:ext cx="31734" cy="10590"/>
          </a:xfrm>
          <a:custGeom>
            <a:avLst/>
            <a:gdLst/>
            <a:ahLst/>
            <a:cxnLst/>
            <a:rect l="l" t="t" r="r" b="b"/>
            <a:pathLst>
              <a:path w="1732" h="578">
                <a:moveTo>
                  <a:pt x="356" y="0"/>
                </a:moveTo>
                <a:cubicBezTo>
                  <a:pt x="1" y="0"/>
                  <a:pt x="1" y="577"/>
                  <a:pt x="356" y="577"/>
                </a:cubicBezTo>
                <a:lnTo>
                  <a:pt x="1376" y="577"/>
                </a:lnTo>
                <a:cubicBezTo>
                  <a:pt x="1731" y="577"/>
                  <a:pt x="1731" y="0"/>
                  <a:pt x="1376" y="0"/>
                </a:cubicBezTo>
                <a:close/>
              </a:path>
            </a:pathLst>
          </a:custGeom>
          <a:solidFill>
            <a:srgbClr val="7F6D5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9" name="Google Shape;889;p27">
            <a:extLst>
              <a:ext uri="{FF2B5EF4-FFF2-40B4-BE49-F238E27FC236}">
                <a16:creationId xmlns:a16="http://schemas.microsoft.com/office/drawing/2014/main" id="{47929E6B-70A2-4E1A-B0E5-CE58A56905DF}"/>
              </a:ext>
            </a:extLst>
          </p:cNvPr>
          <p:cNvSpPr>
            <a:spLocks noGrp="1"/>
          </p:cNvSpPr>
          <p:nvPr/>
        </p:nvSpPr>
        <p:spPr>
          <a:xfrm>
            <a:off x="6556193" y="3526649"/>
            <a:ext cx="32540" cy="10572"/>
          </a:xfrm>
          <a:custGeom>
            <a:avLst/>
            <a:gdLst/>
            <a:ahLst/>
            <a:cxnLst/>
            <a:rect l="l" t="t" r="r" b="b"/>
            <a:pathLst>
              <a:path w="1776" h="577">
                <a:moveTo>
                  <a:pt x="400" y="0"/>
                </a:moveTo>
                <a:cubicBezTo>
                  <a:pt x="0" y="0"/>
                  <a:pt x="0" y="577"/>
                  <a:pt x="400" y="577"/>
                </a:cubicBezTo>
                <a:lnTo>
                  <a:pt x="1376" y="577"/>
                </a:lnTo>
                <a:cubicBezTo>
                  <a:pt x="1775" y="577"/>
                  <a:pt x="1775" y="0"/>
                  <a:pt x="1376" y="0"/>
                </a:cubicBezTo>
                <a:close/>
              </a:path>
            </a:pathLst>
          </a:custGeom>
          <a:solidFill>
            <a:srgbClr val="7F6D5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0" name="Google Shape;890;p27">
            <a:extLst>
              <a:ext uri="{FF2B5EF4-FFF2-40B4-BE49-F238E27FC236}">
                <a16:creationId xmlns:a16="http://schemas.microsoft.com/office/drawing/2014/main" id="{C927A2F4-5036-4AC9-B597-52C7D6D2EBDA}"/>
              </a:ext>
            </a:extLst>
          </p:cNvPr>
          <p:cNvSpPr>
            <a:spLocks noGrp="1"/>
          </p:cNvSpPr>
          <p:nvPr/>
        </p:nvSpPr>
        <p:spPr>
          <a:xfrm>
            <a:off x="6944446" y="3383386"/>
            <a:ext cx="33182" cy="15006"/>
          </a:xfrm>
          <a:custGeom>
            <a:avLst/>
            <a:gdLst/>
            <a:ahLst/>
            <a:cxnLst/>
            <a:rect l="l" t="t" r="r" b="b"/>
            <a:pathLst>
              <a:path w="1811" h="819">
                <a:moveTo>
                  <a:pt x="384" y="0"/>
                </a:moveTo>
                <a:cubicBezTo>
                  <a:pt x="89" y="0"/>
                  <a:pt x="1" y="461"/>
                  <a:pt x="329" y="543"/>
                </a:cubicBezTo>
                <a:cubicBezTo>
                  <a:pt x="639" y="631"/>
                  <a:pt x="994" y="720"/>
                  <a:pt x="1305" y="809"/>
                </a:cubicBezTo>
                <a:cubicBezTo>
                  <a:pt x="1332" y="816"/>
                  <a:pt x="1358" y="819"/>
                  <a:pt x="1383" y="819"/>
                </a:cubicBezTo>
                <a:cubicBezTo>
                  <a:pt x="1684" y="819"/>
                  <a:pt x="1810" y="359"/>
                  <a:pt x="1482" y="277"/>
                </a:cubicBezTo>
                <a:cubicBezTo>
                  <a:pt x="1127" y="188"/>
                  <a:pt x="817" y="99"/>
                  <a:pt x="462" y="10"/>
                </a:cubicBezTo>
                <a:cubicBezTo>
                  <a:pt x="435" y="4"/>
                  <a:pt x="409" y="0"/>
                  <a:pt x="384" y="0"/>
                </a:cubicBezTo>
                <a:close/>
              </a:path>
            </a:pathLst>
          </a:custGeom>
          <a:solidFill>
            <a:srgbClr val="7F6D5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1" name="Google Shape;891;p27">
            <a:extLst>
              <a:ext uri="{FF2B5EF4-FFF2-40B4-BE49-F238E27FC236}">
                <a16:creationId xmlns:a16="http://schemas.microsoft.com/office/drawing/2014/main" id="{76F2B5C7-B893-4C57-B34A-65401A6B64F7}"/>
              </a:ext>
            </a:extLst>
          </p:cNvPr>
          <p:cNvSpPr>
            <a:spLocks noGrp="1"/>
          </p:cNvSpPr>
          <p:nvPr/>
        </p:nvSpPr>
        <p:spPr>
          <a:xfrm>
            <a:off x="6366628" y="3607580"/>
            <a:ext cx="27960" cy="15372"/>
          </a:xfrm>
          <a:custGeom>
            <a:avLst/>
            <a:gdLst/>
            <a:ahLst/>
            <a:cxnLst/>
            <a:rect l="l" t="t" r="r" b="b"/>
            <a:pathLst>
              <a:path w="1526" h="839">
                <a:moveTo>
                  <a:pt x="1175" y="0"/>
                </a:moveTo>
                <a:cubicBezTo>
                  <a:pt x="1144" y="0"/>
                  <a:pt x="1110" y="6"/>
                  <a:pt x="1073" y="20"/>
                </a:cubicBezTo>
                <a:cubicBezTo>
                  <a:pt x="807" y="109"/>
                  <a:pt x="541" y="197"/>
                  <a:pt x="319" y="286"/>
                </a:cubicBezTo>
                <a:cubicBezTo>
                  <a:pt x="1" y="366"/>
                  <a:pt x="75" y="838"/>
                  <a:pt x="350" y="838"/>
                </a:cubicBezTo>
                <a:cubicBezTo>
                  <a:pt x="382" y="838"/>
                  <a:pt x="416" y="832"/>
                  <a:pt x="452" y="819"/>
                </a:cubicBezTo>
                <a:cubicBezTo>
                  <a:pt x="719" y="730"/>
                  <a:pt x="985" y="641"/>
                  <a:pt x="1207" y="552"/>
                </a:cubicBezTo>
                <a:cubicBezTo>
                  <a:pt x="1525" y="473"/>
                  <a:pt x="1451" y="0"/>
                  <a:pt x="1175" y="0"/>
                </a:cubicBezTo>
                <a:close/>
              </a:path>
            </a:pathLst>
          </a:custGeom>
          <a:solidFill>
            <a:srgbClr val="7F6D5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2" name="Google Shape;892;p27">
            <a:extLst>
              <a:ext uri="{FF2B5EF4-FFF2-40B4-BE49-F238E27FC236}">
                <a16:creationId xmlns:a16="http://schemas.microsoft.com/office/drawing/2014/main" id="{8684D2BF-A8D1-4C64-B426-F1C22CBE8F5F}"/>
              </a:ext>
            </a:extLst>
          </p:cNvPr>
          <p:cNvSpPr>
            <a:spLocks noGrp="1"/>
          </p:cNvSpPr>
          <p:nvPr/>
        </p:nvSpPr>
        <p:spPr>
          <a:xfrm>
            <a:off x="6911906" y="3267954"/>
            <a:ext cx="38110" cy="14987"/>
          </a:xfrm>
          <a:custGeom>
            <a:avLst/>
            <a:gdLst/>
            <a:ahLst/>
            <a:cxnLst/>
            <a:rect l="l" t="t" r="r" b="b"/>
            <a:pathLst>
              <a:path w="2080" h="818">
                <a:moveTo>
                  <a:pt x="391" y="1"/>
                </a:moveTo>
                <a:cubicBezTo>
                  <a:pt x="92" y="1"/>
                  <a:pt x="0" y="501"/>
                  <a:pt x="330" y="543"/>
                </a:cubicBezTo>
                <a:cubicBezTo>
                  <a:pt x="729" y="631"/>
                  <a:pt x="1173" y="720"/>
                  <a:pt x="1572" y="809"/>
                </a:cubicBezTo>
                <a:cubicBezTo>
                  <a:pt x="1598" y="815"/>
                  <a:pt x="1622" y="818"/>
                  <a:pt x="1645" y="818"/>
                </a:cubicBezTo>
                <a:cubicBezTo>
                  <a:pt x="1950" y="818"/>
                  <a:pt x="2079" y="318"/>
                  <a:pt x="1750" y="276"/>
                </a:cubicBezTo>
                <a:cubicBezTo>
                  <a:pt x="1306" y="188"/>
                  <a:pt x="907" y="99"/>
                  <a:pt x="463" y="10"/>
                </a:cubicBezTo>
                <a:cubicBezTo>
                  <a:pt x="438" y="4"/>
                  <a:pt x="414" y="1"/>
                  <a:pt x="391" y="1"/>
                </a:cubicBezTo>
                <a:close/>
              </a:path>
            </a:pathLst>
          </a:custGeom>
          <a:solidFill>
            <a:srgbClr val="7F6D5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3" name="Google Shape;893;p27">
            <a:extLst>
              <a:ext uri="{FF2B5EF4-FFF2-40B4-BE49-F238E27FC236}">
                <a16:creationId xmlns:a16="http://schemas.microsoft.com/office/drawing/2014/main" id="{4EAFF66F-F71D-41C0-9E9D-9A50B97DA425}"/>
              </a:ext>
            </a:extLst>
          </p:cNvPr>
          <p:cNvSpPr>
            <a:spLocks noGrp="1"/>
          </p:cNvSpPr>
          <p:nvPr/>
        </p:nvSpPr>
        <p:spPr>
          <a:xfrm>
            <a:off x="6898439" y="3494896"/>
            <a:ext cx="50405" cy="15555"/>
          </a:xfrm>
          <a:custGeom>
            <a:avLst/>
            <a:gdLst/>
            <a:ahLst/>
            <a:cxnLst/>
            <a:rect l="l" t="t" r="r" b="b"/>
            <a:pathLst>
              <a:path w="2751" h="849">
                <a:moveTo>
                  <a:pt x="317" y="0"/>
                </a:moveTo>
                <a:cubicBezTo>
                  <a:pt x="1" y="0"/>
                  <a:pt x="13" y="537"/>
                  <a:pt x="355" y="580"/>
                </a:cubicBezTo>
                <a:cubicBezTo>
                  <a:pt x="1065" y="668"/>
                  <a:pt x="1730" y="757"/>
                  <a:pt x="2396" y="846"/>
                </a:cubicBezTo>
                <a:cubicBezTo>
                  <a:pt x="2409" y="847"/>
                  <a:pt x="2422" y="848"/>
                  <a:pt x="2434" y="848"/>
                </a:cubicBezTo>
                <a:cubicBezTo>
                  <a:pt x="2750" y="848"/>
                  <a:pt x="2738" y="312"/>
                  <a:pt x="2396" y="269"/>
                </a:cubicBezTo>
                <a:cubicBezTo>
                  <a:pt x="1730" y="180"/>
                  <a:pt x="1065" y="91"/>
                  <a:pt x="355" y="3"/>
                </a:cubicBezTo>
                <a:cubicBezTo>
                  <a:pt x="342" y="1"/>
                  <a:pt x="329" y="0"/>
                  <a:pt x="317" y="0"/>
                </a:cubicBezTo>
                <a:close/>
              </a:path>
            </a:pathLst>
          </a:custGeom>
          <a:solidFill>
            <a:srgbClr val="7F6D5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4" name="Google Shape;894;p27">
            <a:extLst>
              <a:ext uri="{FF2B5EF4-FFF2-40B4-BE49-F238E27FC236}">
                <a16:creationId xmlns:a16="http://schemas.microsoft.com/office/drawing/2014/main" id="{289333E5-113E-4180-8462-2FB55D065DE8}"/>
              </a:ext>
            </a:extLst>
          </p:cNvPr>
          <p:cNvSpPr>
            <a:spLocks noGrp="1"/>
          </p:cNvSpPr>
          <p:nvPr/>
        </p:nvSpPr>
        <p:spPr>
          <a:xfrm>
            <a:off x="6842830" y="3337048"/>
            <a:ext cx="28088" cy="15226"/>
          </a:xfrm>
          <a:custGeom>
            <a:avLst/>
            <a:gdLst/>
            <a:ahLst/>
            <a:cxnLst/>
            <a:rect l="l" t="t" r="r" b="b"/>
            <a:pathLst>
              <a:path w="1533" h="831">
                <a:moveTo>
                  <a:pt x="385" y="0"/>
                </a:moveTo>
                <a:cubicBezTo>
                  <a:pt x="89" y="0"/>
                  <a:pt x="1" y="464"/>
                  <a:pt x="329" y="587"/>
                </a:cubicBezTo>
                <a:cubicBezTo>
                  <a:pt x="551" y="632"/>
                  <a:pt x="817" y="720"/>
                  <a:pt x="1083" y="809"/>
                </a:cubicBezTo>
                <a:cubicBezTo>
                  <a:pt x="1117" y="824"/>
                  <a:pt x="1149" y="830"/>
                  <a:pt x="1180" y="830"/>
                </a:cubicBezTo>
                <a:cubicBezTo>
                  <a:pt x="1426" y="830"/>
                  <a:pt x="1532" y="395"/>
                  <a:pt x="1216" y="277"/>
                </a:cubicBezTo>
                <a:cubicBezTo>
                  <a:pt x="950" y="188"/>
                  <a:pt x="728" y="99"/>
                  <a:pt x="462" y="10"/>
                </a:cubicBezTo>
                <a:cubicBezTo>
                  <a:pt x="435" y="4"/>
                  <a:pt x="409" y="0"/>
                  <a:pt x="385" y="0"/>
                </a:cubicBezTo>
                <a:close/>
              </a:path>
            </a:pathLst>
          </a:custGeom>
          <a:solidFill>
            <a:srgbClr val="7F6D5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5" name="Google Shape;895;p27">
            <a:extLst>
              <a:ext uri="{FF2B5EF4-FFF2-40B4-BE49-F238E27FC236}">
                <a16:creationId xmlns:a16="http://schemas.microsoft.com/office/drawing/2014/main" id="{FFE66BB1-A7CF-4E85-BD61-84BC53B6B7ED}"/>
              </a:ext>
            </a:extLst>
          </p:cNvPr>
          <p:cNvSpPr>
            <a:spLocks noGrp="1"/>
          </p:cNvSpPr>
          <p:nvPr/>
        </p:nvSpPr>
        <p:spPr>
          <a:xfrm>
            <a:off x="7300215" y="3314090"/>
            <a:ext cx="23892" cy="19879"/>
          </a:xfrm>
          <a:custGeom>
            <a:avLst/>
            <a:gdLst/>
            <a:ahLst/>
            <a:cxnLst/>
            <a:rect l="l" t="t" r="r" b="b"/>
            <a:pathLst>
              <a:path w="1304" h="1085">
                <a:moveTo>
                  <a:pt x="437" y="0"/>
                </a:moveTo>
                <a:cubicBezTo>
                  <a:pt x="209" y="0"/>
                  <a:pt x="0" y="289"/>
                  <a:pt x="212" y="465"/>
                </a:cubicBezTo>
                <a:cubicBezTo>
                  <a:pt x="345" y="642"/>
                  <a:pt x="522" y="820"/>
                  <a:pt x="700" y="997"/>
                </a:cubicBezTo>
                <a:cubicBezTo>
                  <a:pt x="762" y="1059"/>
                  <a:pt x="831" y="1085"/>
                  <a:pt x="897" y="1085"/>
                </a:cubicBezTo>
                <a:cubicBezTo>
                  <a:pt x="1116" y="1085"/>
                  <a:pt x="1303" y="802"/>
                  <a:pt x="1099" y="598"/>
                </a:cubicBezTo>
                <a:cubicBezTo>
                  <a:pt x="921" y="420"/>
                  <a:pt x="788" y="243"/>
                  <a:pt x="611" y="65"/>
                </a:cubicBezTo>
                <a:cubicBezTo>
                  <a:pt x="556" y="20"/>
                  <a:pt x="496" y="0"/>
                  <a:pt x="437" y="0"/>
                </a:cubicBezTo>
                <a:close/>
              </a:path>
            </a:pathLst>
          </a:custGeom>
          <a:solidFill>
            <a:srgbClr val="7F6D5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6" name="Google Shape;896;p27">
            <a:extLst>
              <a:ext uri="{FF2B5EF4-FFF2-40B4-BE49-F238E27FC236}">
                <a16:creationId xmlns:a16="http://schemas.microsoft.com/office/drawing/2014/main" id="{00976F31-81D9-4D4C-BCC5-6D4BCDCE5110}"/>
              </a:ext>
            </a:extLst>
          </p:cNvPr>
          <p:cNvSpPr>
            <a:spLocks noGrp="1"/>
          </p:cNvSpPr>
          <p:nvPr/>
        </p:nvSpPr>
        <p:spPr>
          <a:xfrm>
            <a:off x="7031790" y="3596128"/>
            <a:ext cx="24515" cy="14969"/>
          </a:xfrm>
          <a:custGeom>
            <a:avLst/>
            <a:gdLst/>
            <a:ahLst/>
            <a:cxnLst/>
            <a:rect l="l" t="t" r="r" b="b"/>
            <a:pathLst>
              <a:path w="1338" h="817">
                <a:moveTo>
                  <a:pt x="904" y="1"/>
                </a:moveTo>
                <a:cubicBezTo>
                  <a:pt x="870" y="1"/>
                  <a:pt x="834" y="8"/>
                  <a:pt x="797" y="24"/>
                </a:cubicBezTo>
                <a:cubicBezTo>
                  <a:pt x="620" y="112"/>
                  <a:pt x="442" y="201"/>
                  <a:pt x="265" y="290"/>
                </a:cubicBezTo>
                <a:cubicBezTo>
                  <a:pt x="1" y="441"/>
                  <a:pt x="153" y="816"/>
                  <a:pt x="423" y="816"/>
                </a:cubicBezTo>
                <a:cubicBezTo>
                  <a:pt x="471" y="816"/>
                  <a:pt x="522" y="805"/>
                  <a:pt x="575" y="778"/>
                </a:cubicBezTo>
                <a:cubicBezTo>
                  <a:pt x="708" y="689"/>
                  <a:pt x="886" y="601"/>
                  <a:pt x="1063" y="512"/>
                </a:cubicBezTo>
                <a:cubicBezTo>
                  <a:pt x="1337" y="394"/>
                  <a:pt x="1162" y="1"/>
                  <a:pt x="904" y="1"/>
                </a:cubicBezTo>
                <a:close/>
              </a:path>
            </a:pathLst>
          </a:custGeom>
          <a:solidFill>
            <a:srgbClr val="7F6D5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7" name="Google Shape;897;p27">
            <a:extLst>
              <a:ext uri="{FF2B5EF4-FFF2-40B4-BE49-F238E27FC236}">
                <a16:creationId xmlns:a16="http://schemas.microsoft.com/office/drawing/2014/main" id="{52114F18-7A89-45EE-86EB-1F74F267ABE3}"/>
              </a:ext>
            </a:extLst>
          </p:cNvPr>
          <p:cNvSpPr>
            <a:spLocks noGrp="1"/>
          </p:cNvSpPr>
          <p:nvPr/>
        </p:nvSpPr>
        <p:spPr>
          <a:xfrm>
            <a:off x="7364197" y="3420544"/>
            <a:ext cx="25101" cy="14951"/>
          </a:xfrm>
          <a:custGeom>
            <a:avLst/>
            <a:gdLst/>
            <a:ahLst/>
            <a:cxnLst/>
            <a:rect l="l" t="t" r="r" b="b"/>
            <a:pathLst>
              <a:path w="1370" h="816">
                <a:moveTo>
                  <a:pt x="471" y="0"/>
                </a:moveTo>
                <a:cubicBezTo>
                  <a:pt x="205" y="0"/>
                  <a:pt x="0" y="394"/>
                  <a:pt x="313" y="511"/>
                </a:cubicBezTo>
                <a:cubicBezTo>
                  <a:pt x="447" y="600"/>
                  <a:pt x="624" y="689"/>
                  <a:pt x="801" y="778"/>
                </a:cubicBezTo>
                <a:cubicBezTo>
                  <a:pt x="848" y="804"/>
                  <a:pt x="894" y="816"/>
                  <a:pt x="939" y="816"/>
                </a:cubicBezTo>
                <a:cubicBezTo>
                  <a:pt x="1190" y="816"/>
                  <a:pt x="1369" y="440"/>
                  <a:pt x="1068" y="289"/>
                </a:cubicBezTo>
                <a:cubicBezTo>
                  <a:pt x="935" y="201"/>
                  <a:pt x="757" y="112"/>
                  <a:pt x="580" y="23"/>
                </a:cubicBezTo>
                <a:cubicBezTo>
                  <a:pt x="543" y="8"/>
                  <a:pt x="506" y="0"/>
                  <a:pt x="471" y="0"/>
                </a:cubicBezTo>
                <a:close/>
              </a:path>
            </a:pathLst>
          </a:custGeom>
          <a:solidFill>
            <a:srgbClr val="7F6D5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8" name="Google Shape;898;p27">
            <a:extLst>
              <a:ext uri="{FF2B5EF4-FFF2-40B4-BE49-F238E27FC236}">
                <a16:creationId xmlns:a16="http://schemas.microsoft.com/office/drawing/2014/main" id="{A42193C2-A3B5-47CF-80B9-0189F5C30D6A}"/>
              </a:ext>
            </a:extLst>
          </p:cNvPr>
          <p:cNvSpPr>
            <a:spLocks noGrp="1"/>
          </p:cNvSpPr>
          <p:nvPr/>
        </p:nvSpPr>
        <p:spPr>
          <a:xfrm>
            <a:off x="7259374" y="3586802"/>
            <a:ext cx="26842" cy="10590"/>
          </a:xfrm>
          <a:custGeom>
            <a:avLst/>
            <a:gdLst/>
            <a:ahLst/>
            <a:cxnLst/>
            <a:rect l="l" t="t" r="r" b="b"/>
            <a:pathLst>
              <a:path w="1465" h="578">
                <a:moveTo>
                  <a:pt x="355" y="0"/>
                </a:moveTo>
                <a:cubicBezTo>
                  <a:pt x="0" y="0"/>
                  <a:pt x="0" y="577"/>
                  <a:pt x="355" y="577"/>
                </a:cubicBezTo>
                <a:lnTo>
                  <a:pt x="1110" y="577"/>
                </a:lnTo>
                <a:cubicBezTo>
                  <a:pt x="1465" y="577"/>
                  <a:pt x="1465" y="0"/>
                  <a:pt x="1110" y="0"/>
                </a:cubicBezTo>
                <a:close/>
              </a:path>
            </a:pathLst>
          </a:custGeom>
          <a:solidFill>
            <a:srgbClr val="7F6D5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9" name="Google Shape;899;p27">
            <a:extLst>
              <a:ext uri="{FF2B5EF4-FFF2-40B4-BE49-F238E27FC236}">
                <a16:creationId xmlns:a16="http://schemas.microsoft.com/office/drawing/2014/main" id="{C6C2F3D6-4DDC-462E-AD77-96D4192D4888}"/>
              </a:ext>
            </a:extLst>
          </p:cNvPr>
          <p:cNvSpPr>
            <a:spLocks noGrp="1"/>
          </p:cNvSpPr>
          <p:nvPr/>
        </p:nvSpPr>
        <p:spPr>
          <a:xfrm>
            <a:off x="7355970" y="3517341"/>
            <a:ext cx="27941" cy="15372"/>
          </a:xfrm>
          <a:custGeom>
            <a:avLst/>
            <a:gdLst/>
            <a:ahLst/>
            <a:cxnLst/>
            <a:rect l="l" t="t" r="r" b="b"/>
            <a:pathLst>
              <a:path w="1525" h="839">
                <a:moveTo>
                  <a:pt x="1175" y="0"/>
                </a:moveTo>
                <a:cubicBezTo>
                  <a:pt x="1144" y="0"/>
                  <a:pt x="1109" y="6"/>
                  <a:pt x="1073" y="20"/>
                </a:cubicBezTo>
                <a:cubicBezTo>
                  <a:pt x="807" y="109"/>
                  <a:pt x="541" y="198"/>
                  <a:pt x="319" y="286"/>
                </a:cubicBezTo>
                <a:cubicBezTo>
                  <a:pt x="0" y="366"/>
                  <a:pt x="75" y="839"/>
                  <a:pt x="350" y="839"/>
                </a:cubicBezTo>
                <a:cubicBezTo>
                  <a:pt x="381" y="839"/>
                  <a:pt x="415" y="832"/>
                  <a:pt x="452" y="819"/>
                </a:cubicBezTo>
                <a:cubicBezTo>
                  <a:pt x="718" y="730"/>
                  <a:pt x="984" y="641"/>
                  <a:pt x="1206" y="552"/>
                </a:cubicBezTo>
                <a:cubicBezTo>
                  <a:pt x="1525" y="473"/>
                  <a:pt x="1450" y="0"/>
                  <a:pt x="1175" y="0"/>
                </a:cubicBezTo>
                <a:close/>
              </a:path>
            </a:pathLst>
          </a:custGeom>
          <a:solidFill>
            <a:srgbClr val="7F6D5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0" name="Google Shape;900;p27">
            <a:extLst>
              <a:ext uri="{FF2B5EF4-FFF2-40B4-BE49-F238E27FC236}">
                <a16:creationId xmlns:a16="http://schemas.microsoft.com/office/drawing/2014/main" id="{134C74D3-1C78-4042-A1CD-9E9AF3C151C6}"/>
              </a:ext>
            </a:extLst>
          </p:cNvPr>
          <p:cNvSpPr>
            <a:spLocks noGrp="1"/>
          </p:cNvSpPr>
          <p:nvPr/>
        </p:nvSpPr>
        <p:spPr>
          <a:xfrm>
            <a:off x="7271723" y="3425143"/>
            <a:ext cx="25193" cy="14951"/>
          </a:xfrm>
          <a:custGeom>
            <a:avLst/>
            <a:gdLst/>
            <a:ahLst/>
            <a:cxnLst/>
            <a:rect l="l" t="t" r="r" b="b"/>
            <a:pathLst>
              <a:path w="1375" h="816">
                <a:moveTo>
                  <a:pt x="431" y="0"/>
                </a:moveTo>
                <a:cubicBezTo>
                  <a:pt x="180" y="0"/>
                  <a:pt x="1" y="376"/>
                  <a:pt x="302" y="527"/>
                </a:cubicBezTo>
                <a:cubicBezTo>
                  <a:pt x="480" y="615"/>
                  <a:pt x="613" y="704"/>
                  <a:pt x="791" y="793"/>
                </a:cubicBezTo>
                <a:cubicBezTo>
                  <a:pt x="832" y="808"/>
                  <a:pt x="873" y="816"/>
                  <a:pt x="912" y="816"/>
                </a:cubicBezTo>
                <a:cubicBezTo>
                  <a:pt x="1200" y="816"/>
                  <a:pt x="1375" y="422"/>
                  <a:pt x="1101" y="305"/>
                </a:cubicBezTo>
                <a:cubicBezTo>
                  <a:pt x="924" y="216"/>
                  <a:pt x="746" y="127"/>
                  <a:pt x="569" y="38"/>
                </a:cubicBezTo>
                <a:cubicBezTo>
                  <a:pt x="522" y="12"/>
                  <a:pt x="476" y="0"/>
                  <a:pt x="431" y="0"/>
                </a:cubicBezTo>
                <a:close/>
              </a:path>
            </a:pathLst>
          </a:custGeom>
          <a:solidFill>
            <a:srgbClr val="7F6D5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1" name="Google Shape;901;p27">
            <a:extLst>
              <a:ext uri="{FF2B5EF4-FFF2-40B4-BE49-F238E27FC236}">
                <a16:creationId xmlns:a16="http://schemas.microsoft.com/office/drawing/2014/main" id="{30A21393-7E90-4477-A6EF-AC825F9E087A}"/>
              </a:ext>
            </a:extLst>
          </p:cNvPr>
          <p:cNvSpPr>
            <a:spLocks noGrp="1"/>
          </p:cNvSpPr>
          <p:nvPr/>
        </p:nvSpPr>
        <p:spPr>
          <a:xfrm>
            <a:off x="7135990" y="3305973"/>
            <a:ext cx="23910" cy="19879"/>
          </a:xfrm>
          <a:custGeom>
            <a:avLst/>
            <a:gdLst/>
            <a:ahLst/>
            <a:cxnLst/>
            <a:rect l="l" t="t" r="r" b="b"/>
            <a:pathLst>
              <a:path w="1305" h="1085">
                <a:moveTo>
                  <a:pt x="439" y="0"/>
                </a:moveTo>
                <a:cubicBezTo>
                  <a:pt x="210" y="0"/>
                  <a:pt x="0" y="296"/>
                  <a:pt x="212" y="508"/>
                </a:cubicBezTo>
                <a:cubicBezTo>
                  <a:pt x="390" y="642"/>
                  <a:pt x="523" y="819"/>
                  <a:pt x="700" y="996"/>
                </a:cubicBezTo>
                <a:cubicBezTo>
                  <a:pt x="762" y="1058"/>
                  <a:pt x="831" y="1084"/>
                  <a:pt x="898" y="1084"/>
                </a:cubicBezTo>
                <a:cubicBezTo>
                  <a:pt x="1116" y="1084"/>
                  <a:pt x="1304" y="802"/>
                  <a:pt x="1100" y="597"/>
                </a:cubicBezTo>
                <a:cubicBezTo>
                  <a:pt x="922" y="420"/>
                  <a:pt x="789" y="242"/>
                  <a:pt x="612" y="65"/>
                </a:cubicBezTo>
                <a:cubicBezTo>
                  <a:pt x="557" y="20"/>
                  <a:pt x="498" y="0"/>
                  <a:pt x="439" y="0"/>
                </a:cubicBezTo>
                <a:close/>
              </a:path>
            </a:pathLst>
          </a:custGeom>
          <a:solidFill>
            <a:srgbClr val="7F6D5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2" name="Google Shape;902;p27">
            <a:extLst>
              <a:ext uri="{FF2B5EF4-FFF2-40B4-BE49-F238E27FC236}">
                <a16:creationId xmlns:a16="http://schemas.microsoft.com/office/drawing/2014/main" id="{1D1626AB-7C4C-413D-8DB1-D6A00C263713}"/>
              </a:ext>
            </a:extLst>
          </p:cNvPr>
          <p:cNvSpPr>
            <a:spLocks noGrp="1"/>
          </p:cNvSpPr>
          <p:nvPr/>
        </p:nvSpPr>
        <p:spPr>
          <a:xfrm>
            <a:off x="7199990" y="3412408"/>
            <a:ext cx="25211" cy="14969"/>
          </a:xfrm>
          <a:custGeom>
            <a:avLst/>
            <a:gdLst/>
            <a:ahLst/>
            <a:cxnLst/>
            <a:rect l="l" t="t" r="r" b="b"/>
            <a:pathLst>
              <a:path w="1376" h="817">
                <a:moveTo>
                  <a:pt x="470" y="1"/>
                </a:moveTo>
                <a:cubicBezTo>
                  <a:pt x="205" y="1"/>
                  <a:pt x="0" y="394"/>
                  <a:pt x="313" y="512"/>
                </a:cubicBezTo>
                <a:cubicBezTo>
                  <a:pt x="491" y="600"/>
                  <a:pt x="624" y="689"/>
                  <a:pt x="801" y="778"/>
                </a:cubicBezTo>
                <a:cubicBezTo>
                  <a:pt x="848" y="804"/>
                  <a:pt x="894" y="816"/>
                  <a:pt x="939" y="816"/>
                </a:cubicBezTo>
                <a:cubicBezTo>
                  <a:pt x="1191" y="816"/>
                  <a:pt x="1376" y="441"/>
                  <a:pt x="1112" y="290"/>
                </a:cubicBezTo>
                <a:cubicBezTo>
                  <a:pt x="934" y="201"/>
                  <a:pt x="757" y="112"/>
                  <a:pt x="579" y="24"/>
                </a:cubicBezTo>
                <a:cubicBezTo>
                  <a:pt x="543" y="8"/>
                  <a:pt x="506" y="1"/>
                  <a:pt x="470" y="1"/>
                </a:cubicBezTo>
                <a:close/>
              </a:path>
            </a:pathLst>
          </a:custGeom>
          <a:solidFill>
            <a:srgbClr val="7F6D5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3" name="Google Shape;903;p27">
            <a:extLst>
              <a:ext uri="{FF2B5EF4-FFF2-40B4-BE49-F238E27FC236}">
                <a16:creationId xmlns:a16="http://schemas.microsoft.com/office/drawing/2014/main" id="{86912044-FE83-422C-B1AD-F08A6FA3F5E7}"/>
              </a:ext>
            </a:extLst>
          </p:cNvPr>
          <p:cNvSpPr>
            <a:spLocks noGrp="1"/>
          </p:cNvSpPr>
          <p:nvPr/>
        </p:nvSpPr>
        <p:spPr>
          <a:xfrm>
            <a:off x="7095167" y="3578667"/>
            <a:ext cx="26842" cy="10590"/>
          </a:xfrm>
          <a:custGeom>
            <a:avLst/>
            <a:gdLst/>
            <a:ahLst/>
            <a:cxnLst/>
            <a:rect l="l" t="t" r="r" b="b"/>
            <a:pathLst>
              <a:path w="1465" h="578">
                <a:moveTo>
                  <a:pt x="355" y="1"/>
                </a:moveTo>
                <a:cubicBezTo>
                  <a:pt x="0" y="1"/>
                  <a:pt x="0" y="577"/>
                  <a:pt x="355" y="577"/>
                </a:cubicBezTo>
                <a:lnTo>
                  <a:pt x="1109" y="577"/>
                </a:lnTo>
                <a:cubicBezTo>
                  <a:pt x="1464" y="577"/>
                  <a:pt x="1464" y="1"/>
                  <a:pt x="1109" y="1"/>
                </a:cubicBezTo>
                <a:close/>
              </a:path>
            </a:pathLst>
          </a:custGeom>
          <a:solidFill>
            <a:srgbClr val="7F6D5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4" name="Google Shape;904;p27">
            <a:extLst>
              <a:ext uri="{FF2B5EF4-FFF2-40B4-BE49-F238E27FC236}">
                <a16:creationId xmlns:a16="http://schemas.microsoft.com/office/drawing/2014/main" id="{4CB50B48-92C2-4953-84AE-49FDB6F26175}"/>
              </a:ext>
            </a:extLst>
          </p:cNvPr>
          <p:cNvSpPr>
            <a:spLocks noGrp="1"/>
          </p:cNvSpPr>
          <p:nvPr/>
        </p:nvSpPr>
        <p:spPr>
          <a:xfrm>
            <a:off x="6908186" y="3745328"/>
            <a:ext cx="26842" cy="10572"/>
          </a:xfrm>
          <a:custGeom>
            <a:avLst/>
            <a:gdLst/>
            <a:ahLst/>
            <a:cxnLst/>
            <a:rect l="l" t="t" r="r" b="b"/>
            <a:pathLst>
              <a:path w="1465" h="577">
                <a:moveTo>
                  <a:pt x="355" y="0"/>
                </a:moveTo>
                <a:cubicBezTo>
                  <a:pt x="1" y="0"/>
                  <a:pt x="1" y="577"/>
                  <a:pt x="355" y="577"/>
                </a:cubicBezTo>
                <a:lnTo>
                  <a:pt x="1110" y="577"/>
                </a:lnTo>
                <a:cubicBezTo>
                  <a:pt x="1465" y="577"/>
                  <a:pt x="1465" y="0"/>
                  <a:pt x="1110" y="0"/>
                </a:cubicBezTo>
                <a:close/>
              </a:path>
            </a:pathLst>
          </a:custGeom>
          <a:solidFill>
            <a:srgbClr val="7F6D5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5" name="Google Shape;905;p27">
            <a:extLst>
              <a:ext uri="{FF2B5EF4-FFF2-40B4-BE49-F238E27FC236}">
                <a16:creationId xmlns:a16="http://schemas.microsoft.com/office/drawing/2014/main" id="{4BA76AA5-6B8B-4A9C-A0C4-D0D195394EE9}"/>
              </a:ext>
            </a:extLst>
          </p:cNvPr>
          <p:cNvSpPr>
            <a:spLocks noGrp="1"/>
          </p:cNvSpPr>
          <p:nvPr/>
        </p:nvSpPr>
        <p:spPr>
          <a:xfrm>
            <a:off x="7191745" y="3509206"/>
            <a:ext cx="27960" cy="15372"/>
          </a:xfrm>
          <a:custGeom>
            <a:avLst/>
            <a:gdLst/>
            <a:ahLst/>
            <a:cxnLst/>
            <a:rect l="l" t="t" r="r" b="b"/>
            <a:pathLst>
              <a:path w="1526" h="839">
                <a:moveTo>
                  <a:pt x="1176" y="1"/>
                </a:moveTo>
                <a:cubicBezTo>
                  <a:pt x="1144" y="1"/>
                  <a:pt x="1110" y="7"/>
                  <a:pt x="1074" y="20"/>
                </a:cubicBezTo>
                <a:cubicBezTo>
                  <a:pt x="807" y="109"/>
                  <a:pt x="586" y="198"/>
                  <a:pt x="319" y="287"/>
                </a:cubicBezTo>
                <a:cubicBezTo>
                  <a:pt x="1" y="366"/>
                  <a:pt x="75" y="839"/>
                  <a:pt x="351" y="839"/>
                </a:cubicBezTo>
                <a:cubicBezTo>
                  <a:pt x="382" y="839"/>
                  <a:pt x="416" y="833"/>
                  <a:pt x="453" y="819"/>
                </a:cubicBezTo>
                <a:cubicBezTo>
                  <a:pt x="719" y="730"/>
                  <a:pt x="985" y="642"/>
                  <a:pt x="1207" y="553"/>
                </a:cubicBezTo>
                <a:cubicBezTo>
                  <a:pt x="1525" y="473"/>
                  <a:pt x="1451" y="1"/>
                  <a:pt x="1176" y="1"/>
                </a:cubicBezTo>
                <a:close/>
              </a:path>
            </a:pathLst>
          </a:custGeom>
          <a:solidFill>
            <a:srgbClr val="7F6D5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6" name="Google Shape;906;p27">
            <a:extLst>
              <a:ext uri="{FF2B5EF4-FFF2-40B4-BE49-F238E27FC236}">
                <a16:creationId xmlns:a16="http://schemas.microsoft.com/office/drawing/2014/main" id="{491BB218-58B5-4E3D-8E77-A196621CBF84}"/>
              </a:ext>
            </a:extLst>
          </p:cNvPr>
          <p:cNvSpPr>
            <a:spLocks noGrp="1"/>
          </p:cNvSpPr>
          <p:nvPr/>
        </p:nvSpPr>
        <p:spPr>
          <a:xfrm>
            <a:off x="7052238" y="3334098"/>
            <a:ext cx="25010" cy="14419"/>
          </a:xfrm>
          <a:custGeom>
            <a:avLst/>
            <a:gdLst/>
            <a:ahLst/>
            <a:cxnLst/>
            <a:rect l="l" t="t" r="r" b="b"/>
            <a:pathLst>
              <a:path w="1365" h="787">
                <a:moveTo>
                  <a:pt x="431" y="0"/>
                </a:moveTo>
                <a:cubicBezTo>
                  <a:pt x="180" y="0"/>
                  <a:pt x="0" y="375"/>
                  <a:pt x="302" y="526"/>
                </a:cubicBezTo>
                <a:cubicBezTo>
                  <a:pt x="480" y="615"/>
                  <a:pt x="613" y="659"/>
                  <a:pt x="790" y="748"/>
                </a:cubicBezTo>
                <a:cubicBezTo>
                  <a:pt x="837" y="775"/>
                  <a:pt x="883" y="786"/>
                  <a:pt x="928" y="786"/>
                </a:cubicBezTo>
                <a:cubicBezTo>
                  <a:pt x="1180" y="786"/>
                  <a:pt x="1365" y="411"/>
                  <a:pt x="1101" y="260"/>
                </a:cubicBezTo>
                <a:cubicBezTo>
                  <a:pt x="923" y="171"/>
                  <a:pt x="746" y="127"/>
                  <a:pt x="568" y="38"/>
                </a:cubicBezTo>
                <a:cubicBezTo>
                  <a:pt x="522" y="12"/>
                  <a:pt x="475" y="0"/>
                  <a:pt x="431" y="0"/>
                </a:cubicBezTo>
                <a:close/>
              </a:path>
            </a:pathLst>
          </a:custGeom>
          <a:solidFill>
            <a:srgbClr val="7F6D5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7" name="Google Shape;907;p27">
            <a:extLst>
              <a:ext uri="{FF2B5EF4-FFF2-40B4-BE49-F238E27FC236}">
                <a16:creationId xmlns:a16="http://schemas.microsoft.com/office/drawing/2014/main" id="{585177AC-329E-429D-A4FC-AD782818DE42}"/>
              </a:ext>
            </a:extLst>
          </p:cNvPr>
          <p:cNvSpPr>
            <a:spLocks noGrp="1"/>
          </p:cNvSpPr>
          <p:nvPr/>
        </p:nvSpPr>
        <p:spPr>
          <a:xfrm>
            <a:off x="6514381" y="3639278"/>
            <a:ext cx="47656" cy="14236"/>
          </a:xfrm>
          <a:custGeom>
            <a:avLst/>
            <a:gdLst/>
            <a:ahLst/>
            <a:cxnLst/>
            <a:rect l="l" t="t" r="r" b="b"/>
            <a:pathLst>
              <a:path w="2601" h="777">
                <a:moveTo>
                  <a:pt x="2208" y="0"/>
                </a:moveTo>
                <a:cubicBezTo>
                  <a:pt x="2176" y="0"/>
                  <a:pt x="2141" y="7"/>
                  <a:pt x="2105" y="20"/>
                </a:cubicBezTo>
                <a:cubicBezTo>
                  <a:pt x="1772" y="159"/>
                  <a:pt x="1439" y="228"/>
                  <a:pt x="1096" y="228"/>
                </a:cubicBezTo>
                <a:cubicBezTo>
                  <a:pt x="890" y="228"/>
                  <a:pt x="680" y="203"/>
                  <a:pt x="463" y="153"/>
                </a:cubicBezTo>
                <a:cubicBezTo>
                  <a:pt x="438" y="147"/>
                  <a:pt x="414" y="144"/>
                  <a:pt x="391" y="144"/>
                </a:cubicBezTo>
                <a:cubicBezTo>
                  <a:pt x="92" y="144"/>
                  <a:pt x="0" y="645"/>
                  <a:pt x="330" y="686"/>
                </a:cubicBezTo>
                <a:cubicBezTo>
                  <a:pt x="621" y="744"/>
                  <a:pt x="911" y="777"/>
                  <a:pt x="1198" y="777"/>
                </a:cubicBezTo>
                <a:cubicBezTo>
                  <a:pt x="1568" y="777"/>
                  <a:pt x="1932" y="722"/>
                  <a:pt x="2282" y="597"/>
                </a:cubicBezTo>
                <a:cubicBezTo>
                  <a:pt x="2601" y="478"/>
                  <a:pt x="2490" y="0"/>
                  <a:pt x="2208" y="0"/>
                </a:cubicBezTo>
                <a:close/>
              </a:path>
            </a:pathLst>
          </a:custGeom>
          <a:solidFill>
            <a:srgbClr val="7F6D5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8" name="Google Shape;908;p27">
            <a:extLst>
              <a:ext uri="{FF2B5EF4-FFF2-40B4-BE49-F238E27FC236}">
                <a16:creationId xmlns:a16="http://schemas.microsoft.com/office/drawing/2014/main" id="{CF9043BC-A667-48DC-8E10-7E9AC6B05B33}"/>
              </a:ext>
            </a:extLst>
          </p:cNvPr>
          <p:cNvSpPr>
            <a:spLocks noGrp="1"/>
          </p:cNvSpPr>
          <p:nvPr/>
        </p:nvSpPr>
        <p:spPr>
          <a:xfrm>
            <a:off x="6777565" y="3656538"/>
            <a:ext cx="38275" cy="14877"/>
          </a:xfrm>
          <a:custGeom>
            <a:avLst/>
            <a:gdLst/>
            <a:ahLst/>
            <a:cxnLst/>
            <a:rect l="l" t="t" r="r" b="b"/>
            <a:pathLst>
              <a:path w="2089" h="812">
                <a:moveTo>
                  <a:pt x="1662" y="0"/>
                </a:moveTo>
                <a:cubicBezTo>
                  <a:pt x="1637" y="0"/>
                  <a:pt x="1611" y="3"/>
                  <a:pt x="1584" y="10"/>
                </a:cubicBezTo>
                <a:cubicBezTo>
                  <a:pt x="1184" y="99"/>
                  <a:pt x="741" y="143"/>
                  <a:pt x="341" y="232"/>
                </a:cubicBezTo>
                <a:cubicBezTo>
                  <a:pt x="0" y="317"/>
                  <a:pt x="110" y="811"/>
                  <a:pt x="433" y="811"/>
                </a:cubicBezTo>
                <a:cubicBezTo>
                  <a:pt x="446" y="811"/>
                  <a:pt x="460" y="810"/>
                  <a:pt x="474" y="809"/>
                </a:cubicBezTo>
                <a:cubicBezTo>
                  <a:pt x="918" y="720"/>
                  <a:pt x="1317" y="631"/>
                  <a:pt x="1761" y="542"/>
                </a:cubicBezTo>
                <a:cubicBezTo>
                  <a:pt x="2089" y="460"/>
                  <a:pt x="1963" y="0"/>
                  <a:pt x="1662" y="0"/>
                </a:cubicBezTo>
                <a:close/>
              </a:path>
            </a:pathLst>
          </a:custGeom>
          <a:solidFill>
            <a:srgbClr val="7F6D5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9" name="Google Shape;909;p27">
            <a:extLst>
              <a:ext uri="{FF2B5EF4-FFF2-40B4-BE49-F238E27FC236}">
                <a16:creationId xmlns:a16="http://schemas.microsoft.com/office/drawing/2014/main" id="{730DDC14-9F19-460A-9C2C-2E51EA04C869}"/>
              </a:ext>
            </a:extLst>
          </p:cNvPr>
          <p:cNvSpPr>
            <a:spLocks noGrp="1"/>
          </p:cNvSpPr>
          <p:nvPr/>
        </p:nvSpPr>
        <p:spPr>
          <a:xfrm>
            <a:off x="6158668" y="3652598"/>
            <a:ext cx="55278" cy="14749"/>
          </a:xfrm>
          <a:custGeom>
            <a:avLst/>
            <a:gdLst/>
            <a:ahLst/>
            <a:cxnLst/>
            <a:rect l="l" t="t" r="r" b="b"/>
            <a:pathLst>
              <a:path w="3017" h="805">
                <a:moveTo>
                  <a:pt x="317" y="1"/>
                </a:moveTo>
                <a:cubicBezTo>
                  <a:pt x="1" y="1"/>
                  <a:pt x="14" y="537"/>
                  <a:pt x="355" y="580"/>
                </a:cubicBezTo>
                <a:cubicBezTo>
                  <a:pt x="1154" y="669"/>
                  <a:pt x="1908" y="757"/>
                  <a:pt x="2663" y="802"/>
                </a:cubicBezTo>
                <a:cubicBezTo>
                  <a:pt x="2676" y="803"/>
                  <a:pt x="2688" y="804"/>
                  <a:pt x="2701" y="804"/>
                </a:cubicBezTo>
                <a:cubicBezTo>
                  <a:pt x="3017" y="804"/>
                  <a:pt x="3004" y="269"/>
                  <a:pt x="2663" y="269"/>
                </a:cubicBezTo>
                <a:cubicBezTo>
                  <a:pt x="1908" y="181"/>
                  <a:pt x="1154" y="92"/>
                  <a:pt x="355" y="3"/>
                </a:cubicBezTo>
                <a:cubicBezTo>
                  <a:pt x="342" y="2"/>
                  <a:pt x="330" y="1"/>
                  <a:pt x="317" y="1"/>
                </a:cubicBezTo>
                <a:close/>
              </a:path>
            </a:pathLst>
          </a:custGeom>
          <a:solidFill>
            <a:srgbClr val="7F6D5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0" name="Google Shape;910;p27">
            <a:extLst>
              <a:ext uri="{FF2B5EF4-FFF2-40B4-BE49-F238E27FC236}">
                <a16:creationId xmlns:a16="http://schemas.microsoft.com/office/drawing/2014/main" id="{A59E4076-96FD-435C-8C42-106E1F673FF8}"/>
              </a:ext>
            </a:extLst>
          </p:cNvPr>
          <p:cNvSpPr>
            <a:spLocks noGrp="1"/>
          </p:cNvSpPr>
          <p:nvPr/>
        </p:nvSpPr>
        <p:spPr>
          <a:xfrm>
            <a:off x="6194928" y="3476061"/>
            <a:ext cx="33988" cy="15006"/>
          </a:xfrm>
          <a:custGeom>
            <a:avLst/>
            <a:gdLst/>
            <a:ahLst/>
            <a:cxnLst/>
            <a:rect l="l" t="t" r="r" b="b"/>
            <a:pathLst>
              <a:path w="1855" h="819">
                <a:moveTo>
                  <a:pt x="428" y="0"/>
                </a:moveTo>
                <a:cubicBezTo>
                  <a:pt x="127" y="0"/>
                  <a:pt x="1" y="461"/>
                  <a:pt x="329" y="543"/>
                </a:cubicBezTo>
                <a:cubicBezTo>
                  <a:pt x="684" y="631"/>
                  <a:pt x="1038" y="720"/>
                  <a:pt x="1349" y="809"/>
                </a:cubicBezTo>
                <a:cubicBezTo>
                  <a:pt x="1376" y="816"/>
                  <a:pt x="1402" y="819"/>
                  <a:pt x="1427" y="819"/>
                </a:cubicBezTo>
                <a:cubicBezTo>
                  <a:pt x="1728" y="819"/>
                  <a:pt x="1854" y="358"/>
                  <a:pt x="1527" y="276"/>
                </a:cubicBezTo>
                <a:cubicBezTo>
                  <a:pt x="1172" y="188"/>
                  <a:pt x="817" y="99"/>
                  <a:pt x="506" y="10"/>
                </a:cubicBezTo>
                <a:cubicBezTo>
                  <a:pt x="479" y="4"/>
                  <a:pt x="453" y="0"/>
                  <a:pt x="428" y="0"/>
                </a:cubicBezTo>
                <a:close/>
              </a:path>
            </a:pathLst>
          </a:custGeom>
          <a:solidFill>
            <a:srgbClr val="7F6D5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1" name="Google Shape;911;p27">
            <a:extLst>
              <a:ext uri="{FF2B5EF4-FFF2-40B4-BE49-F238E27FC236}">
                <a16:creationId xmlns:a16="http://schemas.microsoft.com/office/drawing/2014/main" id="{507895BD-E81E-4123-9BFA-F975E22A274C}"/>
              </a:ext>
            </a:extLst>
          </p:cNvPr>
          <p:cNvSpPr>
            <a:spLocks noGrp="1"/>
          </p:cNvSpPr>
          <p:nvPr/>
        </p:nvSpPr>
        <p:spPr>
          <a:xfrm>
            <a:off x="6653357" y="3776037"/>
            <a:ext cx="28363" cy="15812"/>
          </a:xfrm>
          <a:custGeom>
            <a:avLst/>
            <a:gdLst/>
            <a:ahLst/>
            <a:cxnLst/>
            <a:rect l="l" t="t" r="r" b="b"/>
            <a:pathLst>
              <a:path w="1548" h="863">
                <a:moveTo>
                  <a:pt x="1120" y="0"/>
                </a:moveTo>
                <a:cubicBezTo>
                  <a:pt x="1095" y="0"/>
                  <a:pt x="1069" y="3"/>
                  <a:pt x="1042" y="10"/>
                </a:cubicBezTo>
                <a:cubicBezTo>
                  <a:pt x="820" y="99"/>
                  <a:pt x="554" y="188"/>
                  <a:pt x="288" y="276"/>
                </a:cubicBezTo>
                <a:cubicBezTo>
                  <a:pt x="1" y="399"/>
                  <a:pt x="92" y="863"/>
                  <a:pt x="388" y="863"/>
                </a:cubicBezTo>
                <a:cubicBezTo>
                  <a:pt x="412" y="863"/>
                  <a:pt x="438" y="860"/>
                  <a:pt x="465" y="853"/>
                </a:cubicBezTo>
                <a:cubicBezTo>
                  <a:pt x="687" y="764"/>
                  <a:pt x="953" y="676"/>
                  <a:pt x="1219" y="587"/>
                </a:cubicBezTo>
                <a:cubicBezTo>
                  <a:pt x="1547" y="464"/>
                  <a:pt x="1421" y="0"/>
                  <a:pt x="1120" y="0"/>
                </a:cubicBezTo>
                <a:close/>
              </a:path>
            </a:pathLst>
          </a:custGeom>
          <a:solidFill>
            <a:srgbClr val="7F6D5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2" name="Google Shape;912;p27">
            <a:extLst>
              <a:ext uri="{FF2B5EF4-FFF2-40B4-BE49-F238E27FC236}">
                <a16:creationId xmlns:a16="http://schemas.microsoft.com/office/drawing/2014/main" id="{2BFD43D3-BE04-4D91-9329-393957FAFD2F}"/>
              </a:ext>
            </a:extLst>
          </p:cNvPr>
          <p:cNvSpPr>
            <a:spLocks noGrp="1"/>
          </p:cNvSpPr>
          <p:nvPr/>
        </p:nvSpPr>
        <p:spPr>
          <a:xfrm>
            <a:off x="6708471" y="3563642"/>
            <a:ext cx="47363" cy="19495"/>
          </a:xfrm>
          <a:custGeom>
            <a:avLst/>
            <a:gdLst/>
            <a:ahLst/>
            <a:cxnLst/>
            <a:rect l="l" t="t" r="r" b="b"/>
            <a:pathLst>
              <a:path w="2585" h="1064">
                <a:moveTo>
                  <a:pt x="706" y="0"/>
                </a:moveTo>
                <a:cubicBezTo>
                  <a:pt x="587" y="0"/>
                  <a:pt x="465" y="7"/>
                  <a:pt x="341" y="22"/>
                </a:cubicBezTo>
                <a:cubicBezTo>
                  <a:pt x="0" y="65"/>
                  <a:pt x="109" y="557"/>
                  <a:pt x="433" y="557"/>
                </a:cubicBezTo>
                <a:cubicBezTo>
                  <a:pt x="446" y="557"/>
                  <a:pt x="460" y="556"/>
                  <a:pt x="474" y="554"/>
                </a:cubicBezTo>
                <a:cubicBezTo>
                  <a:pt x="540" y="549"/>
                  <a:pt x="605" y="546"/>
                  <a:pt x="670" y="546"/>
                </a:cubicBezTo>
                <a:cubicBezTo>
                  <a:pt x="1136" y="546"/>
                  <a:pt x="1588" y="687"/>
                  <a:pt x="1938" y="998"/>
                </a:cubicBezTo>
                <a:cubicBezTo>
                  <a:pt x="2002" y="1044"/>
                  <a:pt x="2070" y="1063"/>
                  <a:pt x="2134" y="1063"/>
                </a:cubicBezTo>
                <a:cubicBezTo>
                  <a:pt x="2383" y="1063"/>
                  <a:pt x="2584" y="775"/>
                  <a:pt x="2338" y="599"/>
                </a:cubicBezTo>
                <a:cubicBezTo>
                  <a:pt x="1856" y="191"/>
                  <a:pt x="1312" y="0"/>
                  <a:pt x="706" y="0"/>
                </a:cubicBezTo>
                <a:close/>
              </a:path>
            </a:pathLst>
          </a:custGeom>
          <a:solidFill>
            <a:srgbClr val="7F6D5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3" name="Google Shape;913;p27">
            <a:extLst>
              <a:ext uri="{FF2B5EF4-FFF2-40B4-BE49-F238E27FC236}">
                <a16:creationId xmlns:a16="http://schemas.microsoft.com/office/drawing/2014/main" id="{EAF2BF8F-B995-4C48-AC68-48A4A2B92665}"/>
              </a:ext>
            </a:extLst>
          </p:cNvPr>
          <p:cNvSpPr>
            <a:spLocks noGrp="1"/>
          </p:cNvSpPr>
          <p:nvPr/>
        </p:nvSpPr>
        <p:spPr>
          <a:xfrm>
            <a:off x="6445433" y="3822191"/>
            <a:ext cx="36938" cy="20283"/>
          </a:xfrm>
          <a:custGeom>
            <a:avLst/>
            <a:gdLst/>
            <a:ahLst/>
            <a:cxnLst/>
            <a:rect l="l" t="t" r="r" b="b"/>
            <a:pathLst>
              <a:path w="2016" h="1107">
                <a:moveTo>
                  <a:pt x="1666" y="0"/>
                </a:moveTo>
                <a:cubicBezTo>
                  <a:pt x="1634" y="0"/>
                  <a:pt x="1600" y="6"/>
                  <a:pt x="1564" y="20"/>
                </a:cubicBezTo>
                <a:cubicBezTo>
                  <a:pt x="1120" y="198"/>
                  <a:pt x="721" y="375"/>
                  <a:pt x="277" y="552"/>
                </a:cubicBezTo>
                <a:cubicBezTo>
                  <a:pt x="1" y="671"/>
                  <a:pt x="76" y="1106"/>
                  <a:pt x="347" y="1106"/>
                </a:cubicBezTo>
                <a:cubicBezTo>
                  <a:pt x="380" y="1106"/>
                  <a:pt x="416" y="1099"/>
                  <a:pt x="455" y="1085"/>
                </a:cubicBezTo>
                <a:cubicBezTo>
                  <a:pt x="854" y="907"/>
                  <a:pt x="1298" y="730"/>
                  <a:pt x="1697" y="597"/>
                </a:cubicBezTo>
                <a:cubicBezTo>
                  <a:pt x="2016" y="477"/>
                  <a:pt x="1941" y="0"/>
                  <a:pt x="1666" y="0"/>
                </a:cubicBezTo>
                <a:close/>
              </a:path>
            </a:pathLst>
          </a:custGeom>
          <a:solidFill>
            <a:srgbClr val="7F6D5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4" name="Google Shape;914;p27">
            <a:extLst>
              <a:ext uri="{FF2B5EF4-FFF2-40B4-BE49-F238E27FC236}">
                <a16:creationId xmlns:a16="http://schemas.microsoft.com/office/drawing/2014/main" id="{AA264AAD-6300-4F93-8081-810BD2C120EA}"/>
              </a:ext>
            </a:extLst>
          </p:cNvPr>
          <p:cNvSpPr>
            <a:spLocks noGrp="1"/>
          </p:cNvSpPr>
          <p:nvPr/>
        </p:nvSpPr>
        <p:spPr>
          <a:xfrm>
            <a:off x="7037067" y="3720758"/>
            <a:ext cx="28125" cy="15207"/>
          </a:xfrm>
          <a:custGeom>
            <a:avLst/>
            <a:gdLst/>
            <a:ahLst/>
            <a:cxnLst/>
            <a:rect l="l" t="t" r="r" b="b"/>
            <a:pathLst>
              <a:path w="1535" h="830">
                <a:moveTo>
                  <a:pt x="388" y="0"/>
                </a:moveTo>
                <a:cubicBezTo>
                  <a:pt x="92" y="0"/>
                  <a:pt x="0" y="464"/>
                  <a:pt x="287" y="587"/>
                </a:cubicBezTo>
                <a:cubicBezTo>
                  <a:pt x="553" y="631"/>
                  <a:pt x="820" y="720"/>
                  <a:pt x="1041" y="809"/>
                </a:cubicBezTo>
                <a:cubicBezTo>
                  <a:pt x="1080" y="823"/>
                  <a:pt x="1117" y="830"/>
                  <a:pt x="1151" y="830"/>
                </a:cubicBezTo>
                <a:cubicBezTo>
                  <a:pt x="1429" y="830"/>
                  <a:pt x="1535" y="395"/>
                  <a:pt x="1219" y="276"/>
                </a:cubicBezTo>
                <a:cubicBezTo>
                  <a:pt x="953" y="188"/>
                  <a:pt x="687" y="99"/>
                  <a:pt x="465" y="10"/>
                </a:cubicBezTo>
                <a:cubicBezTo>
                  <a:pt x="438" y="3"/>
                  <a:pt x="412" y="0"/>
                  <a:pt x="388" y="0"/>
                </a:cubicBezTo>
                <a:close/>
              </a:path>
            </a:pathLst>
          </a:custGeom>
          <a:solidFill>
            <a:srgbClr val="7F6D5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5" name="Google Shape;915;p27">
            <a:extLst>
              <a:ext uri="{FF2B5EF4-FFF2-40B4-BE49-F238E27FC236}">
                <a16:creationId xmlns:a16="http://schemas.microsoft.com/office/drawing/2014/main" id="{5981F24C-4202-475A-A69F-09308A7F4C8F}"/>
              </a:ext>
            </a:extLst>
          </p:cNvPr>
          <p:cNvSpPr>
            <a:spLocks noGrp="1"/>
          </p:cNvSpPr>
          <p:nvPr/>
        </p:nvSpPr>
        <p:spPr>
          <a:xfrm>
            <a:off x="7178407" y="3240507"/>
            <a:ext cx="38385" cy="32504"/>
          </a:xfrm>
          <a:custGeom>
            <a:avLst/>
            <a:gdLst/>
            <a:ahLst/>
            <a:cxnLst/>
            <a:rect l="l" t="t" r="r" b="b"/>
            <a:pathLst>
              <a:path w="2095" h="1774">
                <a:moveTo>
                  <a:pt x="407" y="1"/>
                </a:moveTo>
                <a:cubicBezTo>
                  <a:pt x="188" y="1"/>
                  <a:pt x="0" y="283"/>
                  <a:pt x="204" y="488"/>
                </a:cubicBezTo>
                <a:cubicBezTo>
                  <a:pt x="604" y="887"/>
                  <a:pt x="1047" y="1286"/>
                  <a:pt x="1491" y="1686"/>
                </a:cubicBezTo>
                <a:cubicBezTo>
                  <a:pt x="1553" y="1747"/>
                  <a:pt x="1622" y="1773"/>
                  <a:pt x="1688" y="1773"/>
                </a:cubicBezTo>
                <a:cubicBezTo>
                  <a:pt x="1907" y="1773"/>
                  <a:pt x="2095" y="1491"/>
                  <a:pt x="1890" y="1286"/>
                </a:cubicBezTo>
                <a:cubicBezTo>
                  <a:pt x="1447" y="887"/>
                  <a:pt x="1003" y="488"/>
                  <a:pt x="604" y="88"/>
                </a:cubicBezTo>
                <a:cubicBezTo>
                  <a:pt x="542" y="26"/>
                  <a:pt x="473" y="1"/>
                  <a:pt x="407" y="1"/>
                </a:cubicBezTo>
                <a:close/>
              </a:path>
            </a:pathLst>
          </a:custGeom>
          <a:solidFill>
            <a:srgbClr val="7F6D5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6" name="Google Shape;916;p27">
            <a:extLst>
              <a:ext uri="{FF2B5EF4-FFF2-40B4-BE49-F238E27FC236}">
                <a16:creationId xmlns:a16="http://schemas.microsoft.com/office/drawing/2014/main" id="{144B8ECE-761E-4D32-A84E-11FC89429C7D}"/>
              </a:ext>
            </a:extLst>
          </p:cNvPr>
          <p:cNvSpPr>
            <a:spLocks noGrp="1"/>
          </p:cNvSpPr>
          <p:nvPr/>
        </p:nvSpPr>
        <p:spPr>
          <a:xfrm>
            <a:off x="6782182" y="3655090"/>
            <a:ext cx="25211" cy="12495"/>
          </a:xfrm>
          <a:custGeom>
            <a:avLst/>
            <a:gdLst/>
            <a:ahLst/>
            <a:cxnLst/>
            <a:rect l="l" t="t" r="r" b="b"/>
            <a:pathLst>
              <a:path w="1376" h="682">
                <a:moveTo>
                  <a:pt x="977" y="0"/>
                </a:moveTo>
                <a:cubicBezTo>
                  <a:pt x="710" y="45"/>
                  <a:pt x="489" y="89"/>
                  <a:pt x="222" y="133"/>
                </a:cubicBezTo>
                <a:cubicBezTo>
                  <a:pt x="89" y="178"/>
                  <a:pt x="1" y="355"/>
                  <a:pt x="45" y="488"/>
                </a:cubicBezTo>
                <a:cubicBezTo>
                  <a:pt x="79" y="624"/>
                  <a:pt x="164" y="682"/>
                  <a:pt x="262" y="682"/>
                </a:cubicBezTo>
                <a:cubicBezTo>
                  <a:pt x="293" y="682"/>
                  <a:pt x="324" y="676"/>
                  <a:pt x="355" y="666"/>
                </a:cubicBezTo>
                <a:cubicBezTo>
                  <a:pt x="622" y="621"/>
                  <a:pt x="888" y="621"/>
                  <a:pt x="1110" y="577"/>
                </a:cubicBezTo>
                <a:cubicBezTo>
                  <a:pt x="1287" y="533"/>
                  <a:pt x="1376" y="355"/>
                  <a:pt x="1332" y="222"/>
                </a:cubicBezTo>
                <a:cubicBezTo>
                  <a:pt x="1287" y="45"/>
                  <a:pt x="1110" y="0"/>
                  <a:pt x="977" y="0"/>
                </a:cubicBezTo>
                <a:close/>
              </a:path>
            </a:pathLst>
          </a:custGeom>
          <a:solidFill>
            <a:srgbClr val="7F6D5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7" name="Google Shape;917;p27">
            <a:extLst>
              <a:ext uri="{FF2B5EF4-FFF2-40B4-BE49-F238E27FC236}">
                <a16:creationId xmlns:a16="http://schemas.microsoft.com/office/drawing/2014/main" id="{E633AC59-0223-4FF3-8596-08A9EB6E29E6}"/>
              </a:ext>
            </a:extLst>
          </p:cNvPr>
          <p:cNvSpPr>
            <a:spLocks noGrp="1"/>
          </p:cNvSpPr>
          <p:nvPr/>
        </p:nvSpPr>
        <p:spPr>
          <a:xfrm>
            <a:off x="7044414" y="3428917"/>
            <a:ext cx="58393" cy="22316"/>
          </a:xfrm>
          <a:custGeom>
            <a:avLst/>
            <a:gdLst/>
            <a:ahLst/>
            <a:cxnLst/>
            <a:rect l="l" t="t" r="r" b="b"/>
            <a:pathLst>
              <a:path w="3187" h="1218">
                <a:moveTo>
                  <a:pt x="391" y="1"/>
                </a:moveTo>
                <a:cubicBezTo>
                  <a:pt x="92" y="1"/>
                  <a:pt x="0" y="504"/>
                  <a:pt x="330" y="587"/>
                </a:cubicBezTo>
                <a:cubicBezTo>
                  <a:pt x="1129" y="809"/>
                  <a:pt x="1927" y="986"/>
                  <a:pt x="2726" y="1208"/>
                </a:cubicBezTo>
                <a:cubicBezTo>
                  <a:pt x="2753" y="1215"/>
                  <a:pt x="2779" y="1218"/>
                  <a:pt x="2803" y="1218"/>
                </a:cubicBezTo>
                <a:cubicBezTo>
                  <a:pt x="3098" y="1218"/>
                  <a:pt x="3187" y="757"/>
                  <a:pt x="2859" y="675"/>
                </a:cubicBezTo>
                <a:cubicBezTo>
                  <a:pt x="2060" y="454"/>
                  <a:pt x="1262" y="232"/>
                  <a:pt x="463" y="10"/>
                </a:cubicBezTo>
                <a:cubicBezTo>
                  <a:pt x="438" y="4"/>
                  <a:pt x="414" y="1"/>
                  <a:pt x="391" y="1"/>
                </a:cubicBezTo>
                <a:close/>
              </a:path>
            </a:pathLst>
          </a:custGeom>
          <a:solidFill>
            <a:srgbClr val="7F6D5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8" name="Google Shape;918;p27">
            <a:extLst>
              <a:ext uri="{FF2B5EF4-FFF2-40B4-BE49-F238E27FC236}">
                <a16:creationId xmlns:a16="http://schemas.microsoft.com/office/drawing/2014/main" id="{93524347-3C1A-459B-8609-DE23C06F89C0}"/>
              </a:ext>
            </a:extLst>
          </p:cNvPr>
          <p:cNvSpPr>
            <a:spLocks noGrp="1"/>
          </p:cNvSpPr>
          <p:nvPr/>
        </p:nvSpPr>
        <p:spPr>
          <a:xfrm>
            <a:off x="7035015" y="3603824"/>
            <a:ext cx="46337" cy="14749"/>
          </a:xfrm>
          <a:custGeom>
            <a:avLst/>
            <a:gdLst/>
            <a:ahLst/>
            <a:cxnLst/>
            <a:rect l="l" t="t" r="r" b="b"/>
            <a:pathLst>
              <a:path w="2529" h="805">
                <a:moveTo>
                  <a:pt x="317" y="1"/>
                </a:moveTo>
                <a:cubicBezTo>
                  <a:pt x="0" y="1"/>
                  <a:pt x="13" y="537"/>
                  <a:pt x="355" y="580"/>
                </a:cubicBezTo>
                <a:cubicBezTo>
                  <a:pt x="932" y="669"/>
                  <a:pt x="1553" y="713"/>
                  <a:pt x="2174" y="802"/>
                </a:cubicBezTo>
                <a:cubicBezTo>
                  <a:pt x="2187" y="803"/>
                  <a:pt x="2200" y="804"/>
                  <a:pt x="2212" y="804"/>
                </a:cubicBezTo>
                <a:cubicBezTo>
                  <a:pt x="2528" y="804"/>
                  <a:pt x="2516" y="268"/>
                  <a:pt x="2174" y="225"/>
                </a:cubicBezTo>
                <a:cubicBezTo>
                  <a:pt x="1553" y="136"/>
                  <a:pt x="932" y="92"/>
                  <a:pt x="355" y="3"/>
                </a:cubicBezTo>
                <a:cubicBezTo>
                  <a:pt x="342" y="1"/>
                  <a:pt x="329" y="1"/>
                  <a:pt x="317" y="1"/>
                </a:cubicBezTo>
                <a:close/>
              </a:path>
            </a:pathLst>
          </a:custGeom>
          <a:solidFill>
            <a:srgbClr val="7F6D5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9" name="Google Shape;919;p27">
            <a:extLst>
              <a:ext uri="{FF2B5EF4-FFF2-40B4-BE49-F238E27FC236}">
                <a16:creationId xmlns:a16="http://schemas.microsoft.com/office/drawing/2014/main" id="{578EDDE3-039C-4EAA-AF54-669340DB390E}"/>
              </a:ext>
            </a:extLst>
          </p:cNvPr>
          <p:cNvSpPr>
            <a:spLocks noGrp="1"/>
          </p:cNvSpPr>
          <p:nvPr/>
        </p:nvSpPr>
        <p:spPr>
          <a:xfrm>
            <a:off x="6873483" y="3446122"/>
            <a:ext cx="39338" cy="16361"/>
          </a:xfrm>
          <a:custGeom>
            <a:avLst/>
            <a:gdLst/>
            <a:ahLst/>
            <a:cxnLst/>
            <a:rect l="l" t="t" r="r" b="b"/>
            <a:pathLst>
              <a:path w="2147" h="893">
                <a:moveTo>
                  <a:pt x="433" y="0"/>
                </a:moveTo>
                <a:cubicBezTo>
                  <a:pt x="110" y="0"/>
                  <a:pt x="1" y="494"/>
                  <a:pt x="342" y="579"/>
                </a:cubicBezTo>
                <a:cubicBezTo>
                  <a:pt x="785" y="668"/>
                  <a:pt x="1229" y="757"/>
                  <a:pt x="1673" y="890"/>
                </a:cubicBezTo>
                <a:cubicBezTo>
                  <a:pt x="1687" y="892"/>
                  <a:pt x="1701" y="893"/>
                  <a:pt x="1714" y="893"/>
                </a:cubicBezTo>
                <a:cubicBezTo>
                  <a:pt x="2037" y="893"/>
                  <a:pt x="2147" y="398"/>
                  <a:pt x="1806" y="313"/>
                </a:cubicBezTo>
                <a:cubicBezTo>
                  <a:pt x="1362" y="225"/>
                  <a:pt x="918" y="136"/>
                  <a:pt x="475" y="3"/>
                </a:cubicBezTo>
                <a:cubicBezTo>
                  <a:pt x="461" y="1"/>
                  <a:pt x="447" y="0"/>
                  <a:pt x="433" y="0"/>
                </a:cubicBezTo>
                <a:close/>
              </a:path>
            </a:pathLst>
          </a:custGeom>
          <a:solidFill>
            <a:srgbClr val="7F6D5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0" name="Google Shape;920;p27">
            <a:extLst>
              <a:ext uri="{FF2B5EF4-FFF2-40B4-BE49-F238E27FC236}">
                <a16:creationId xmlns:a16="http://schemas.microsoft.com/office/drawing/2014/main" id="{C06D839D-D0B2-4DE4-8497-D86FD936A989}"/>
              </a:ext>
            </a:extLst>
          </p:cNvPr>
          <p:cNvSpPr>
            <a:spLocks noGrp="1"/>
          </p:cNvSpPr>
          <p:nvPr/>
        </p:nvSpPr>
        <p:spPr>
          <a:xfrm>
            <a:off x="6614165" y="3643950"/>
            <a:ext cx="62699" cy="14566"/>
          </a:xfrm>
          <a:custGeom>
            <a:avLst/>
            <a:gdLst/>
            <a:ahLst/>
            <a:cxnLst/>
            <a:rect l="l" t="t" r="r" b="b"/>
            <a:pathLst>
              <a:path w="3422" h="795">
                <a:moveTo>
                  <a:pt x="1376" y="1"/>
                </a:moveTo>
                <a:cubicBezTo>
                  <a:pt x="1034" y="1"/>
                  <a:pt x="691" y="26"/>
                  <a:pt x="341" y="76"/>
                </a:cubicBezTo>
                <a:cubicBezTo>
                  <a:pt x="1" y="161"/>
                  <a:pt x="151" y="655"/>
                  <a:pt x="477" y="655"/>
                </a:cubicBezTo>
                <a:cubicBezTo>
                  <a:pt x="491" y="655"/>
                  <a:pt x="505" y="654"/>
                  <a:pt x="519" y="653"/>
                </a:cubicBezTo>
                <a:cubicBezTo>
                  <a:pt x="818" y="603"/>
                  <a:pt x="1118" y="578"/>
                  <a:pt x="1417" y="578"/>
                </a:cubicBezTo>
                <a:cubicBezTo>
                  <a:pt x="1916" y="578"/>
                  <a:pt x="2416" y="647"/>
                  <a:pt x="2915" y="786"/>
                </a:cubicBezTo>
                <a:cubicBezTo>
                  <a:pt x="2940" y="792"/>
                  <a:pt x="2964" y="795"/>
                  <a:pt x="2988" y="795"/>
                </a:cubicBezTo>
                <a:cubicBezTo>
                  <a:pt x="3292" y="795"/>
                  <a:pt x="3422" y="291"/>
                  <a:pt x="3092" y="209"/>
                </a:cubicBezTo>
                <a:cubicBezTo>
                  <a:pt x="2510" y="70"/>
                  <a:pt x="1945" y="1"/>
                  <a:pt x="1376" y="1"/>
                </a:cubicBezTo>
                <a:close/>
              </a:path>
            </a:pathLst>
          </a:custGeom>
          <a:solidFill>
            <a:srgbClr val="7F6D5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1" name="Google Shape;921;p27">
            <a:extLst>
              <a:ext uri="{FF2B5EF4-FFF2-40B4-BE49-F238E27FC236}">
                <a16:creationId xmlns:a16="http://schemas.microsoft.com/office/drawing/2014/main" id="{491448A2-0917-46C3-8558-71C4C9A6B95B}"/>
              </a:ext>
            </a:extLst>
          </p:cNvPr>
          <p:cNvSpPr>
            <a:spLocks noGrp="1"/>
          </p:cNvSpPr>
          <p:nvPr/>
        </p:nvSpPr>
        <p:spPr>
          <a:xfrm>
            <a:off x="6977958" y="3514905"/>
            <a:ext cx="39283" cy="20264"/>
          </a:xfrm>
          <a:custGeom>
            <a:avLst/>
            <a:gdLst/>
            <a:ahLst/>
            <a:cxnLst/>
            <a:rect l="l" t="t" r="r" b="b"/>
            <a:pathLst>
              <a:path w="2144" h="1106">
                <a:moveTo>
                  <a:pt x="350" y="0"/>
                </a:moveTo>
                <a:cubicBezTo>
                  <a:pt x="75" y="0"/>
                  <a:pt x="0" y="477"/>
                  <a:pt x="319" y="597"/>
                </a:cubicBezTo>
                <a:cubicBezTo>
                  <a:pt x="762" y="774"/>
                  <a:pt x="1206" y="952"/>
                  <a:pt x="1694" y="1085"/>
                </a:cubicBezTo>
                <a:cubicBezTo>
                  <a:pt x="1728" y="1099"/>
                  <a:pt x="1761" y="1106"/>
                  <a:pt x="1791" y="1106"/>
                </a:cubicBezTo>
                <a:cubicBezTo>
                  <a:pt x="2037" y="1106"/>
                  <a:pt x="2143" y="671"/>
                  <a:pt x="1827" y="552"/>
                </a:cubicBezTo>
                <a:cubicBezTo>
                  <a:pt x="1384" y="375"/>
                  <a:pt x="896" y="197"/>
                  <a:pt x="452" y="20"/>
                </a:cubicBezTo>
                <a:cubicBezTo>
                  <a:pt x="416" y="6"/>
                  <a:pt x="382" y="0"/>
                  <a:pt x="350" y="0"/>
                </a:cubicBezTo>
                <a:close/>
              </a:path>
            </a:pathLst>
          </a:custGeom>
          <a:solidFill>
            <a:srgbClr val="7F6D5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2" name="Google Shape;922;p27">
            <a:extLst>
              <a:ext uri="{FF2B5EF4-FFF2-40B4-BE49-F238E27FC236}">
                <a16:creationId xmlns:a16="http://schemas.microsoft.com/office/drawing/2014/main" id="{D24A94BC-B9C0-4953-B202-955FB6327C7D}"/>
              </a:ext>
            </a:extLst>
          </p:cNvPr>
          <p:cNvSpPr>
            <a:spLocks noGrp="1"/>
          </p:cNvSpPr>
          <p:nvPr/>
        </p:nvSpPr>
        <p:spPr>
          <a:xfrm>
            <a:off x="6887207" y="3626745"/>
            <a:ext cx="49214" cy="15152"/>
          </a:xfrm>
          <a:custGeom>
            <a:avLst/>
            <a:gdLst/>
            <a:ahLst/>
            <a:cxnLst/>
            <a:rect l="l" t="t" r="r" b="b"/>
            <a:pathLst>
              <a:path w="2686" h="827">
                <a:moveTo>
                  <a:pt x="431" y="1"/>
                </a:moveTo>
                <a:cubicBezTo>
                  <a:pt x="180" y="1"/>
                  <a:pt x="1" y="376"/>
                  <a:pt x="303" y="527"/>
                </a:cubicBezTo>
                <a:cubicBezTo>
                  <a:pt x="802" y="726"/>
                  <a:pt x="1301" y="826"/>
                  <a:pt x="1819" y="826"/>
                </a:cubicBezTo>
                <a:cubicBezTo>
                  <a:pt x="1991" y="826"/>
                  <a:pt x="2166" y="815"/>
                  <a:pt x="2343" y="793"/>
                </a:cubicBezTo>
                <a:cubicBezTo>
                  <a:pt x="2685" y="750"/>
                  <a:pt x="2533" y="214"/>
                  <a:pt x="2205" y="214"/>
                </a:cubicBezTo>
                <a:cubicBezTo>
                  <a:pt x="2192" y="214"/>
                  <a:pt x="2179" y="215"/>
                  <a:pt x="2166" y="216"/>
                </a:cubicBezTo>
                <a:cubicBezTo>
                  <a:pt x="1997" y="244"/>
                  <a:pt x="1829" y="259"/>
                  <a:pt x="1660" y="259"/>
                </a:cubicBezTo>
                <a:cubicBezTo>
                  <a:pt x="1296" y="259"/>
                  <a:pt x="933" y="190"/>
                  <a:pt x="569" y="39"/>
                </a:cubicBezTo>
                <a:cubicBezTo>
                  <a:pt x="522" y="12"/>
                  <a:pt x="476" y="1"/>
                  <a:pt x="431" y="1"/>
                </a:cubicBezTo>
                <a:close/>
              </a:path>
            </a:pathLst>
          </a:custGeom>
          <a:solidFill>
            <a:srgbClr val="7F6D5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3" name="Google Shape;923;p27">
            <a:extLst>
              <a:ext uri="{FF2B5EF4-FFF2-40B4-BE49-F238E27FC236}">
                <a16:creationId xmlns:a16="http://schemas.microsoft.com/office/drawing/2014/main" id="{DE7D4726-F08C-47E9-8BBE-2908377CA76D}"/>
              </a:ext>
            </a:extLst>
          </p:cNvPr>
          <p:cNvSpPr>
            <a:spLocks noGrp="1"/>
          </p:cNvSpPr>
          <p:nvPr/>
        </p:nvSpPr>
        <p:spPr>
          <a:xfrm>
            <a:off x="6759371" y="3469318"/>
            <a:ext cx="38458" cy="12862"/>
          </a:xfrm>
          <a:custGeom>
            <a:avLst/>
            <a:gdLst/>
            <a:ahLst/>
            <a:cxnLst/>
            <a:rect l="l" t="t" r="r" b="b"/>
            <a:pathLst>
              <a:path w="2099" h="702">
                <a:moveTo>
                  <a:pt x="471" y="1"/>
                </a:moveTo>
                <a:cubicBezTo>
                  <a:pt x="205" y="1"/>
                  <a:pt x="1" y="394"/>
                  <a:pt x="314" y="511"/>
                </a:cubicBezTo>
                <a:cubicBezTo>
                  <a:pt x="582" y="633"/>
                  <a:pt x="850" y="702"/>
                  <a:pt x="1126" y="702"/>
                </a:cubicBezTo>
                <a:cubicBezTo>
                  <a:pt x="1352" y="702"/>
                  <a:pt x="1582" y="656"/>
                  <a:pt x="1822" y="556"/>
                </a:cubicBezTo>
                <a:cubicBezTo>
                  <a:pt x="2099" y="437"/>
                  <a:pt x="2024" y="2"/>
                  <a:pt x="1753" y="2"/>
                </a:cubicBezTo>
                <a:cubicBezTo>
                  <a:pt x="1720" y="2"/>
                  <a:pt x="1684" y="9"/>
                  <a:pt x="1645" y="23"/>
                </a:cubicBezTo>
                <a:cubicBezTo>
                  <a:pt x="1467" y="90"/>
                  <a:pt x="1290" y="123"/>
                  <a:pt x="1112" y="123"/>
                </a:cubicBezTo>
                <a:cubicBezTo>
                  <a:pt x="935" y="123"/>
                  <a:pt x="757" y="90"/>
                  <a:pt x="580" y="23"/>
                </a:cubicBezTo>
                <a:cubicBezTo>
                  <a:pt x="543" y="8"/>
                  <a:pt x="507" y="1"/>
                  <a:pt x="471" y="1"/>
                </a:cubicBezTo>
                <a:close/>
              </a:path>
            </a:pathLst>
          </a:custGeom>
          <a:solidFill>
            <a:srgbClr val="7F6D5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4" name="Google Shape;924;p27">
            <a:extLst>
              <a:ext uri="{FF2B5EF4-FFF2-40B4-BE49-F238E27FC236}">
                <a16:creationId xmlns:a16="http://schemas.microsoft.com/office/drawing/2014/main" id="{AF5786EE-E411-4EA7-A5C5-1D3ECB2F2612}"/>
              </a:ext>
            </a:extLst>
          </p:cNvPr>
          <p:cNvSpPr>
            <a:spLocks noGrp="1"/>
          </p:cNvSpPr>
          <p:nvPr/>
        </p:nvSpPr>
        <p:spPr>
          <a:xfrm>
            <a:off x="6622044" y="3801194"/>
            <a:ext cx="30085" cy="13247"/>
          </a:xfrm>
          <a:custGeom>
            <a:avLst/>
            <a:gdLst/>
            <a:ahLst/>
            <a:cxnLst/>
            <a:rect l="l" t="t" r="r" b="b"/>
            <a:pathLst>
              <a:path w="1642" h="723">
                <a:moveTo>
                  <a:pt x="1332" y="1"/>
                </a:moveTo>
                <a:cubicBezTo>
                  <a:pt x="1304" y="1"/>
                  <a:pt x="1274" y="5"/>
                  <a:pt x="1242" y="12"/>
                </a:cubicBezTo>
                <a:cubicBezTo>
                  <a:pt x="932" y="57"/>
                  <a:pt x="577" y="101"/>
                  <a:pt x="266" y="146"/>
                </a:cubicBezTo>
                <a:cubicBezTo>
                  <a:pt x="89" y="190"/>
                  <a:pt x="0" y="367"/>
                  <a:pt x="44" y="501"/>
                </a:cubicBezTo>
                <a:cubicBezTo>
                  <a:pt x="89" y="678"/>
                  <a:pt x="266" y="722"/>
                  <a:pt x="399" y="722"/>
                </a:cubicBezTo>
                <a:cubicBezTo>
                  <a:pt x="754" y="634"/>
                  <a:pt x="1065" y="589"/>
                  <a:pt x="1420" y="545"/>
                </a:cubicBezTo>
                <a:cubicBezTo>
                  <a:pt x="1553" y="545"/>
                  <a:pt x="1642" y="323"/>
                  <a:pt x="1597" y="190"/>
                </a:cubicBezTo>
                <a:cubicBezTo>
                  <a:pt x="1561" y="80"/>
                  <a:pt x="1464" y="1"/>
                  <a:pt x="1332" y="1"/>
                </a:cubicBezTo>
                <a:close/>
              </a:path>
            </a:pathLst>
          </a:custGeom>
          <a:solidFill>
            <a:srgbClr val="7F6D5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5" name="Google Shape;925;p27">
            <a:extLst>
              <a:ext uri="{FF2B5EF4-FFF2-40B4-BE49-F238E27FC236}">
                <a16:creationId xmlns:a16="http://schemas.microsoft.com/office/drawing/2014/main" id="{E473FE17-C1A1-4BFE-AA5E-50276BC9C80B}"/>
              </a:ext>
            </a:extLst>
          </p:cNvPr>
          <p:cNvSpPr>
            <a:spLocks noGrp="1"/>
          </p:cNvSpPr>
          <p:nvPr/>
        </p:nvSpPr>
        <p:spPr>
          <a:xfrm>
            <a:off x="6903312" y="3743405"/>
            <a:ext cx="30085" cy="12789"/>
          </a:xfrm>
          <a:custGeom>
            <a:avLst/>
            <a:gdLst/>
            <a:ahLst/>
            <a:cxnLst/>
            <a:rect l="l" t="t" r="r" b="b"/>
            <a:pathLst>
              <a:path w="1642" h="698">
                <a:moveTo>
                  <a:pt x="1342" y="0"/>
                </a:moveTo>
                <a:cubicBezTo>
                  <a:pt x="1308" y="0"/>
                  <a:pt x="1274" y="6"/>
                  <a:pt x="1243" y="16"/>
                </a:cubicBezTo>
                <a:cubicBezTo>
                  <a:pt x="888" y="61"/>
                  <a:pt x="577" y="105"/>
                  <a:pt x="222" y="149"/>
                </a:cubicBezTo>
                <a:cubicBezTo>
                  <a:pt x="89" y="194"/>
                  <a:pt x="0" y="371"/>
                  <a:pt x="45" y="504"/>
                </a:cubicBezTo>
                <a:cubicBezTo>
                  <a:pt x="79" y="640"/>
                  <a:pt x="164" y="698"/>
                  <a:pt x="282" y="698"/>
                </a:cubicBezTo>
                <a:cubicBezTo>
                  <a:pt x="318" y="698"/>
                  <a:pt x="358" y="692"/>
                  <a:pt x="400" y="682"/>
                </a:cubicBezTo>
                <a:cubicBezTo>
                  <a:pt x="710" y="638"/>
                  <a:pt x="1065" y="593"/>
                  <a:pt x="1376" y="549"/>
                </a:cubicBezTo>
                <a:cubicBezTo>
                  <a:pt x="1553" y="504"/>
                  <a:pt x="1642" y="327"/>
                  <a:pt x="1598" y="194"/>
                </a:cubicBezTo>
                <a:cubicBezTo>
                  <a:pt x="1564" y="58"/>
                  <a:pt x="1452" y="0"/>
                  <a:pt x="1342" y="0"/>
                </a:cubicBezTo>
                <a:close/>
              </a:path>
            </a:pathLst>
          </a:custGeom>
          <a:solidFill>
            <a:srgbClr val="7F6D5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6" name="Google Shape;926;p27">
            <a:extLst>
              <a:ext uri="{FF2B5EF4-FFF2-40B4-BE49-F238E27FC236}">
                <a16:creationId xmlns:a16="http://schemas.microsoft.com/office/drawing/2014/main" id="{51DF9968-4630-487F-94DB-B20BB7B21645}"/>
              </a:ext>
            </a:extLst>
          </p:cNvPr>
          <p:cNvSpPr>
            <a:spLocks noGrp="1"/>
          </p:cNvSpPr>
          <p:nvPr/>
        </p:nvSpPr>
        <p:spPr>
          <a:xfrm>
            <a:off x="7264247" y="3544532"/>
            <a:ext cx="32467" cy="12257"/>
          </a:xfrm>
          <a:custGeom>
            <a:avLst/>
            <a:gdLst/>
            <a:ahLst/>
            <a:cxnLst/>
            <a:rect l="l" t="t" r="r" b="b"/>
            <a:pathLst>
              <a:path w="1772" h="669">
                <a:moveTo>
                  <a:pt x="356" y="0"/>
                </a:moveTo>
                <a:cubicBezTo>
                  <a:pt x="1" y="0"/>
                  <a:pt x="1" y="533"/>
                  <a:pt x="356" y="577"/>
                </a:cubicBezTo>
                <a:cubicBezTo>
                  <a:pt x="710" y="621"/>
                  <a:pt x="1065" y="621"/>
                  <a:pt x="1376" y="666"/>
                </a:cubicBezTo>
                <a:cubicBezTo>
                  <a:pt x="1391" y="667"/>
                  <a:pt x="1405" y="668"/>
                  <a:pt x="1418" y="668"/>
                </a:cubicBezTo>
                <a:cubicBezTo>
                  <a:pt x="1772" y="668"/>
                  <a:pt x="1718" y="132"/>
                  <a:pt x="1376" y="89"/>
                </a:cubicBezTo>
                <a:cubicBezTo>
                  <a:pt x="1065" y="89"/>
                  <a:pt x="710" y="45"/>
                  <a:pt x="356" y="0"/>
                </a:cubicBezTo>
                <a:close/>
              </a:path>
            </a:pathLst>
          </a:custGeom>
          <a:solidFill>
            <a:srgbClr val="7F6D5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7" name="Google Shape;927;p27">
            <a:extLst>
              <a:ext uri="{FF2B5EF4-FFF2-40B4-BE49-F238E27FC236}">
                <a16:creationId xmlns:a16="http://schemas.microsoft.com/office/drawing/2014/main" id="{DB4016A0-9717-46FE-9F61-D147B118E341}"/>
              </a:ext>
            </a:extLst>
          </p:cNvPr>
          <p:cNvSpPr>
            <a:spLocks noGrp="1"/>
          </p:cNvSpPr>
          <p:nvPr/>
        </p:nvSpPr>
        <p:spPr>
          <a:xfrm>
            <a:off x="7156163" y="3723488"/>
            <a:ext cx="28399" cy="16856"/>
          </a:xfrm>
          <a:custGeom>
            <a:avLst/>
            <a:gdLst/>
            <a:ahLst/>
            <a:cxnLst/>
            <a:rect l="l" t="t" r="r" b="b"/>
            <a:pathLst>
              <a:path w="1550" h="920">
                <a:moveTo>
                  <a:pt x="1127" y="0"/>
                </a:moveTo>
                <a:cubicBezTo>
                  <a:pt x="1079" y="0"/>
                  <a:pt x="1028" y="12"/>
                  <a:pt x="975" y="39"/>
                </a:cubicBezTo>
                <a:cubicBezTo>
                  <a:pt x="753" y="127"/>
                  <a:pt x="531" y="260"/>
                  <a:pt x="265" y="393"/>
                </a:cubicBezTo>
                <a:cubicBezTo>
                  <a:pt x="1" y="544"/>
                  <a:pt x="154" y="920"/>
                  <a:pt x="424" y="920"/>
                </a:cubicBezTo>
                <a:cubicBezTo>
                  <a:pt x="471" y="920"/>
                  <a:pt x="522" y="908"/>
                  <a:pt x="575" y="882"/>
                </a:cubicBezTo>
                <a:cubicBezTo>
                  <a:pt x="797" y="748"/>
                  <a:pt x="1019" y="615"/>
                  <a:pt x="1285" y="527"/>
                </a:cubicBezTo>
                <a:cubicBezTo>
                  <a:pt x="1549" y="376"/>
                  <a:pt x="1397" y="0"/>
                  <a:pt x="1127" y="0"/>
                </a:cubicBezTo>
                <a:close/>
              </a:path>
            </a:pathLst>
          </a:custGeom>
          <a:solidFill>
            <a:srgbClr val="7F6D5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8" name="Google Shape;928;p27">
            <a:extLst>
              <a:ext uri="{FF2B5EF4-FFF2-40B4-BE49-F238E27FC236}">
                <a16:creationId xmlns:a16="http://schemas.microsoft.com/office/drawing/2014/main" id="{5C4B9628-95CF-43C4-AE25-BBBD379B0A5B}"/>
              </a:ext>
            </a:extLst>
          </p:cNvPr>
          <p:cNvSpPr>
            <a:spLocks noGrp="1"/>
          </p:cNvSpPr>
          <p:nvPr/>
        </p:nvSpPr>
        <p:spPr>
          <a:xfrm>
            <a:off x="7214667" y="3435586"/>
            <a:ext cx="36590" cy="11414"/>
          </a:xfrm>
          <a:custGeom>
            <a:avLst/>
            <a:gdLst/>
            <a:ahLst/>
            <a:cxnLst/>
            <a:rect l="l" t="t" r="r" b="b"/>
            <a:pathLst>
              <a:path w="1997" h="623">
                <a:moveTo>
                  <a:pt x="355" y="1"/>
                </a:moveTo>
                <a:cubicBezTo>
                  <a:pt x="0" y="1"/>
                  <a:pt x="0" y="533"/>
                  <a:pt x="355" y="578"/>
                </a:cubicBezTo>
                <a:cubicBezTo>
                  <a:pt x="754" y="578"/>
                  <a:pt x="1198" y="622"/>
                  <a:pt x="1642" y="622"/>
                </a:cubicBezTo>
                <a:cubicBezTo>
                  <a:pt x="1997" y="622"/>
                  <a:pt x="1997" y="90"/>
                  <a:pt x="1642" y="45"/>
                </a:cubicBezTo>
                <a:cubicBezTo>
                  <a:pt x="1198" y="45"/>
                  <a:pt x="754" y="1"/>
                  <a:pt x="355" y="1"/>
                </a:cubicBezTo>
                <a:close/>
              </a:path>
            </a:pathLst>
          </a:custGeom>
          <a:solidFill>
            <a:srgbClr val="7F6D5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9" name="Google Shape;929;p27">
            <a:extLst>
              <a:ext uri="{FF2B5EF4-FFF2-40B4-BE49-F238E27FC236}">
                <a16:creationId xmlns:a16="http://schemas.microsoft.com/office/drawing/2014/main" id="{77B77F7F-2081-4A56-8F6A-4FBCBBF40D9F}"/>
              </a:ext>
            </a:extLst>
          </p:cNvPr>
          <p:cNvSpPr>
            <a:spLocks noGrp="1"/>
          </p:cNvSpPr>
          <p:nvPr/>
        </p:nvSpPr>
        <p:spPr>
          <a:xfrm>
            <a:off x="7235811" y="3660770"/>
            <a:ext cx="50405" cy="11451"/>
          </a:xfrm>
          <a:custGeom>
            <a:avLst/>
            <a:gdLst/>
            <a:ahLst/>
            <a:cxnLst/>
            <a:rect l="l" t="t" r="r" b="b"/>
            <a:pathLst>
              <a:path w="2751" h="625">
                <a:moveTo>
                  <a:pt x="2396" y="1"/>
                </a:moveTo>
                <a:cubicBezTo>
                  <a:pt x="1686" y="45"/>
                  <a:pt x="1020" y="45"/>
                  <a:pt x="355" y="45"/>
                </a:cubicBezTo>
                <a:cubicBezTo>
                  <a:pt x="13" y="88"/>
                  <a:pt x="0" y="624"/>
                  <a:pt x="317" y="624"/>
                </a:cubicBezTo>
                <a:cubicBezTo>
                  <a:pt x="329" y="624"/>
                  <a:pt x="342" y="624"/>
                  <a:pt x="355" y="622"/>
                </a:cubicBezTo>
                <a:cubicBezTo>
                  <a:pt x="1020" y="622"/>
                  <a:pt x="1686" y="578"/>
                  <a:pt x="2396" y="578"/>
                </a:cubicBezTo>
                <a:cubicBezTo>
                  <a:pt x="2751" y="578"/>
                  <a:pt x="2751" y="1"/>
                  <a:pt x="2396" y="1"/>
                </a:cubicBezTo>
                <a:close/>
              </a:path>
            </a:pathLst>
          </a:custGeom>
          <a:solidFill>
            <a:srgbClr val="7F6D5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0" name="Google Shape;930;p27">
            <a:extLst>
              <a:ext uri="{FF2B5EF4-FFF2-40B4-BE49-F238E27FC236}">
                <a16:creationId xmlns:a16="http://schemas.microsoft.com/office/drawing/2014/main" id="{7C58E70F-B378-458B-9E72-F71FD91A585C}"/>
              </a:ext>
            </a:extLst>
          </p:cNvPr>
          <p:cNvSpPr>
            <a:spLocks noGrp="1"/>
          </p:cNvSpPr>
          <p:nvPr/>
        </p:nvSpPr>
        <p:spPr>
          <a:xfrm>
            <a:off x="7044212" y="3251006"/>
            <a:ext cx="30378" cy="13118"/>
          </a:xfrm>
          <a:custGeom>
            <a:avLst/>
            <a:gdLst/>
            <a:ahLst/>
            <a:cxnLst/>
            <a:rect l="l" t="t" r="r" b="b"/>
            <a:pathLst>
              <a:path w="1658" h="716">
                <a:moveTo>
                  <a:pt x="477" y="1"/>
                </a:moveTo>
                <a:cubicBezTo>
                  <a:pt x="150" y="1"/>
                  <a:pt x="0" y="495"/>
                  <a:pt x="341" y="580"/>
                </a:cubicBezTo>
                <a:cubicBezTo>
                  <a:pt x="607" y="625"/>
                  <a:pt x="873" y="669"/>
                  <a:pt x="1140" y="713"/>
                </a:cubicBezTo>
                <a:cubicBezTo>
                  <a:pt x="1154" y="715"/>
                  <a:pt x="1168" y="716"/>
                  <a:pt x="1181" y="716"/>
                </a:cubicBezTo>
                <a:cubicBezTo>
                  <a:pt x="1508" y="716"/>
                  <a:pt x="1658" y="222"/>
                  <a:pt x="1317" y="136"/>
                </a:cubicBezTo>
                <a:cubicBezTo>
                  <a:pt x="1051" y="92"/>
                  <a:pt x="785" y="48"/>
                  <a:pt x="518" y="3"/>
                </a:cubicBezTo>
                <a:cubicBezTo>
                  <a:pt x="504" y="2"/>
                  <a:pt x="490" y="1"/>
                  <a:pt x="477" y="1"/>
                </a:cubicBezTo>
                <a:close/>
              </a:path>
            </a:pathLst>
          </a:custGeom>
          <a:solidFill>
            <a:srgbClr val="7F6D5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1" name="Google Shape;931;p27">
            <a:extLst>
              <a:ext uri="{FF2B5EF4-FFF2-40B4-BE49-F238E27FC236}">
                <a16:creationId xmlns:a16="http://schemas.microsoft.com/office/drawing/2014/main" id="{E08E0989-428F-4ACF-9CAC-0D6580E8FA55}"/>
              </a:ext>
            </a:extLst>
          </p:cNvPr>
          <p:cNvSpPr>
            <a:spLocks noGrp="1"/>
          </p:cNvSpPr>
          <p:nvPr/>
        </p:nvSpPr>
        <p:spPr>
          <a:xfrm>
            <a:off x="7605687" y="3421387"/>
            <a:ext cx="22774" cy="18322"/>
          </a:xfrm>
          <a:custGeom>
            <a:avLst/>
            <a:gdLst/>
            <a:ahLst/>
            <a:cxnLst/>
            <a:rect l="l" t="t" r="r" b="b"/>
            <a:pathLst>
              <a:path w="1243" h="1000">
                <a:moveTo>
                  <a:pt x="338" y="0"/>
                </a:moveTo>
                <a:cubicBezTo>
                  <a:pt x="242" y="0"/>
                  <a:pt x="147" y="68"/>
                  <a:pt x="89" y="155"/>
                </a:cubicBezTo>
                <a:cubicBezTo>
                  <a:pt x="0" y="288"/>
                  <a:pt x="89" y="465"/>
                  <a:pt x="178" y="554"/>
                </a:cubicBezTo>
                <a:cubicBezTo>
                  <a:pt x="399" y="687"/>
                  <a:pt x="577" y="820"/>
                  <a:pt x="754" y="953"/>
                </a:cubicBezTo>
                <a:cubicBezTo>
                  <a:pt x="801" y="985"/>
                  <a:pt x="854" y="1000"/>
                  <a:pt x="907" y="1000"/>
                </a:cubicBezTo>
                <a:cubicBezTo>
                  <a:pt x="1002" y="1000"/>
                  <a:pt x="1096" y="951"/>
                  <a:pt x="1154" y="865"/>
                </a:cubicBezTo>
                <a:cubicBezTo>
                  <a:pt x="1242" y="732"/>
                  <a:pt x="1198" y="554"/>
                  <a:pt x="1065" y="465"/>
                </a:cubicBezTo>
                <a:cubicBezTo>
                  <a:pt x="843" y="332"/>
                  <a:pt x="666" y="199"/>
                  <a:pt x="488" y="66"/>
                </a:cubicBezTo>
                <a:cubicBezTo>
                  <a:pt x="442" y="20"/>
                  <a:pt x="390" y="0"/>
                  <a:pt x="338" y="0"/>
                </a:cubicBezTo>
                <a:close/>
              </a:path>
            </a:pathLst>
          </a:custGeom>
          <a:solidFill>
            <a:srgbClr val="7F6D5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2" name="Google Shape;932;p27">
            <a:extLst>
              <a:ext uri="{FF2B5EF4-FFF2-40B4-BE49-F238E27FC236}">
                <a16:creationId xmlns:a16="http://schemas.microsoft.com/office/drawing/2014/main" id="{69351EDD-DD87-4835-94CF-450C3152014C}"/>
              </a:ext>
            </a:extLst>
          </p:cNvPr>
          <p:cNvSpPr>
            <a:spLocks noGrp="1"/>
          </p:cNvSpPr>
          <p:nvPr/>
        </p:nvSpPr>
        <p:spPr>
          <a:xfrm>
            <a:off x="7383783" y="3739465"/>
            <a:ext cx="22609" cy="17149"/>
          </a:xfrm>
          <a:custGeom>
            <a:avLst/>
            <a:gdLst/>
            <a:ahLst/>
            <a:cxnLst/>
            <a:rect l="l" t="t" r="r" b="b"/>
            <a:pathLst>
              <a:path w="1234" h="936">
                <a:moveTo>
                  <a:pt x="859" y="1"/>
                </a:moveTo>
                <a:cubicBezTo>
                  <a:pt x="811" y="1"/>
                  <a:pt x="761" y="17"/>
                  <a:pt x="709" y="54"/>
                </a:cubicBezTo>
                <a:cubicBezTo>
                  <a:pt x="575" y="187"/>
                  <a:pt x="398" y="276"/>
                  <a:pt x="265" y="409"/>
                </a:cubicBezTo>
                <a:cubicBezTo>
                  <a:pt x="1" y="560"/>
                  <a:pt x="154" y="935"/>
                  <a:pt x="396" y="935"/>
                </a:cubicBezTo>
                <a:cubicBezTo>
                  <a:pt x="439" y="935"/>
                  <a:pt x="485" y="923"/>
                  <a:pt x="531" y="897"/>
                </a:cubicBezTo>
                <a:cubicBezTo>
                  <a:pt x="709" y="764"/>
                  <a:pt x="842" y="675"/>
                  <a:pt x="975" y="542"/>
                </a:cubicBezTo>
                <a:cubicBezTo>
                  <a:pt x="1233" y="394"/>
                  <a:pt x="1092" y="1"/>
                  <a:pt x="859" y="1"/>
                </a:cubicBezTo>
                <a:close/>
              </a:path>
            </a:pathLst>
          </a:custGeom>
          <a:solidFill>
            <a:srgbClr val="7F6D5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3" name="Google Shape;933;p27">
            <a:extLst>
              <a:ext uri="{FF2B5EF4-FFF2-40B4-BE49-F238E27FC236}">
                <a16:creationId xmlns:a16="http://schemas.microsoft.com/office/drawing/2014/main" id="{F562D879-FD23-497A-94B9-44AD9716A588}"/>
              </a:ext>
            </a:extLst>
          </p:cNvPr>
          <p:cNvSpPr>
            <a:spLocks noGrp="1"/>
          </p:cNvSpPr>
          <p:nvPr/>
        </p:nvSpPr>
        <p:spPr>
          <a:xfrm>
            <a:off x="7685207" y="3516517"/>
            <a:ext cx="23874" cy="13760"/>
          </a:xfrm>
          <a:custGeom>
            <a:avLst/>
            <a:gdLst/>
            <a:ahLst/>
            <a:cxnLst/>
            <a:rect l="l" t="t" r="r" b="b"/>
            <a:pathLst>
              <a:path w="1303" h="751">
                <a:moveTo>
                  <a:pt x="350" y="1"/>
                </a:moveTo>
                <a:cubicBezTo>
                  <a:pt x="75" y="1"/>
                  <a:pt x="0" y="473"/>
                  <a:pt x="319" y="553"/>
                </a:cubicBezTo>
                <a:cubicBezTo>
                  <a:pt x="496" y="597"/>
                  <a:pt x="674" y="686"/>
                  <a:pt x="851" y="731"/>
                </a:cubicBezTo>
                <a:cubicBezTo>
                  <a:pt x="887" y="744"/>
                  <a:pt x="922" y="750"/>
                  <a:pt x="953" y="750"/>
                </a:cubicBezTo>
                <a:cubicBezTo>
                  <a:pt x="1228" y="750"/>
                  <a:pt x="1303" y="278"/>
                  <a:pt x="984" y="198"/>
                </a:cubicBezTo>
                <a:cubicBezTo>
                  <a:pt x="807" y="109"/>
                  <a:pt x="629" y="65"/>
                  <a:pt x="452" y="21"/>
                </a:cubicBezTo>
                <a:cubicBezTo>
                  <a:pt x="415" y="7"/>
                  <a:pt x="381" y="1"/>
                  <a:pt x="350" y="1"/>
                </a:cubicBezTo>
                <a:close/>
              </a:path>
            </a:pathLst>
          </a:custGeom>
          <a:solidFill>
            <a:srgbClr val="7F6D5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4" name="Google Shape;934;p27">
            <a:extLst>
              <a:ext uri="{FF2B5EF4-FFF2-40B4-BE49-F238E27FC236}">
                <a16:creationId xmlns:a16="http://schemas.microsoft.com/office/drawing/2014/main" id="{2AD8D7D0-EAA4-4A04-83E6-A2D6E49E084B}"/>
              </a:ext>
            </a:extLst>
          </p:cNvPr>
          <p:cNvSpPr>
            <a:spLocks noGrp="1"/>
          </p:cNvSpPr>
          <p:nvPr/>
        </p:nvSpPr>
        <p:spPr>
          <a:xfrm>
            <a:off x="7607300" y="3695436"/>
            <a:ext cx="24405" cy="12514"/>
          </a:xfrm>
          <a:custGeom>
            <a:avLst/>
            <a:gdLst/>
            <a:ahLst/>
            <a:cxnLst/>
            <a:rect l="l" t="t" r="r" b="b"/>
            <a:pathLst>
              <a:path w="1332" h="683">
                <a:moveTo>
                  <a:pt x="1076" y="1"/>
                </a:moveTo>
                <a:cubicBezTo>
                  <a:pt x="1042" y="1"/>
                  <a:pt x="1008" y="6"/>
                  <a:pt x="977" y="17"/>
                </a:cubicBezTo>
                <a:cubicBezTo>
                  <a:pt x="711" y="61"/>
                  <a:pt x="444" y="61"/>
                  <a:pt x="223" y="105"/>
                </a:cubicBezTo>
                <a:cubicBezTo>
                  <a:pt x="45" y="150"/>
                  <a:pt x="1" y="327"/>
                  <a:pt x="1" y="460"/>
                </a:cubicBezTo>
                <a:cubicBezTo>
                  <a:pt x="45" y="638"/>
                  <a:pt x="223" y="682"/>
                  <a:pt x="356" y="682"/>
                </a:cubicBezTo>
                <a:cubicBezTo>
                  <a:pt x="622" y="638"/>
                  <a:pt x="844" y="593"/>
                  <a:pt x="1110" y="549"/>
                </a:cubicBezTo>
                <a:cubicBezTo>
                  <a:pt x="1287" y="505"/>
                  <a:pt x="1332" y="327"/>
                  <a:pt x="1332" y="194"/>
                </a:cubicBezTo>
                <a:cubicBezTo>
                  <a:pt x="1298" y="59"/>
                  <a:pt x="1186" y="1"/>
                  <a:pt x="1076" y="1"/>
                </a:cubicBezTo>
                <a:close/>
              </a:path>
            </a:pathLst>
          </a:custGeom>
          <a:solidFill>
            <a:srgbClr val="7F6D5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5" name="Google Shape;935;p27">
            <a:extLst>
              <a:ext uri="{FF2B5EF4-FFF2-40B4-BE49-F238E27FC236}">
                <a16:creationId xmlns:a16="http://schemas.microsoft.com/office/drawing/2014/main" id="{3CAAA543-7548-4007-A274-69A848101E16}"/>
              </a:ext>
            </a:extLst>
          </p:cNvPr>
          <p:cNvSpPr>
            <a:spLocks noGrp="1"/>
          </p:cNvSpPr>
          <p:nvPr/>
        </p:nvSpPr>
        <p:spPr>
          <a:xfrm>
            <a:off x="7691070" y="3612105"/>
            <a:ext cx="28399" cy="16875"/>
          </a:xfrm>
          <a:custGeom>
            <a:avLst/>
            <a:gdLst/>
            <a:ahLst/>
            <a:cxnLst/>
            <a:rect l="l" t="t" r="r" b="b"/>
            <a:pathLst>
              <a:path w="1550" h="921">
                <a:moveTo>
                  <a:pt x="1112" y="1"/>
                </a:moveTo>
                <a:cubicBezTo>
                  <a:pt x="1068" y="1"/>
                  <a:pt x="1021" y="13"/>
                  <a:pt x="975" y="39"/>
                </a:cubicBezTo>
                <a:cubicBezTo>
                  <a:pt x="753" y="128"/>
                  <a:pt x="487" y="261"/>
                  <a:pt x="265" y="394"/>
                </a:cubicBezTo>
                <a:cubicBezTo>
                  <a:pt x="1" y="545"/>
                  <a:pt x="154" y="920"/>
                  <a:pt x="424" y="920"/>
                </a:cubicBezTo>
                <a:cubicBezTo>
                  <a:pt x="471" y="920"/>
                  <a:pt x="522" y="909"/>
                  <a:pt x="575" y="882"/>
                </a:cubicBezTo>
                <a:cubicBezTo>
                  <a:pt x="797" y="749"/>
                  <a:pt x="1019" y="616"/>
                  <a:pt x="1285" y="527"/>
                </a:cubicBezTo>
                <a:cubicBezTo>
                  <a:pt x="1549" y="376"/>
                  <a:pt x="1364" y="1"/>
                  <a:pt x="1112" y="1"/>
                </a:cubicBezTo>
                <a:close/>
              </a:path>
            </a:pathLst>
          </a:custGeom>
          <a:solidFill>
            <a:srgbClr val="7F6D5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6" name="Google Shape;936;p27">
            <a:extLst>
              <a:ext uri="{FF2B5EF4-FFF2-40B4-BE49-F238E27FC236}">
                <a16:creationId xmlns:a16="http://schemas.microsoft.com/office/drawing/2014/main" id="{8C86E9F6-A71B-4250-A157-DB7C7423C6E1}"/>
              </a:ext>
            </a:extLst>
          </p:cNvPr>
          <p:cNvSpPr>
            <a:spLocks noGrp="1"/>
          </p:cNvSpPr>
          <p:nvPr/>
        </p:nvSpPr>
        <p:spPr>
          <a:xfrm>
            <a:off x="7594144" y="3535224"/>
            <a:ext cx="23984" cy="13741"/>
          </a:xfrm>
          <a:custGeom>
            <a:avLst/>
            <a:gdLst/>
            <a:ahLst/>
            <a:cxnLst/>
            <a:rect l="l" t="t" r="r" b="b"/>
            <a:pathLst>
              <a:path w="1309" h="750">
                <a:moveTo>
                  <a:pt x="362" y="0"/>
                </a:moveTo>
                <a:cubicBezTo>
                  <a:pt x="111" y="0"/>
                  <a:pt x="1" y="473"/>
                  <a:pt x="319" y="553"/>
                </a:cubicBezTo>
                <a:cubicBezTo>
                  <a:pt x="497" y="641"/>
                  <a:pt x="674" y="686"/>
                  <a:pt x="852" y="730"/>
                </a:cubicBezTo>
                <a:cubicBezTo>
                  <a:pt x="888" y="744"/>
                  <a:pt x="922" y="750"/>
                  <a:pt x="954" y="750"/>
                </a:cubicBezTo>
                <a:cubicBezTo>
                  <a:pt x="1229" y="750"/>
                  <a:pt x="1308" y="277"/>
                  <a:pt x="1029" y="198"/>
                </a:cubicBezTo>
                <a:cubicBezTo>
                  <a:pt x="852" y="153"/>
                  <a:pt x="674" y="65"/>
                  <a:pt x="453" y="20"/>
                </a:cubicBezTo>
                <a:cubicBezTo>
                  <a:pt x="421" y="6"/>
                  <a:pt x="390" y="0"/>
                  <a:pt x="362" y="0"/>
                </a:cubicBezTo>
                <a:close/>
              </a:path>
            </a:pathLst>
          </a:custGeom>
          <a:solidFill>
            <a:srgbClr val="7F6D5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7" name="Google Shape;937;p27">
            <a:extLst>
              <a:ext uri="{FF2B5EF4-FFF2-40B4-BE49-F238E27FC236}">
                <a16:creationId xmlns:a16="http://schemas.microsoft.com/office/drawing/2014/main" id="{20ED350D-7D7D-436D-AB56-1B9F8EC639DE}"/>
              </a:ext>
            </a:extLst>
          </p:cNvPr>
          <p:cNvSpPr>
            <a:spLocks noGrp="1"/>
          </p:cNvSpPr>
          <p:nvPr/>
        </p:nvSpPr>
        <p:spPr>
          <a:xfrm>
            <a:off x="7442287" y="3438811"/>
            <a:ext cx="22774" cy="17974"/>
          </a:xfrm>
          <a:custGeom>
            <a:avLst/>
            <a:gdLst/>
            <a:ahLst/>
            <a:cxnLst/>
            <a:rect l="l" t="t" r="r" b="b"/>
            <a:pathLst>
              <a:path w="1243" h="981">
                <a:moveTo>
                  <a:pt x="336" y="1"/>
                </a:moveTo>
                <a:cubicBezTo>
                  <a:pt x="240" y="1"/>
                  <a:pt x="146" y="50"/>
                  <a:pt x="89" y="135"/>
                </a:cubicBezTo>
                <a:cubicBezTo>
                  <a:pt x="0" y="269"/>
                  <a:pt x="44" y="446"/>
                  <a:pt x="178" y="535"/>
                </a:cubicBezTo>
                <a:cubicBezTo>
                  <a:pt x="399" y="668"/>
                  <a:pt x="577" y="801"/>
                  <a:pt x="754" y="934"/>
                </a:cubicBezTo>
                <a:cubicBezTo>
                  <a:pt x="802" y="966"/>
                  <a:pt x="854" y="980"/>
                  <a:pt x="907" y="980"/>
                </a:cubicBezTo>
                <a:cubicBezTo>
                  <a:pt x="1002" y="980"/>
                  <a:pt x="1096" y="931"/>
                  <a:pt x="1154" y="845"/>
                </a:cubicBezTo>
                <a:cubicBezTo>
                  <a:pt x="1242" y="712"/>
                  <a:pt x="1154" y="535"/>
                  <a:pt x="1065" y="446"/>
                </a:cubicBezTo>
                <a:cubicBezTo>
                  <a:pt x="843" y="313"/>
                  <a:pt x="666" y="180"/>
                  <a:pt x="488" y="47"/>
                </a:cubicBezTo>
                <a:cubicBezTo>
                  <a:pt x="441" y="15"/>
                  <a:pt x="388" y="1"/>
                  <a:pt x="336" y="1"/>
                </a:cubicBezTo>
                <a:close/>
              </a:path>
            </a:pathLst>
          </a:custGeom>
          <a:solidFill>
            <a:srgbClr val="7F6D5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8" name="Google Shape;938;p27">
            <a:extLst>
              <a:ext uri="{FF2B5EF4-FFF2-40B4-BE49-F238E27FC236}">
                <a16:creationId xmlns:a16="http://schemas.microsoft.com/office/drawing/2014/main" id="{DBDC0DE6-BEAD-4787-91F2-DF5CBA271DC4}"/>
              </a:ext>
            </a:extLst>
          </p:cNvPr>
          <p:cNvSpPr>
            <a:spLocks noGrp="1"/>
          </p:cNvSpPr>
          <p:nvPr/>
        </p:nvSpPr>
        <p:spPr>
          <a:xfrm>
            <a:off x="7521624" y="3533777"/>
            <a:ext cx="24057" cy="13576"/>
          </a:xfrm>
          <a:custGeom>
            <a:avLst/>
            <a:gdLst/>
            <a:ahLst/>
            <a:cxnLst/>
            <a:rect l="l" t="t" r="r" b="b"/>
            <a:pathLst>
              <a:path w="1313" h="741">
                <a:moveTo>
                  <a:pt x="384" y="0"/>
                </a:moveTo>
                <a:cubicBezTo>
                  <a:pt x="89" y="0"/>
                  <a:pt x="1" y="461"/>
                  <a:pt x="329" y="543"/>
                </a:cubicBezTo>
                <a:cubicBezTo>
                  <a:pt x="506" y="632"/>
                  <a:pt x="684" y="676"/>
                  <a:pt x="861" y="720"/>
                </a:cubicBezTo>
                <a:cubicBezTo>
                  <a:pt x="898" y="734"/>
                  <a:pt x="932" y="740"/>
                  <a:pt x="963" y="740"/>
                </a:cubicBezTo>
                <a:cubicBezTo>
                  <a:pt x="1238" y="740"/>
                  <a:pt x="1313" y="268"/>
                  <a:pt x="994" y="188"/>
                </a:cubicBezTo>
                <a:cubicBezTo>
                  <a:pt x="817" y="144"/>
                  <a:pt x="639" y="55"/>
                  <a:pt x="462" y="10"/>
                </a:cubicBezTo>
                <a:cubicBezTo>
                  <a:pt x="435" y="4"/>
                  <a:pt x="409" y="0"/>
                  <a:pt x="384" y="0"/>
                </a:cubicBezTo>
                <a:close/>
              </a:path>
            </a:pathLst>
          </a:custGeom>
          <a:solidFill>
            <a:srgbClr val="7F6D5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9" name="Google Shape;939;p27">
            <a:extLst>
              <a:ext uri="{FF2B5EF4-FFF2-40B4-BE49-F238E27FC236}">
                <a16:creationId xmlns:a16="http://schemas.microsoft.com/office/drawing/2014/main" id="{2EC4110E-83EF-47DA-B75B-61C381A6DB74}"/>
              </a:ext>
            </a:extLst>
          </p:cNvPr>
          <p:cNvSpPr>
            <a:spLocks noGrp="1"/>
          </p:cNvSpPr>
          <p:nvPr/>
        </p:nvSpPr>
        <p:spPr>
          <a:xfrm>
            <a:off x="7443900" y="3712586"/>
            <a:ext cx="24405" cy="12422"/>
          </a:xfrm>
          <a:custGeom>
            <a:avLst/>
            <a:gdLst/>
            <a:ahLst/>
            <a:cxnLst/>
            <a:rect l="l" t="t" r="r" b="b"/>
            <a:pathLst>
              <a:path w="1332" h="678">
                <a:moveTo>
                  <a:pt x="1051" y="1"/>
                </a:moveTo>
                <a:cubicBezTo>
                  <a:pt x="1025" y="1"/>
                  <a:pt x="1001" y="5"/>
                  <a:pt x="977" y="12"/>
                </a:cubicBezTo>
                <a:cubicBezTo>
                  <a:pt x="711" y="57"/>
                  <a:pt x="445" y="101"/>
                  <a:pt x="223" y="101"/>
                </a:cubicBezTo>
                <a:cubicBezTo>
                  <a:pt x="45" y="145"/>
                  <a:pt x="1" y="323"/>
                  <a:pt x="1" y="456"/>
                </a:cubicBezTo>
                <a:cubicBezTo>
                  <a:pt x="45" y="634"/>
                  <a:pt x="223" y="678"/>
                  <a:pt x="356" y="678"/>
                </a:cubicBezTo>
                <a:cubicBezTo>
                  <a:pt x="622" y="634"/>
                  <a:pt x="844" y="589"/>
                  <a:pt x="1110" y="545"/>
                </a:cubicBezTo>
                <a:cubicBezTo>
                  <a:pt x="1288" y="545"/>
                  <a:pt x="1332" y="323"/>
                  <a:pt x="1332" y="190"/>
                </a:cubicBezTo>
                <a:cubicBezTo>
                  <a:pt x="1295" y="80"/>
                  <a:pt x="1169" y="1"/>
                  <a:pt x="1051" y="1"/>
                </a:cubicBezTo>
                <a:close/>
              </a:path>
            </a:pathLst>
          </a:custGeom>
          <a:solidFill>
            <a:srgbClr val="7F6D5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0" name="Google Shape;940;p27">
            <a:extLst>
              <a:ext uri="{FF2B5EF4-FFF2-40B4-BE49-F238E27FC236}">
                <a16:creationId xmlns:a16="http://schemas.microsoft.com/office/drawing/2014/main" id="{615ABE7C-9910-407C-B3A0-7847CBF5DBE5}"/>
              </a:ext>
            </a:extLst>
          </p:cNvPr>
          <p:cNvSpPr>
            <a:spLocks noGrp="1"/>
          </p:cNvSpPr>
          <p:nvPr/>
        </p:nvSpPr>
        <p:spPr>
          <a:xfrm>
            <a:off x="7283761" y="3905980"/>
            <a:ext cx="25211" cy="12514"/>
          </a:xfrm>
          <a:custGeom>
            <a:avLst/>
            <a:gdLst/>
            <a:ahLst/>
            <a:cxnLst/>
            <a:rect l="l" t="t" r="r" b="b"/>
            <a:pathLst>
              <a:path w="1376" h="683">
                <a:moveTo>
                  <a:pt x="1114" y="1"/>
                </a:moveTo>
                <a:cubicBezTo>
                  <a:pt x="1084" y="1"/>
                  <a:pt x="1052" y="6"/>
                  <a:pt x="1021" y="17"/>
                </a:cubicBezTo>
                <a:cubicBezTo>
                  <a:pt x="755" y="17"/>
                  <a:pt x="488" y="61"/>
                  <a:pt x="267" y="106"/>
                </a:cubicBezTo>
                <a:cubicBezTo>
                  <a:pt x="89" y="150"/>
                  <a:pt x="0" y="328"/>
                  <a:pt x="45" y="461"/>
                </a:cubicBezTo>
                <a:cubicBezTo>
                  <a:pt x="89" y="638"/>
                  <a:pt x="267" y="682"/>
                  <a:pt x="400" y="682"/>
                </a:cubicBezTo>
                <a:cubicBezTo>
                  <a:pt x="666" y="638"/>
                  <a:pt x="888" y="594"/>
                  <a:pt x="1154" y="549"/>
                </a:cubicBezTo>
                <a:cubicBezTo>
                  <a:pt x="1287" y="505"/>
                  <a:pt x="1376" y="328"/>
                  <a:pt x="1331" y="194"/>
                </a:cubicBezTo>
                <a:cubicBezTo>
                  <a:pt x="1298" y="59"/>
                  <a:pt x="1212" y="1"/>
                  <a:pt x="1114" y="1"/>
                </a:cubicBezTo>
                <a:close/>
              </a:path>
            </a:pathLst>
          </a:custGeom>
          <a:solidFill>
            <a:srgbClr val="7F6D5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1" name="Google Shape;941;p27">
            <a:extLst>
              <a:ext uri="{FF2B5EF4-FFF2-40B4-BE49-F238E27FC236}">
                <a16:creationId xmlns:a16="http://schemas.microsoft.com/office/drawing/2014/main" id="{8132973E-FCC1-4789-BCCB-46FE3217C796}"/>
              </a:ext>
            </a:extLst>
          </p:cNvPr>
          <p:cNvSpPr>
            <a:spLocks noGrp="1"/>
          </p:cNvSpPr>
          <p:nvPr/>
        </p:nvSpPr>
        <p:spPr>
          <a:xfrm>
            <a:off x="7527670" y="3629182"/>
            <a:ext cx="28271" cy="16875"/>
          </a:xfrm>
          <a:custGeom>
            <a:avLst/>
            <a:gdLst/>
            <a:ahLst/>
            <a:cxnLst/>
            <a:rect l="l" t="t" r="r" b="b"/>
            <a:pathLst>
              <a:path w="1543" h="921">
                <a:moveTo>
                  <a:pt x="1112" y="1"/>
                </a:moveTo>
                <a:cubicBezTo>
                  <a:pt x="1068" y="1"/>
                  <a:pt x="1021" y="12"/>
                  <a:pt x="975" y="39"/>
                </a:cubicBezTo>
                <a:cubicBezTo>
                  <a:pt x="753" y="172"/>
                  <a:pt x="487" y="261"/>
                  <a:pt x="265" y="394"/>
                </a:cubicBezTo>
                <a:cubicBezTo>
                  <a:pt x="1" y="545"/>
                  <a:pt x="154" y="920"/>
                  <a:pt x="424" y="920"/>
                </a:cubicBezTo>
                <a:cubicBezTo>
                  <a:pt x="471" y="920"/>
                  <a:pt x="522" y="908"/>
                  <a:pt x="576" y="882"/>
                </a:cubicBezTo>
                <a:cubicBezTo>
                  <a:pt x="797" y="749"/>
                  <a:pt x="1019" y="660"/>
                  <a:pt x="1241" y="527"/>
                </a:cubicBezTo>
                <a:cubicBezTo>
                  <a:pt x="1543" y="376"/>
                  <a:pt x="1364" y="1"/>
                  <a:pt x="1112" y="1"/>
                </a:cubicBezTo>
                <a:close/>
              </a:path>
            </a:pathLst>
          </a:custGeom>
          <a:solidFill>
            <a:srgbClr val="7F6D5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2" name="Google Shape;942;p27">
            <a:extLst>
              <a:ext uri="{FF2B5EF4-FFF2-40B4-BE49-F238E27FC236}">
                <a16:creationId xmlns:a16="http://schemas.microsoft.com/office/drawing/2014/main" id="{799DEE3D-3CC8-4B09-8A80-7E4BBE23249A}"/>
              </a:ext>
            </a:extLst>
          </p:cNvPr>
          <p:cNvSpPr>
            <a:spLocks noGrp="1"/>
          </p:cNvSpPr>
          <p:nvPr/>
        </p:nvSpPr>
        <p:spPr>
          <a:xfrm>
            <a:off x="7430579" y="3552466"/>
            <a:ext cx="24094" cy="13595"/>
          </a:xfrm>
          <a:custGeom>
            <a:avLst/>
            <a:gdLst/>
            <a:ahLst/>
            <a:cxnLst/>
            <a:rect l="l" t="t" r="r" b="b"/>
            <a:pathLst>
              <a:path w="1315" h="742">
                <a:moveTo>
                  <a:pt x="393" y="1"/>
                </a:moveTo>
                <a:cubicBezTo>
                  <a:pt x="127" y="1"/>
                  <a:pt x="1" y="465"/>
                  <a:pt x="329" y="588"/>
                </a:cubicBezTo>
                <a:cubicBezTo>
                  <a:pt x="506" y="632"/>
                  <a:pt x="683" y="676"/>
                  <a:pt x="861" y="721"/>
                </a:cubicBezTo>
                <a:cubicBezTo>
                  <a:pt x="900" y="735"/>
                  <a:pt x="936" y="742"/>
                  <a:pt x="969" y="742"/>
                </a:cubicBezTo>
                <a:cubicBezTo>
                  <a:pt x="1240" y="742"/>
                  <a:pt x="1315" y="307"/>
                  <a:pt x="1038" y="188"/>
                </a:cubicBezTo>
                <a:cubicBezTo>
                  <a:pt x="861" y="144"/>
                  <a:pt x="683" y="55"/>
                  <a:pt x="462" y="11"/>
                </a:cubicBezTo>
                <a:cubicBezTo>
                  <a:pt x="438" y="4"/>
                  <a:pt x="415" y="1"/>
                  <a:pt x="393" y="1"/>
                </a:cubicBezTo>
                <a:close/>
              </a:path>
            </a:pathLst>
          </a:custGeom>
          <a:solidFill>
            <a:srgbClr val="7F6D5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3" name="Google Shape;943;p27">
            <a:extLst>
              <a:ext uri="{FF2B5EF4-FFF2-40B4-BE49-F238E27FC236}">
                <a16:creationId xmlns:a16="http://schemas.microsoft.com/office/drawing/2014/main" id="{0FAC01BE-1537-4122-A0C1-E8B84855442D}"/>
              </a:ext>
            </a:extLst>
          </p:cNvPr>
          <p:cNvSpPr>
            <a:spLocks noGrp="1"/>
          </p:cNvSpPr>
          <p:nvPr/>
        </p:nvSpPr>
        <p:spPr>
          <a:xfrm>
            <a:off x="8161390" y="3017962"/>
            <a:ext cx="12825" cy="16123"/>
          </a:xfrm>
          <a:custGeom>
            <a:avLst/>
            <a:gdLst/>
            <a:ahLst/>
            <a:cxnLst/>
            <a:rect l="l" t="t" r="r" b="b"/>
            <a:pathLst>
              <a:path w="700" h="880">
                <a:moveTo>
                  <a:pt x="432" y="0"/>
                </a:moveTo>
                <a:cubicBezTo>
                  <a:pt x="371" y="0"/>
                  <a:pt x="314" y="35"/>
                  <a:pt x="285" y="122"/>
                </a:cubicBezTo>
                <a:cubicBezTo>
                  <a:pt x="196" y="255"/>
                  <a:pt x="152" y="432"/>
                  <a:pt x="63" y="566"/>
                </a:cubicBezTo>
                <a:cubicBezTo>
                  <a:pt x="0" y="722"/>
                  <a:pt x="159" y="879"/>
                  <a:pt x="289" y="879"/>
                </a:cubicBezTo>
                <a:cubicBezTo>
                  <a:pt x="343" y="879"/>
                  <a:pt x="392" y="852"/>
                  <a:pt x="418" y="787"/>
                </a:cubicBezTo>
                <a:cubicBezTo>
                  <a:pt x="507" y="610"/>
                  <a:pt x="551" y="477"/>
                  <a:pt x="640" y="299"/>
                </a:cubicBezTo>
                <a:cubicBezTo>
                  <a:pt x="700" y="150"/>
                  <a:pt x="558" y="0"/>
                  <a:pt x="432" y="0"/>
                </a:cubicBezTo>
                <a:close/>
              </a:path>
            </a:pathLst>
          </a:custGeom>
          <a:solidFill>
            <a:srgbClr val="7F6D5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4" name="Google Shape;944;p27">
            <a:extLst>
              <a:ext uri="{FF2B5EF4-FFF2-40B4-BE49-F238E27FC236}">
                <a16:creationId xmlns:a16="http://schemas.microsoft.com/office/drawing/2014/main" id="{7BF921F8-5FB4-461B-AF73-17FC47A52366}"/>
              </a:ext>
            </a:extLst>
          </p:cNvPr>
          <p:cNvSpPr>
            <a:spLocks noGrp="1"/>
          </p:cNvSpPr>
          <p:nvPr/>
        </p:nvSpPr>
        <p:spPr>
          <a:xfrm>
            <a:off x="8112543" y="3087862"/>
            <a:ext cx="8556" cy="14035"/>
          </a:xfrm>
          <a:custGeom>
            <a:avLst/>
            <a:gdLst/>
            <a:ahLst/>
            <a:cxnLst/>
            <a:rect l="l" t="t" r="r" b="b"/>
            <a:pathLst>
              <a:path w="467" h="766">
                <a:moveTo>
                  <a:pt x="267" y="0"/>
                </a:moveTo>
                <a:cubicBezTo>
                  <a:pt x="167" y="0"/>
                  <a:pt x="67" y="56"/>
                  <a:pt x="67" y="167"/>
                </a:cubicBezTo>
                <a:cubicBezTo>
                  <a:pt x="23" y="300"/>
                  <a:pt x="23" y="433"/>
                  <a:pt x="23" y="566"/>
                </a:cubicBezTo>
                <a:cubicBezTo>
                  <a:pt x="0" y="699"/>
                  <a:pt x="89" y="766"/>
                  <a:pt x="189" y="766"/>
                </a:cubicBezTo>
                <a:cubicBezTo>
                  <a:pt x="289" y="766"/>
                  <a:pt x="400" y="699"/>
                  <a:pt x="422" y="566"/>
                </a:cubicBezTo>
                <a:cubicBezTo>
                  <a:pt x="422" y="433"/>
                  <a:pt x="422" y="300"/>
                  <a:pt x="466" y="167"/>
                </a:cubicBezTo>
                <a:cubicBezTo>
                  <a:pt x="466" y="56"/>
                  <a:pt x="366" y="0"/>
                  <a:pt x="267" y="0"/>
                </a:cubicBezTo>
                <a:close/>
              </a:path>
            </a:pathLst>
          </a:custGeom>
          <a:solidFill>
            <a:srgbClr val="7F6D5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5" name="Google Shape;945;p27">
            <a:extLst>
              <a:ext uri="{FF2B5EF4-FFF2-40B4-BE49-F238E27FC236}">
                <a16:creationId xmlns:a16="http://schemas.microsoft.com/office/drawing/2014/main" id="{DE3B52B1-21E9-4138-91B8-11880CA285D1}"/>
              </a:ext>
            </a:extLst>
          </p:cNvPr>
          <p:cNvSpPr>
            <a:spLocks noGrp="1"/>
          </p:cNvSpPr>
          <p:nvPr/>
        </p:nvSpPr>
        <p:spPr>
          <a:xfrm>
            <a:off x="7977011" y="3061386"/>
            <a:ext cx="12569" cy="15995"/>
          </a:xfrm>
          <a:custGeom>
            <a:avLst/>
            <a:gdLst/>
            <a:ahLst/>
            <a:cxnLst/>
            <a:rect l="l" t="t" r="r" b="b"/>
            <a:pathLst>
              <a:path w="686" h="873">
                <a:moveTo>
                  <a:pt x="253" y="0"/>
                </a:moveTo>
                <a:cubicBezTo>
                  <a:pt x="126" y="0"/>
                  <a:pt x="1" y="102"/>
                  <a:pt x="54" y="236"/>
                </a:cubicBezTo>
                <a:cubicBezTo>
                  <a:pt x="143" y="414"/>
                  <a:pt x="188" y="591"/>
                  <a:pt x="232" y="725"/>
                </a:cubicBezTo>
                <a:cubicBezTo>
                  <a:pt x="284" y="829"/>
                  <a:pt x="371" y="872"/>
                  <a:pt x="452" y="872"/>
                </a:cubicBezTo>
                <a:cubicBezTo>
                  <a:pt x="576" y="872"/>
                  <a:pt x="685" y="770"/>
                  <a:pt x="631" y="636"/>
                </a:cubicBezTo>
                <a:cubicBezTo>
                  <a:pt x="587" y="458"/>
                  <a:pt x="498" y="281"/>
                  <a:pt x="454" y="148"/>
                </a:cubicBezTo>
                <a:cubicBezTo>
                  <a:pt x="419" y="43"/>
                  <a:pt x="336" y="0"/>
                  <a:pt x="253" y="0"/>
                </a:cubicBezTo>
                <a:close/>
              </a:path>
            </a:pathLst>
          </a:custGeom>
          <a:solidFill>
            <a:srgbClr val="7F6D5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6" name="Google Shape;946;p27">
            <a:extLst>
              <a:ext uri="{FF2B5EF4-FFF2-40B4-BE49-F238E27FC236}">
                <a16:creationId xmlns:a16="http://schemas.microsoft.com/office/drawing/2014/main" id="{C5D2B193-0972-4735-BCCF-82FB561F125A}"/>
              </a:ext>
            </a:extLst>
          </p:cNvPr>
          <p:cNvSpPr>
            <a:spLocks noGrp="1"/>
          </p:cNvSpPr>
          <p:nvPr/>
        </p:nvSpPr>
        <p:spPr>
          <a:xfrm>
            <a:off x="8043797" y="3107724"/>
            <a:ext cx="16380" cy="15171"/>
          </a:xfrm>
          <a:custGeom>
            <a:avLst/>
            <a:gdLst/>
            <a:ahLst/>
            <a:cxnLst/>
            <a:rect l="l" t="t" r="r" b="b"/>
            <a:pathLst>
              <a:path w="894" h="828">
                <a:moveTo>
                  <a:pt x="271" y="0"/>
                </a:moveTo>
                <a:cubicBezTo>
                  <a:pt x="125" y="0"/>
                  <a:pt x="0" y="189"/>
                  <a:pt x="136" y="325"/>
                </a:cubicBezTo>
                <a:lnTo>
                  <a:pt x="491" y="769"/>
                </a:lnTo>
                <a:cubicBezTo>
                  <a:pt x="533" y="810"/>
                  <a:pt x="579" y="827"/>
                  <a:pt x="623" y="827"/>
                </a:cubicBezTo>
                <a:cubicBezTo>
                  <a:pt x="769" y="827"/>
                  <a:pt x="894" y="639"/>
                  <a:pt x="758" y="503"/>
                </a:cubicBezTo>
                <a:cubicBezTo>
                  <a:pt x="624" y="325"/>
                  <a:pt x="536" y="192"/>
                  <a:pt x="403" y="59"/>
                </a:cubicBezTo>
                <a:cubicBezTo>
                  <a:pt x="361" y="18"/>
                  <a:pt x="315" y="0"/>
                  <a:pt x="271" y="0"/>
                </a:cubicBezTo>
                <a:close/>
              </a:path>
            </a:pathLst>
          </a:custGeom>
          <a:solidFill>
            <a:srgbClr val="7F6D5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7" name="Google Shape;947;p27">
            <a:extLst>
              <a:ext uri="{FF2B5EF4-FFF2-40B4-BE49-F238E27FC236}">
                <a16:creationId xmlns:a16="http://schemas.microsoft.com/office/drawing/2014/main" id="{20672BBB-69A9-4C3D-BA12-288E65EDB67D}"/>
              </a:ext>
            </a:extLst>
          </p:cNvPr>
          <p:cNvSpPr>
            <a:spLocks noGrp="1"/>
          </p:cNvSpPr>
          <p:nvPr/>
        </p:nvSpPr>
        <p:spPr>
          <a:xfrm>
            <a:off x="8086122" y="3028717"/>
            <a:ext cx="8153" cy="14053"/>
          </a:xfrm>
          <a:custGeom>
            <a:avLst/>
            <a:gdLst/>
            <a:ahLst/>
            <a:cxnLst/>
            <a:rect l="l" t="t" r="r" b="b"/>
            <a:pathLst>
              <a:path w="445" h="767">
                <a:moveTo>
                  <a:pt x="244" y="1"/>
                </a:moveTo>
                <a:cubicBezTo>
                  <a:pt x="145" y="1"/>
                  <a:pt x="45" y="67"/>
                  <a:pt x="45" y="200"/>
                </a:cubicBezTo>
                <a:cubicBezTo>
                  <a:pt x="45" y="333"/>
                  <a:pt x="0" y="467"/>
                  <a:pt x="0" y="600"/>
                </a:cubicBezTo>
                <a:cubicBezTo>
                  <a:pt x="0" y="711"/>
                  <a:pt x="89" y="766"/>
                  <a:pt x="183" y="766"/>
                </a:cubicBezTo>
                <a:cubicBezTo>
                  <a:pt x="278" y="766"/>
                  <a:pt x="377" y="711"/>
                  <a:pt x="400" y="600"/>
                </a:cubicBezTo>
                <a:cubicBezTo>
                  <a:pt x="400" y="467"/>
                  <a:pt x="400" y="333"/>
                  <a:pt x="444" y="200"/>
                </a:cubicBezTo>
                <a:cubicBezTo>
                  <a:pt x="444" y="67"/>
                  <a:pt x="344" y="1"/>
                  <a:pt x="244" y="1"/>
                </a:cubicBezTo>
                <a:close/>
              </a:path>
            </a:pathLst>
          </a:custGeom>
          <a:solidFill>
            <a:srgbClr val="7F6D5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8" name="Google Shape;948;p27">
            <a:extLst>
              <a:ext uri="{FF2B5EF4-FFF2-40B4-BE49-F238E27FC236}">
                <a16:creationId xmlns:a16="http://schemas.microsoft.com/office/drawing/2014/main" id="{E8C58719-A54B-4E65-BF58-BA15F37B60AB}"/>
              </a:ext>
            </a:extLst>
          </p:cNvPr>
          <p:cNvSpPr>
            <a:spLocks noGrp="1"/>
          </p:cNvSpPr>
          <p:nvPr/>
        </p:nvSpPr>
        <p:spPr>
          <a:xfrm>
            <a:off x="8075953" y="2979136"/>
            <a:ext cx="8153" cy="13833"/>
          </a:xfrm>
          <a:custGeom>
            <a:avLst/>
            <a:gdLst/>
            <a:ahLst/>
            <a:cxnLst/>
            <a:rect l="l" t="t" r="r" b="b"/>
            <a:pathLst>
              <a:path w="445" h="755">
                <a:moveTo>
                  <a:pt x="256" y="0"/>
                </a:moveTo>
                <a:cubicBezTo>
                  <a:pt x="156" y="0"/>
                  <a:pt x="45" y="67"/>
                  <a:pt x="23" y="200"/>
                </a:cubicBezTo>
                <a:cubicBezTo>
                  <a:pt x="23" y="333"/>
                  <a:pt x="23" y="422"/>
                  <a:pt x="23" y="555"/>
                </a:cubicBezTo>
                <a:cubicBezTo>
                  <a:pt x="1" y="688"/>
                  <a:pt x="90" y="755"/>
                  <a:pt x="184" y="755"/>
                </a:cubicBezTo>
                <a:cubicBezTo>
                  <a:pt x="278" y="755"/>
                  <a:pt x="378" y="688"/>
                  <a:pt x="378" y="555"/>
                </a:cubicBezTo>
                <a:cubicBezTo>
                  <a:pt x="422" y="422"/>
                  <a:pt x="422" y="333"/>
                  <a:pt x="422" y="200"/>
                </a:cubicBezTo>
                <a:cubicBezTo>
                  <a:pt x="444" y="67"/>
                  <a:pt x="356" y="0"/>
                  <a:pt x="256" y="0"/>
                </a:cubicBezTo>
                <a:close/>
              </a:path>
            </a:pathLst>
          </a:custGeom>
          <a:solidFill>
            <a:srgbClr val="7F6D5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9" name="Google Shape;949;p27">
            <a:extLst>
              <a:ext uri="{FF2B5EF4-FFF2-40B4-BE49-F238E27FC236}">
                <a16:creationId xmlns:a16="http://schemas.microsoft.com/office/drawing/2014/main" id="{7455983D-7A4A-4678-B513-8340EFD3F717}"/>
              </a:ext>
            </a:extLst>
          </p:cNvPr>
          <p:cNvSpPr>
            <a:spLocks noGrp="1"/>
          </p:cNvSpPr>
          <p:nvPr/>
        </p:nvSpPr>
        <p:spPr>
          <a:xfrm>
            <a:off x="8007023" y="2998796"/>
            <a:ext cx="15922" cy="15500"/>
          </a:xfrm>
          <a:custGeom>
            <a:avLst/>
            <a:gdLst/>
            <a:ahLst/>
            <a:cxnLst/>
            <a:rect l="l" t="t" r="r" b="b"/>
            <a:pathLst>
              <a:path w="869" h="846">
                <a:moveTo>
                  <a:pt x="281" y="0"/>
                </a:moveTo>
                <a:cubicBezTo>
                  <a:pt x="133" y="0"/>
                  <a:pt x="0" y="189"/>
                  <a:pt x="102" y="325"/>
                </a:cubicBezTo>
                <a:cubicBezTo>
                  <a:pt x="236" y="502"/>
                  <a:pt x="369" y="635"/>
                  <a:pt x="457" y="769"/>
                </a:cubicBezTo>
                <a:cubicBezTo>
                  <a:pt x="501" y="823"/>
                  <a:pt x="550" y="846"/>
                  <a:pt x="597" y="846"/>
                </a:cubicBezTo>
                <a:cubicBezTo>
                  <a:pt x="742" y="846"/>
                  <a:pt x="868" y="636"/>
                  <a:pt x="768" y="502"/>
                </a:cubicBezTo>
                <a:cubicBezTo>
                  <a:pt x="635" y="369"/>
                  <a:pt x="502" y="192"/>
                  <a:pt x="413" y="59"/>
                </a:cubicBezTo>
                <a:cubicBezTo>
                  <a:pt x="372" y="17"/>
                  <a:pt x="326" y="0"/>
                  <a:pt x="281" y="0"/>
                </a:cubicBezTo>
                <a:close/>
              </a:path>
            </a:pathLst>
          </a:custGeom>
          <a:solidFill>
            <a:srgbClr val="7F6D5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0" name="Google Shape;950;p27">
            <a:extLst>
              <a:ext uri="{FF2B5EF4-FFF2-40B4-BE49-F238E27FC236}">
                <a16:creationId xmlns:a16="http://schemas.microsoft.com/office/drawing/2014/main" id="{1ADBD263-37E8-4817-8120-8EE3E986BD6D}"/>
              </a:ext>
            </a:extLst>
          </p:cNvPr>
          <p:cNvSpPr>
            <a:spLocks noGrp="1"/>
          </p:cNvSpPr>
          <p:nvPr/>
        </p:nvSpPr>
        <p:spPr>
          <a:xfrm>
            <a:off x="6878925" y="3859239"/>
            <a:ext cx="46997" cy="17131"/>
          </a:xfrm>
          <a:custGeom>
            <a:avLst/>
            <a:gdLst/>
            <a:ahLst/>
            <a:cxnLst/>
            <a:rect l="l" t="t" r="r" b="b"/>
            <a:pathLst>
              <a:path w="2565" h="935">
                <a:moveTo>
                  <a:pt x="2134" y="1"/>
                </a:moveTo>
                <a:cubicBezTo>
                  <a:pt x="2090" y="1"/>
                  <a:pt x="2043" y="12"/>
                  <a:pt x="1997" y="39"/>
                </a:cubicBezTo>
                <a:cubicBezTo>
                  <a:pt x="1464" y="305"/>
                  <a:pt x="932" y="394"/>
                  <a:pt x="355" y="394"/>
                </a:cubicBezTo>
                <a:cubicBezTo>
                  <a:pt x="342" y="392"/>
                  <a:pt x="329" y="391"/>
                  <a:pt x="317" y="391"/>
                </a:cubicBezTo>
                <a:cubicBezTo>
                  <a:pt x="1" y="391"/>
                  <a:pt x="13" y="926"/>
                  <a:pt x="355" y="926"/>
                </a:cubicBezTo>
                <a:cubicBezTo>
                  <a:pt x="444" y="932"/>
                  <a:pt x="531" y="935"/>
                  <a:pt x="617" y="935"/>
                </a:cubicBezTo>
                <a:cubicBezTo>
                  <a:pt x="1220" y="935"/>
                  <a:pt x="1758" y="799"/>
                  <a:pt x="2263" y="527"/>
                </a:cubicBezTo>
                <a:cubicBezTo>
                  <a:pt x="2565" y="376"/>
                  <a:pt x="2386" y="1"/>
                  <a:pt x="2134" y="1"/>
                </a:cubicBezTo>
                <a:close/>
              </a:path>
            </a:pathLst>
          </a:custGeom>
          <a:solidFill>
            <a:srgbClr val="7F6D5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1" name="Google Shape;951;p27">
            <a:extLst>
              <a:ext uri="{FF2B5EF4-FFF2-40B4-BE49-F238E27FC236}">
                <a16:creationId xmlns:a16="http://schemas.microsoft.com/office/drawing/2014/main" id="{1D1BEE81-BF5D-44EB-BC29-B2244B5AE6E4}"/>
              </a:ext>
            </a:extLst>
          </p:cNvPr>
          <p:cNvSpPr>
            <a:spLocks noGrp="1"/>
          </p:cNvSpPr>
          <p:nvPr/>
        </p:nvSpPr>
        <p:spPr>
          <a:xfrm>
            <a:off x="7142128" y="3836006"/>
            <a:ext cx="36113" cy="18652"/>
          </a:xfrm>
          <a:custGeom>
            <a:avLst/>
            <a:gdLst/>
            <a:ahLst/>
            <a:cxnLst/>
            <a:rect l="l" t="t" r="r" b="b"/>
            <a:pathLst>
              <a:path w="1971" h="1018">
                <a:moveTo>
                  <a:pt x="1610" y="0"/>
                </a:moveTo>
                <a:cubicBezTo>
                  <a:pt x="1581" y="0"/>
                  <a:pt x="1551" y="7"/>
                  <a:pt x="1519" y="20"/>
                </a:cubicBezTo>
                <a:cubicBezTo>
                  <a:pt x="1120" y="153"/>
                  <a:pt x="720" y="331"/>
                  <a:pt x="277" y="464"/>
                </a:cubicBezTo>
                <a:cubicBezTo>
                  <a:pt x="0" y="583"/>
                  <a:pt x="75" y="1018"/>
                  <a:pt x="346" y="1018"/>
                </a:cubicBezTo>
                <a:cubicBezTo>
                  <a:pt x="379" y="1018"/>
                  <a:pt x="415" y="1011"/>
                  <a:pt x="454" y="996"/>
                </a:cubicBezTo>
                <a:cubicBezTo>
                  <a:pt x="853" y="863"/>
                  <a:pt x="1253" y="730"/>
                  <a:pt x="1652" y="553"/>
                </a:cubicBezTo>
                <a:cubicBezTo>
                  <a:pt x="1971" y="473"/>
                  <a:pt x="1860" y="0"/>
                  <a:pt x="1610" y="0"/>
                </a:cubicBezTo>
                <a:close/>
              </a:path>
            </a:pathLst>
          </a:custGeom>
          <a:solidFill>
            <a:srgbClr val="7F6D5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2" name="Google Shape;952;p27">
            <a:extLst>
              <a:ext uri="{FF2B5EF4-FFF2-40B4-BE49-F238E27FC236}">
                <a16:creationId xmlns:a16="http://schemas.microsoft.com/office/drawing/2014/main" id="{7B1F4DB4-7211-4589-BB61-7A1FBDC4FC4D}"/>
              </a:ext>
            </a:extLst>
          </p:cNvPr>
          <p:cNvSpPr>
            <a:spLocks noGrp="1"/>
          </p:cNvSpPr>
          <p:nvPr/>
        </p:nvSpPr>
        <p:spPr>
          <a:xfrm>
            <a:off x="6528544" y="3929818"/>
            <a:ext cx="55297" cy="12257"/>
          </a:xfrm>
          <a:custGeom>
            <a:avLst/>
            <a:gdLst/>
            <a:ahLst/>
            <a:cxnLst/>
            <a:rect l="l" t="t" r="r" b="b"/>
            <a:pathLst>
              <a:path w="3018" h="669">
                <a:moveTo>
                  <a:pt x="2701" y="0"/>
                </a:moveTo>
                <a:cubicBezTo>
                  <a:pt x="2689" y="0"/>
                  <a:pt x="2676" y="1"/>
                  <a:pt x="2663" y="3"/>
                </a:cubicBezTo>
                <a:cubicBezTo>
                  <a:pt x="1909" y="47"/>
                  <a:pt x="1154" y="47"/>
                  <a:pt x="400" y="91"/>
                </a:cubicBezTo>
                <a:cubicBezTo>
                  <a:pt x="1" y="136"/>
                  <a:pt x="1" y="668"/>
                  <a:pt x="400" y="668"/>
                </a:cubicBezTo>
                <a:cubicBezTo>
                  <a:pt x="1154" y="624"/>
                  <a:pt x="1909" y="579"/>
                  <a:pt x="2663" y="579"/>
                </a:cubicBezTo>
                <a:cubicBezTo>
                  <a:pt x="3005" y="537"/>
                  <a:pt x="3017" y="0"/>
                  <a:pt x="2701" y="0"/>
                </a:cubicBezTo>
                <a:close/>
              </a:path>
            </a:pathLst>
          </a:custGeom>
          <a:solidFill>
            <a:srgbClr val="7F6D5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3" name="Google Shape;953;p27">
            <a:extLst>
              <a:ext uri="{FF2B5EF4-FFF2-40B4-BE49-F238E27FC236}">
                <a16:creationId xmlns:a16="http://schemas.microsoft.com/office/drawing/2014/main" id="{166E9D3B-4178-455C-8DA8-09540097150F}"/>
              </a:ext>
            </a:extLst>
          </p:cNvPr>
          <p:cNvSpPr>
            <a:spLocks noGrp="1"/>
          </p:cNvSpPr>
          <p:nvPr/>
        </p:nvSpPr>
        <p:spPr>
          <a:xfrm>
            <a:off x="6538310" y="3751008"/>
            <a:ext cx="32522" cy="12257"/>
          </a:xfrm>
          <a:custGeom>
            <a:avLst/>
            <a:gdLst/>
            <a:ahLst/>
            <a:cxnLst/>
            <a:rect l="l" t="t" r="r" b="b"/>
            <a:pathLst>
              <a:path w="1775" h="669">
                <a:moveTo>
                  <a:pt x="355" y="1"/>
                </a:moveTo>
                <a:cubicBezTo>
                  <a:pt x="0" y="1"/>
                  <a:pt x="0" y="533"/>
                  <a:pt x="355" y="577"/>
                </a:cubicBezTo>
                <a:cubicBezTo>
                  <a:pt x="710" y="622"/>
                  <a:pt x="1065" y="666"/>
                  <a:pt x="1420" y="666"/>
                </a:cubicBezTo>
                <a:cubicBezTo>
                  <a:pt x="1433" y="668"/>
                  <a:pt x="1446" y="669"/>
                  <a:pt x="1458" y="669"/>
                </a:cubicBezTo>
                <a:cubicBezTo>
                  <a:pt x="1774" y="669"/>
                  <a:pt x="1762" y="132"/>
                  <a:pt x="1420" y="89"/>
                </a:cubicBezTo>
                <a:cubicBezTo>
                  <a:pt x="1065" y="89"/>
                  <a:pt x="710" y="45"/>
                  <a:pt x="355" y="1"/>
                </a:cubicBezTo>
                <a:close/>
              </a:path>
            </a:pathLst>
          </a:custGeom>
          <a:solidFill>
            <a:srgbClr val="7F6D5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4" name="Google Shape;954;p27">
            <a:extLst>
              <a:ext uri="{FF2B5EF4-FFF2-40B4-BE49-F238E27FC236}">
                <a16:creationId xmlns:a16="http://schemas.microsoft.com/office/drawing/2014/main" id="{086A4ED0-0624-4355-9793-F687FB849993}"/>
              </a:ext>
            </a:extLst>
          </p:cNvPr>
          <p:cNvSpPr>
            <a:spLocks noGrp="1"/>
          </p:cNvSpPr>
          <p:nvPr/>
        </p:nvSpPr>
        <p:spPr>
          <a:xfrm>
            <a:off x="7036480" y="3975532"/>
            <a:ext cx="28528" cy="17351"/>
          </a:xfrm>
          <a:custGeom>
            <a:avLst/>
            <a:gdLst/>
            <a:ahLst/>
            <a:cxnLst/>
            <a:rect l="l" t="t" r="r" b="b"/>
            <a:pathLst>
              <a:path w="1557" h="947">
                <a:moveTo>
                  <a:pt x="1114" y="1"/>
                </a:moveTo>
                <a:cubicBezTo>
                  <a:pt x="1072" y="1"/>
                  <a:pt x="1028" y="12"/>
                  <a:pt x="985" y="37"/>
                </a:cubicBezTo>
                <a:cubicBezTo>
                  <a:pt x="763" y="170"/>
                  <a:pt x="497" y="303"/>
                  <a:pt x="275" y="392"/>
                </a:cubicBezTo>
                <a:cubicBezTo>
                  <a:pt x="1" y="548"/>
                  <a:pt x="176" y="947"/>
                  <a:pt x="434" y="947"/>
                </a:cubicBezTo>
                <a:cubicBezTo>
                  <a:pt x="469" y="947"/>
                  <a:pt x="505" y="940"/>
                  <a:pt x="541" y="924"/>
                </a:cubicBezTo>
                <a:cubicBezTo>
                  <a:pt x="807" y="791"/>
                  <a:pt x="1029" y="658"/>
                  <a:pt x="1251" y="525"/>
                </a:cubicBezTo>
                <a:cubicBezTo>
                  <a:pt x="1556" y="410"/>
                  <a:pt x="1369" y="1"/>
                  <a:pt x="1114" y="1"/>
                </a:cubicBezTo>
                <a:close/>
              </a:path>
            </a:pathLst>
          </a:custGeom>
          <a:solidFill>
            <a:srgbClr val="7F6D5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5" name="Google Shape;955;p27">
            <a:extLst>
              <a:ext uri="{FF2B5EF4-FFF2-40B4-BE49-F238E27FC236}">
                <a16:creationId xmlns:a16="http://schemas.microsoft.com/office/drawing/2014/main" id="{8996DAF6-3C34-46AF-8DDA-216F6E7D9BB3}"/>
              </a:ext>
            </a:extLst>
          </p:cNvPr>
          <p:cNvSpPr>
            <a:spLocks noGrp="1"/>
          </p:cNvSpPr>
          <p:nvPr/>
        </p:nvSpPr>
        <p:spPr>
          <a:xfrm>
            <a:off x="7058266" y="3757513"/>
            <a:ext cx="48096" cy="16508"/>
          </a:xfrm>
          <a:custGeom>
            <a:avLst/>
            <a:gdLst/>
            <a:ahLst/>
            <a:cxnLst/>
            <a:rect l="l" t="t" r="r" b="b"/>
            <a:pathLst>
              <a:path w="2625" h="901">
                <a:moveTo>
                  <a:pt x="1015" y="1"/>
                </a:moveTo>
                <a:cubicBezTo>
                  <a:pt x="782" y="1"/>
                  <a:pt x="550" y="30"/>
                  <a:pt x="328" y="89"/>
                </a:cubicBezTo>
                <a:cubicBezTo>
                  <a:pt x="0" y="212"/>
                  <a:pt x="89" y="676"/>
                  <a:pt x="384" y="676"/>
                </a:cubicBezTo>
                <a:cubicBezTo>
                  <a:pt x="408" y="676"/>
                  <a:pt x="434" y="673"/>
                  <a:pt x="461" y="666"/>
                </a:cubicBezTo>
                <a:cubicBezTo>
                  <a:pt x="683" y="598"/>
                  <a:pt x="899" y="562"/>
                  <a:pt x="1108" y="562"/>
                </a:cubicBezTo>
                <a:cubicBezTo>
                  <a:pt x="1442" y="562"/>
                  <a:pt x="1758" y="653"/>
                  <a:pt x="2058" y="844"/>
                </a:cubicBezTo>
                <a:cubicBezTo>
                  <a:pt x="2114" y="883"/>
                  <a:pt x="2169" y="900"/>
                  <a:pt x="2221" y="900"/>
                </a:cubicBezTo>
                <a:cubicBezTo>
                  <a:pt x="2460" y="900"/>
                  <a:pt x="2624" y="538"/>
                  <a:pt x="2369" y="356"/>
                </a:cubicBezTo>
                <a:cubicBezTo>
                  <a:pt x="1955" y="119"/>
                  <a:pt x="1482" y="1"/>
                  <a:pt x="1015" y="1"/>
                </a:cubicBezTo>
                <a:close/>
              </a:path>
            </a:pathLst>
          </a:custGeom>
          <a:solidFill>
            <a:srgbClr val="7F6D5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6" name="Google Shape;956;p27">
            <a:extLst>
              <a:ext uri="{FF2B5EF4-FFF2-40B4-BE49-F238E27FC236}">
                <a16:creationId xmlns:a16="http://schemas.microsoft.com/office/drawing/2014/main" id="{0DFF9354-15AB-4B8C-8C9E-4D9D75DD63CD}"/>
              </a:ext>
            </a:extLst>
          </p:cNvPr>
          <p:cNvSpPr>
            <a:spLocks noGrp="1"/>
          </p:cNvSpPr>
          <p:nvPr/>
        </p:nvSpPr>
        <p:spPr>
          <a:xfrm>
            <a:off x="7405954" y="3863967"/>
            <a:ext cx="30397" cy="13118"/>
          </a:xfrm>
          <a:custGeom>
            <a:avLst/>
            <a:gdLst/>
            <a:ahLst/>
            <a:cxnLst/>
            <a:rect l="l" t="t" r="r" b="b"/>
            <a:pathLst>
              <a:path w="1659" h="716">
                <a:moveTo>
                  <a:pt x="477" y="0"/>
                </a:moveTo>
                <a:cubicBezTo>
                  <a:pt x="151" y="0"/>
                  <a:pt x="1" y="494"/>
                  <a:pt x="342" y="580"/>
                </a:cubicBezTo>
                <a:cubicBezTo>
                  <a:pt x="608" y="624"/>
                  <a:pt x="874" y="668"/>
                  <a:pt x="1140" y="713"/>
                </a:cubicBezTo>
                <a:cubicBezTo>
                  <a:pt x="1154" y="714"/>
                  <a:pt x="1168" y="715"/>
                  <a:pt x="1182" y="715"/>
                </a:cubicBezTo>
                <a:cubicBezTo>
                  <a:pt x="1508" y="715"/>
                  <a:pt x="1658" y="221"/>
                  <a:pt x="1318" y="136"/>
                </a:cubicBezTo>
                <a:cubicBezTo>
                  <a:pt x="1051" y="92"/>
                  <a:pt x="785" y="47"/>
                  <a:pt x="519" y="3"/>
                </a:cubicBezTo>
                <a:cubicBezTo>
                  <a:pt x="505" y="1"/>
                  <a:pt x="491" y="0"/>
                  <a:pt x="477" y="0"/>
                </a:cubicBezTo>
                <a:close/>
              </a:path>
            </a:pathLst>
          </a:custGeom>
          <a:solidFill>
            <a:srgbClr val="7F6D5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7" name="Google Shape;957;p27">
            <a:extLst>
              <a:ext uri="{FF2B5EF4-FFF2-40B4-BE49-F238E27FC236}">
                <a16:creationId xmlns:a16="http://schemas.microsoft.com/office/drawing/2014/main" id="{C0C6CA7E-F761-4199-84C0-AD4985EB6D8F}"/>
              </a:ext>
            </a:extLst>
          </p:cNvPr>
          <p:cNvSpPr>
            <a:spLocks noGrp="1"/>
          </p:cNvSpPr>
          <p:nvPr/>
        </p:nvSpPr>
        <p:spPr>
          <a:xfrm>
            <a:off x="8094257" y="3150470"/>
            <a:ext cx="33346" cy="7933"/>
          </a:xfrm>
          <a:custGeom>
            <a:avLst/>
            <a:gdLst/>
            <a:ahLst/>
            <a:cxnLst/>
            <a:rect l="l" t="t" r="r" b="b"/>
            <a:pathLst>
              <a:path w="1820" h="433">
                <a:moveTo>
                  <a:pt x="515" y="0"/>
                </a:moveTo>
                <a:cubicBezTo>
                  <a:pt x="340" y="0"/>
                  <a:pt x="168" y="26"/>
                  <a:pt x="0" y="77"/>
                </a:cubicBezTo>
                <a:cubicBezTo>
                  <a:pt x="577" y="166"/>
                  <a:pt x="1198" y="299"/>
                  <a:pt x="1819" y="432"/>
                </a:cubicBezTo>
                <a:cubicBezTo>
                  <a:pt x="1379" y="150"/>
                  <a:pt x="939" y="0"/>
                  <a:pt x="515" y="0"/>
                </a:cubicBezTo>
                <a:close/>
              </a:path>
            </a:pathLst>
          </a:custGeom>
          <a:solidFill>
            <a:srgbClr val="C8BBA4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8" name="Google Shape;958;p27">
            <a:extLst>
              <a:ext uri="{FF2B5EF4-FFF2-40B4-BE49-F238E27FC236}">
                <a16:creationId xmlns:a16="http://schemas.microsoft.com/office/drawing/2014/main" id="{864F40F3-84B6-4830-8FFA-3343CE6E689C}"/>
              </a:ext>
            </a:extLst>
          </p:cNvPr>
          <p:cNvSpPr>
            <a:spLocks noGrp="1"/>
          </p:cNvSpPr>
          <p:nvPr/>
        </p:nvSpPr>
        <p:spPr>
          <a:xfrm>
            <a:off x="7986942" y="3151881"/>
            <a:ext cx="284548" cy="447215"/>
          </a:xfrm>
          <a:custGeom>
            <a:avLst/>
            <a:gdLst/>
            <a:ahLst/>
            <a:cxnLst/>
            <a:rect l="l" t="t" r="r" b="b"/>
            <a:pathLst>
              <a:path w="15530" h="24408">
                <a:moveTo>
                  <a:pt x="5857" y="0"/>
                </a:moveTo>
                <a:cubicBezTo>
                  <a:pt x="5502" y="89"/>
                  <a:pt x="5192" y="267"/>
                  <a:pt x="4881" y="533"/>
                </a:cubicBezTo>
                <a:cubicBezTo>
                  <a:pt x="4881" y="533"/>
                  <a:pt x="1" y="6079"/>
                  <a:pt x="977" y="14908"/>
                </a:cubicBezTo>
                <a:cubicBezTo>
                  <a:pt x="1953" y="23782"/>
                  <a:pt x="6212" y="24403"/>
                  <a:pt x="8475" y="24403"/>
                </a:cubicBezTo>
                <a:cubicBezTo>
                  <a:pt x="8751" y="24403"/>
                  <a:pt x="9041" y="24407"/>
                  <a:pt x="9339" y="24407"/>
                </a:cubicBezTo>
                <a:cubicBezTo>
                  <a:pt x="11530" y="24407"/>
                  <a:pt x="14145" y="24167"/>
                  <a:pt x="14731" y="20144"/>
                </a:cubicBezTo>
                <a:cubicBezTo>
                  <a:pt x="15529" y="14598"/>
                  <a:pt x="11625" y="2663"/>
                  <a:pt x="7676" y="355"/>
                </a:cubicBezTo>
                <a:cubicBezTo>
                  <a:pt x="7055" y="222"/>
                  <a:pt x="6434" y="89"/>
                  <a:pt x="5857" y="0"/>
                </a:cubicBezTo>
                <a:close/>
              </a:path>
            </a:pathLst>
          </a:custGeom>
          <a:solidFill>
            <a:srgbClr val="C8BBA4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9" name="Google Shape;959;p27">
            <a:extLst>
              <a:ext uri="{FF2B5EF4-FFF2-40B4-BE49-F238E27FC236}">
                <a16:creationId xmlns:a16="http://schemas.microsoft.com/office/drawing/2014/main" id="{5A469F1C-16DA-43D7-B33F-D3F604AF5113}"/>
              </a:ext>
            </a:extLst>
          </p:cNvPr>
          <p:cNvSpPr>
            <a:spLocks noGrp="1"/>
          </p:cNvSpPr>
          <p:nvPr/>
        </p:nvSpPr>
        <p:spPr>
          <a:xfrm>
            <a:off x="8040590" y="3363066"/>
            <a:ext cx="156107" cy="68489"/>
          </a:xfrm>
          <a:custGeom>
            <a:avLst/>
            <a:gdLst/>
            <a:ahLst/>
            <a:cxnLst/>
            <a:rect l="l" t="t" r="r" b="b"/>
            <a:pathLst>
              <a:path w="8520" h="3738">
                <a:moveTo>
                  <a:pt x="5404" y="1"/>
                </a:moveTo>
                <a:cubicBezTo>
                  <a:pt x="4157" y="1"/>
                  <a:pt x="2815" y="209"/>
                  <a:pt x="1953" y="764"/>
                </a:cubicBezTo>
                <a:cubicBezTo>
                  <a:pt x="1" y="2095"/>
                  <a:pt x="4571" y="3737"/>
                  <a:pt x="4926" y="3737"/>
                </a:cubicBezTo>
                <a:cubicBezTo>
                  <a:pt x="4926" y="3737"/>
                  <a:pt x="8519" y="2761"/>
                  <a:pt x="8519" y="764"/>
                </a:cubicBezTo>
                <a:cubicBezTo>
                  <a:pt x="8519" y="361"/>
                  <a:pt x="7044" y="1"/>
                  <a:pt x="5404" y="1"/>
                </a:cubicBezTo>
                <a:close/>
              </a:path>
            </a:pathLst>
          </a:custGeom>
          <a:solidFill>
            <a:srgbClr val="1F2530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0" name="Google Shape;960;p27">
            <a:extLst>
              <a:ext uri="{FF2B5EF4-FFF2-40B4-BE49-F238E27FC236}">
                <a16:creationId xmlns:a16="http://schemas.microsoft.com/office/drawing/2014/main" id="{06E3535F-768E-4B43-AD31-154D3E4E1582}"/>
              </a:ext>
            </a:extLst>
          </p:cNvPr>
          <p:cNvSpPr>
            <a:spLocks noGrp="1"/>
          </p:cNvSpPr>
          <p:nvPr/>
        </p:nvSpPr>
        <p:spPr>
          <a:xfrm>
            <a:off x="8075769" y="3504497"/>
            <a:ext cx="134267" cy="41372"/>
          </a:xfrm>
          <a:custGeom>
            <a:avLst/>
            <a:gdLst/>
            <a:ahLst/>
            <a:cxnLst/>
            <a:rect l="l" t="t" r="r" b="b"/>
            <a:pathLst>
              <a:path w="7328" h="2258">
                <a:moveTo>
                  <a:pt x="7144" y="0"/>
                </a:moveTo>
                <a:cubicBezTo>
                  <a:pt x="7106" y="0"/>
                  <a:pt x="7069" y="17"/>
                  <a:pt x="7043" y="56"/>
                </a:cubicBezTo>
                <a:cubicBezTo>
                  <a:pt x="6303" y="1535"/>
                  <a:pt x="5063" y="2026"/>
                  <a:pt x="3702" y="2026"/>
                </a:cubicBezTo>
                <a:cubicBezTo>
                  <a:pt x="2532" y="2026"/>
                  <a:pt x="1273" y="1664"/>
                  <a:pt x="166" y="1253"/>
                </a:cubicBezTo>
                <a:cubicBezTo>
                  <a:pt x="154" y="1249"/>
                  <a:pt x="143" y="1248"/>
                  <a:pt x="132" y="1248"/>
                </a:cubicBezTo>
                <a:cubicBezTo>
                  <a:pt x="26" y="1248"/>
                  <a:pt x="1" y="1435"/>
                  <a:pt x="122" y="1475"/>
                </a:cubicBezTo>
                <a:cubicBezTo>
                  <a:pt x="1250" y="1898"/>
                  <a:pt x="2525" y="2258"/>
                  <a:pt x="3717" y="2258"/>
                </a:cubicBezTo>
                <a:cubicBezTo>
                  <a:pt x="5151" y="2258"/>
                  <a:pt x="6466" y="1739"/>
                  <a:pt x="7265" y="189"/>
                </a:cubicBezTo>
                <a:cubicBezTo>
                  <a:pt x="7328" y="95"/>
                  <a:pt x="7235" y="0"/>
                  <a:pt x="7144" y="0"/>
                </a:cubicBezTo>
                <a:close/>
              </a:path>
            </a:pathLst>
          </a:custGeom>
          <a:solidFill>
            <a:srgbClr val="1F2530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1" name="Google Shape;961;p27">
            <a:extLst>
              <a:ext uri="{FF2B5EF4-FFF2-40B4-BE49-F238E27FC236}">
                <a16:creationId xmlns:a16="http://schemas.microsoft.com/office/drawing/2014/main" id="{16667CFC-A7BA-4324-BE76-1A2068936E67}"/>
              </a:ext>
            </a:extLst>
          </p:cNvPr>
          <p:cNvSpPr>
            <a:spLocks noGrp="1"/>
          </p:cNvSpPr>
          <p:nvPr/>
        </p:nvSpPr>
        <p:spPr>
          <a:xfrm>
            <a:off x="8125552" y="3417502"/>
            <a:ext cx="24460" cy="128514"/>
          </a:xfrm>
          <a:custGeom>
            <a:avLst/>
            <a:gdLst/>
            <a:ahLst/>
            <a:cxnLst/>
            <a:rect l="l" t="t" r="r" b="b"/>
            <a:pathLst>
              <a:path w="1335" h="7014">
                <a:moveTo>
                  <a:pt x="117" y="1"/>
                </a:moveTo>
                <a:cubicBezTo>
                  <a:pt x="56" y="1"/>
                  <a:pt x="0" y="34"/>
                  <a:pt x="22" y="101"/>
                </a:cubicBezTo>
                <a:cubicBezTo>
                  <a:pt x="244" y="2408"/>
                  <a:pt x="599" y="4670"/>
                  <a:pt x="1087" y="6933"/>
                </a:cubicBezTo>
                <a:cubicBezTo>
                  <a:pt x="1087" y="6989"/>
                  <a:pt x="1134" y="7014"/>
                  <a:pt x="1185" y="7014"/>
                </a:cubicBezTo>
                <a:cubicBezTo>
                  <a:pt x="1256" y="7014"/>
                  <a:pt x="1335" y="6966"/>
                  <a:pt x="1309" y="6889"/>
                </a:cubicBezTo>
                <a:cubicBezTo>
                  <a:pt x="865" y="4626"/>
                  <a:pt x="510" y="2363"/>
                  <a:pt x="244" y="101"/>
                </a:cubicBezTo>
                <a:cubicBezTo>
                  <a:pt x="244" y="34"/>
                  <a:pt x="178" y="1"/>
                  <a:pt x="117" y="1"/>
                </a:cubicBezTo>
                <a:close/>
              </a:path>
            </a:pathLst>
          </a:custGeom>
          <a:solidFill>
            <a:srgbClr val="1F2530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2" name="Google Shape;962;p27">
            <a:extLst>
              <a:ext uri="{FF2B5EF4-FFF2-40B4-BE49-F238E27FC236}">
                <a16:creationId xmlns:a16="http://schemas.microsoft.com/office/drawing/2014/main" id="{031764FD-E474-4F18-BC07-9C710DD32DD3}"/>
              </a:ext>
            </a:extLst>
          </p:cNvPr>
          <p:cNvSpPr>
            <a:spLocks noGrp="1"/>
          </p:cNvSpPr>
          <p:nvPr/>
        </p:nvSpPr>
        <p:spPr>
          <a:xfrm>
            <a:off x="7864181" y="3215973"/>
            <a:ext cx="29297" cy="65209"/>
          </a:xfrm>
          <a:custGeom>
            <a:avLst/>
            <a:gdLst/>
            <a:ahLst/>
            <a:cxnLst/>
            <a:rect l="l" t="t" r="r" b="b"/>
            <a:pathLst>
              <a:path w="1599" h="3559">
                <a:moveTo>
                  <a:pt x="591" y="0"/>
                </a:moveTo>
                <a:cubicBezTo>
                  <a:pt x="572" y="0"/>
                  <a:pt x="552" y="3"/>
                  <a:pt x="533" y="8"/>
                </a:cubicBezTo>
                <a:cubicBezTo>
                  <a:pt x="178" y="52"/>
                  <a:pt x="1" y="895"/>
                  <a:pt x="134" y="1871"/>
                </a:cubicBezTo>
                <a:cubicBezTo>
                  <a:pt x="263" y="2820"/>
                  <a:pt x="686" y="3559"/>
                  <a:pt x="1036" y="3559"/>
                </a:cubicBezTo>
                <a:cubicBezTo>
                  <a:pt x="1046" y="3559"/>
                  <a:pt x="1056" y="3558"/>
                  <a:pt x="1066" y="3557"/>
                </a:cubicBezTo>
                <a:cubicBezTo>
                  <a:pt x="1421" y="3513"/>
                  <a:pt x="1598" y="2670"/>
                  <a:pt x="1421" y="1694"/>
                </a:cubicBezTo>
                <a:cubicBezTo>
                  <a:pt x="1295" y="728"/>
                  <a:pt x="930" y="0"/>
                  <a:pt x="591" y="0"/>
                </a:cubicBezTo>
                <a:close/>
              </a:path>
            </a:pathLst>
          </a:custGeom>
          <a:solidFill>
            <a:srgbClr val="1F2530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3" name="Google Shape;963;p27">
            <a:extLst>
              <a:ext uri="{FF2B5EF4-FFF2-40B4-BE49-F238E27FC236}">
                <a16:creationId xmlns:a16="http://schemas.microsoft.com/office/drawing/2014/main" id="{A2DE0617-7B39-400B-87AE-413C177F17FC}"/>
              </a:ext>
            </a:extLst>
          </p:cNvPr>
          <p:cNvSpPr>
            <a:spLocks noGrp="1"/>
          </p:cNvSpPr>
          <p:nvPr/>
        </p:nvSpPr>
        <p:spPr>
          <a:xfrm>
            <a:off x="8272278" y="3137937"/>
            <a:ext cx="28473" cy="65209"/>
          </a:xfrm>
          <a:custGeom>
            <a:avLst/>
            <a:gdLst/>
            <a:ahLst/>
            <a:cxnLst/>
            <a:rect l="l" t="t" r="r" b="b"/>
            <a:pathLst>
              <a:path w="1554" h="3559">
                <a:moveTo>
                  <a:pt x="590" y="0"/>
                </a:moveTo>
                <a:cubicBezTo>
                  <a:pt x="571" y="0"/>
                  <a:pt x="552" y="2"/>
                  <a:pt x="533" y="7"/>
                </a:cubicBezTo>
                <a:cubicBezTo>
                  <a:pt x="178" y="52"/>
                  <a:pt x="1" y="895"/>
                  <a:pt x="134" y="1871"/>
                </a:cubicBezTo>
                <a:cubicBezTo>
                  <a:pt x="263" y="2819"/>
                  <a:pt x="644" y="3559"/>
                  <a:pt x="1032" y="3559"/>
                </a:cubicBezTo>
                <a:cubicBezTo>
                  <a:pt x="1043" y="3559"/>
                  <a:pt x="1054" y="3558"/>
                  <a:pt x="1065" y="3557"/>
                </a:cubicBezTo>
                <a:cubicBezTo>
                  <a:pt x="1420" y="3512"/>
                  <a:pt x="1553" y="2669"/>
                  <a:pt x="1420" y="1693"/>
                </a:cubicBezTo>
                <a:cubicBezTo>
                  <a:pt x="1294" y="727"/>
                  <a:pt x="930" y="0"/>
                  <a:pt x="590" y="0"/>
                </a:cubicBezTo>
                <a:close/>
              </a:path>
            </a:pathLst>
          </a:custGeom>
          <a:solidFill>
            <a:srgbClr val="1F2530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4" name="Google Shape;964;p27">
            <a:extLst>
              <a:ext uri="{FF2B5EF4-FFF2-40B4-BE49-F238E27FC236}">
                <a16:creationId xmlns:a16="http://schemas.microsoft.com/office/drawing/2014/main" id="{E3CA83FE-1869-401C-B171-3DFDEF6D563A}"/>
              </a:ext>
            </a:extLst>
          </p:cNvPr>
          <p:cNvSpPr>
            <a:spLocks noGrp="1"/>
          </p:cNvSpPr>
          <p:nvPr/>
        </p:nvSpPr>
        <p:spPr>
          <a:xfrm>
            <a:off x="5812281" y="3323086"/>
            <a:ext cx="290320" cy="174796"/>
          </a:xfrm>
          <a:custGeom>
            <a:avLst/>
            <a:gdLst/>
            <a:ahLst/>
            <a:cxnLst/>
            <a:rect l="l" t="t" r="r" b="b"/>
            <a:pathLst>
              <a:path w="15845" h="9540">
                <a:moveTo>
                  <a:pt x="9766" y="0"/>
                </a:moveTo>
                <a:cubicBezTo>
                  <a:pt x="8718" y="0"/>
                  <a:pt x="7600" y="236"/>
                  <a:pt x="6438" y="817"/>
                </a:cubicBezTo>
                <a:cubicBezTo>
                  <a:pt x="1759" y="3156"/>
                  <a:pt x="0" y="9540"/>
                  <a:pt x="6786" y="9540"/>
                </a:cubicBezTo>
                <a:cubicBezTo>
                  <a:pt x="7978" y="9540"/>
                  <a:pt x="9435" y="9343"/>
                  <a:pt x="11185" y="8892"/>
                </a:cubicBezTo>
                <a:cubicBezTo>
                  <a:pt x="12561" y="6540"/>
                  <a:pt x="14114" y="4455"/>
                  <a:pt x="15844" y="2591"/>
                </a:cubicBezTo>
                <a:cubicBezTo>
                  <a:pt x="14460" y="1396"/>
                  <a:pt x="12318" y="0"/>
                  <a:pt x="9766" y="0"/>
                </a:cubicBezTo>
                <a:close/>
              </a:path>
            </a:pathLst>
          </a:custGeom>
          <a:solidFill>
            <a:srgbClr val="988670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5" name="Google Shape;965;p27">
            <a:extLst>
              <a:ext uri="{FF2B5EF4-FFF2-40B4-BE49-F238E27FC236}">
                <a16:creationId xmlns:a16="http://schemas.microsoft.com/office/drawing/2014/main" id="{582B051F-657C-461E-AF2E-5DC94E927FFD}"/>
              </a:ext>
            </a:extLst>
          </p:cNvPr>
          <p:cNvSpPr>
            <a:spLocks noGrp="1"/>
          </p:cNvSpPr>
          <p:nvPr/>
        </p:nvSpPr>
        <p:spPr>
          <a:xfrm>
            <a:off x="6017218" y="3370560"/>
            <a:ext cx="113819" cy="115450"/>
          </a:xfrm>
          <a:custGeom>
            <a:avLst/>
            <a:gdLst/>
            <a:ahLst/>
            <a:cxnLst/>
            <a:rect l="l" t="t" r="r" b="b"/>
            <a:pathLst>
              <a:path w="6212" h="6301">
                <a:moveTo>
                  <a:pt x="4659" y="0"/>
                </a:moveTo>
                <a:cubicBezTo>
                  <a:pt x="2929" y="1864"/>
                  <a:pt x="1376" y="3949"/>
                  <a:pt x="0" y="6301"/>
                </a:cubicBezTo>
                <a:cubicBezTo>
                  <a:pt x="1198" y="5990"/>
                  <a:pt x="2485" y="5591"/>
                  <a:pt x="3949" y="5014"/>
                </a:cubicBezTo>
                <a:lnTo>
                  <a:pt x="6212" y="1598"/>
                </a:lnTo>
                <a:cubicBezTo>
                  <a:pt x="6212" y="1598"/>
                  <a:pt x="5635" y="888"/>
                  <a:pt x="4659" y="0"/>
                </a:cubicBezTo>
                <a:close/>
              </a:path>
            </a:pathLst>
          </a:custGeom>
          <a:solidFill>
            <a:srgbClr val="988670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23" name="圖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9300" y="3028950"/>
            <a:ext cx="2705100" cy="2000250"/>
          </a:xfrm>
          <a:prstGeom prst="roundRect">
            <a:avLst>
              <a:gd name="adj" fmla="val 3810"/>
            </a:avLst>
          </a:prstGeom>
        </p:spPr>
      </p:pic>
      <p:pic>
        <p:nvPicPr>
          <p:cNvPr id="1224" name="圖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100" y="2809875"/>
            <a:ext cx="2990850" cy="2143125"/>
          </a:xfrm>
          <a:prstGeom prst="roundRect">
            <a:avLst>
              <a:gd name="adj" fmla="val 3556"/>
            </a:avLst>
          </a:prstGeom>
        </p:spPr>
      </p:pic>
      <p:pic>
        <p:nvPicPr>
          <p:cNvPr id="1225" name="圖片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9100" y="323850"/>
            <a:ext cx="1752600" cy="2238375"/>
          </a:xfrm>
          <a:prstGeom prst="roundRect">
            <a:avLst>
              <a:gd name="adj" fmla="val 4348"/>
            </a:avLst>
          </a:prstGeom>
        </p:spPr>
      </p:pic>
      <p:pic>
        <p:nvPicPr>
          <p:cNvPr id="1226" name="圖片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38550" y="2819400"/>
            <a:ext cx="1695450" cy="2133600"/>
          </a:xfrm>
          <a:prstGeom prst="roundRect">
            <a:avLst>
              <a:gd name="adj" fmla="val 4494"/>
            </a:avLst>
          </a:prstGeom>
        </p:spPr>
      </p:pic>
      <p:pic>
        <p:nvPicPr>
          <p:cNvPr id="1227" name="圖片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05050" y="323850"/>
            <a:ext cx="1752600" cy="2238375"/>
          </a:xfrm>
          <a:prstGeom prst="roundRect">
            <a:avLst>
              <a:gd name="adj" fmla="val 4348"/>
            </a:avLst>
          </a:prstGeom>
        </p:spPr>
      </p:pic>
    </p:spTree>
    <p:extLst>
      <p:ext uri="{BB962C8B-B14F-4D97-AF65-F5344CB8AC3E}">
        <p14:creationId xmlns:p14="http://schemas.microsoft.com/office/powerpoint/2010/main" val="20664849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9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9" name="Google Shape;4169;p70">
            <a:extLst>
              <a:ext uri="{FF2B5EF4-FFF2-40B4-BE49-F238E27FC236}">
                <a16:creationId xmlns:a16="http://schemas.microsoft.com/office/drawing/2014/main" id="{7266FCD5-3221-40FA-B41A-A00F11D4B3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4343" y="1643767"/>
            <a:ext cx="3974237" cy="841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lvl="0">
              <a:buNone/>
            </a:pPr>
            <a:endParaRPr dirty="0"/>
          </a:p>
        </p:txBody>
      </p:sp>
      <p:sp>
        <p:nvSpPr>
          <p:cNvPr id="4170" name="Google Shape;4170;p70">
            <a:extLst>
              <a:ext uri="{FF2B5EF4-FFF2-40B4-BE49-F238E27FC236}">
                <a16:creationId xmlns:a16="http://schemas.microsoft.com/office/drawing/2014/main" id="{5B46977A-B2C9-4F21-B31D-975D75EF4050}"/>
              </a:ext>
            </a:extLst>
          </p:cNvPr>
          <p:cNvSpPr>
            <a:spLocks noGrp="1"/>
          </p:cNvSpPr>
          <p:nvPr>
            <p:ph type="title" idx="2"/>
          </p:nvPr>
        </p:nvSpPr>
        <p:spPr>
          <a:xfrm>
            <a:off x="4195539" y="450474"/>
            <a:ext cx="1241700" cy="841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171" name="Google Shape;4171;p70">
            <a:extLst>
              <a:ext uri="{FF2B5EF4-FFF2-40B4-BE49-F238E27FC236}">
                <a16:creationId xmlns:a16="http://schemas.microsoft.com/office/drawing/2014/main" id="{F165E21E-27B0-4026-947D-15F84C6F15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84342" y="2485567"/>
            <a:ext cx="5245058" cy="249087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1600"/>
              </a:spcBef>
              <a:spcAft>
                <a:spcPts val="1600"/>
              </a:spcAft>
              <a:buNone/>
            </a:pPr>
            <a:endParaRPr sz="3200" dirty="0"/>
          </a:p>
        </p:txBody>
      </p:sp>
      <p:sp>
        <p:nvSpPr>
          <p:cNvPr id="4172" name="矩形 4171">
            <a:extLst>
              <a:ext uri="{FF2B5EF4-FFF2-40B4-BE49-F238E27FC236}">
                <a16:creationId xmlns:a16="http://schemas.microsoft.com/office/drawing/2014/main" id="{17F73F79-0C0E-44B2-B619-C40202E84035}"/>
              </a:ext>
            </a:extLst>
          </p:cNvPr>
          <p:cNvSpPr>
            <a:spLocks noGrp="1"/>
          </p:cNvSpPr>
          <p:nvPr/>
        </p:nvSpPr>
        <p:spPr>
          <a:xfrm>
            <a:off x="4076700" y="552450"/>
            <a:ext cx="10001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3150" b="0">
                <a:solidFill>
                  <a:srgbClr val="565656"/>
                </a:solidFill>
                <a:latin typeface="Arial"/>
                <a:ea typeface="Arial"/>
                <a:cs typeface="Arial"/>
              </a:defRPr>
            </a:pPr>
            <a:r>
              <a:rPr sz="3150" b="0">
                <a:solidFill>
                  <a:srgbClr val="56565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173" name="矩形 4172">
            <a:extLst>
              <a:ext uri="{FF2B5EF4-FFF2-40B4-BE49-F238E27FC236}">
                <a16:creationId xmlns:a16="http://schemas.microsoft.com/office/drawing/2014/main" id="{DF3C2E6F-CBAD-483D-8978-B3B9C195F198}"/>
              </a:ext>
            </a:extLst>
          </p:cNvPr>
          <p:cNvSpPr>
            <a:spLocks noGrp="1"/>
          </p:cNvSpPr>
          <p:nvPr/>
        </p:nvSpPr>
        <p:spPr>
          <a:xfrm>
            <a:off x="1143000" y="1447800"/>
            <a:ext cx="59055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Autofit/>
          </a:bodyPr>
          <a:lstStyle/>
          <a:p>
            <a:pPr algn="ctr">
              <a:lnSpc>
                <a:spcPct val="98000"/>
              </a:lnSpc>
              <a:buNone/>
              <a:defRPr sz="2850" b="1">
                <a:solidFill>
                  <a:srgbClr val="565656"/>
                </a:solidFill>
                <a:latin typeface="標楷體"/>
                <a:ea typeface="標楷體"/>
                <a:cs typeface="標楷體"/>
              </a:defRPr>
            </a:pPr>
            <a:r>
              <a:rPr sz="2850" b="1" dirty="0" err="1">
                <a:solidFill>
                  <a:srgbClr val="565656"/>
                </a:solidFill>
                <a:latin typeface="標楷體"/>
                <a:ea typeface="標楷體"/>
                <a:cs typeface="標楷體"/>
              </a:rPr>
              <a:t>科學趣味競賽</a:t>
            </a:r>
            <a:endParaRPr sz="2850" b="1" dirty="0">
              <a:solidFill>
                <a:srgbClr val="565656"/>
              </a:solidFill>
              <a:latin typeface="標楷體"/>
              <a:ea typeface="標楷體"/>
              <a:cs typeface="標楷體"/>
            </a:endParaRPr>
          </a:p>
          <a:p>
            <a:pPr algn="ctr">
              <a:lnSpc>
                <a:spcPct val="98000"/>
              </a:lnSpc>
              <a:buNone/>
              <a:defRPr sz="2850" b="1">
                <a:solidFill>
                  <a:srgbClr val="565656"/>
                </a:solidFill>
                <a:latin typeface="標楷體"/>
                <a:ea typeface="標楷體"/>
                <a:cs typeface="標楷體"/>
              </a:defRPr>
            </a:pPr>
            <a:r>
              <a:rPr sz="2850" b="1" dirty="0" err="1">
                <a:solidFill>
                  <a:srgbClr val="565656"/>
                </a:solidFill>
                <a:latin typeface="標楷體"/>
                <a:ea typeface="標楷體"/>
                <a:cs typeface="標楷體"/>
              </a:rPr>
              <a:t>籌備與施行</a:t>
            </a:r>
            <a:endParaRPr sz="2850" b="1" dirty="0">
              <a:solidFill>
                <a:srgbClr val="565656"/>
              </a:solidFill>
              <a:latin typeface="標楷體"/>
              <a:ea typeface="標楷體"/>
              <a:cs typeface="標楷體"/>
            </a:endParaRPr>
          </a:p>
        </p:txBody>
      </p:sp>
      <p:sp>
        <p:nvSpPr>
          <p:cNvPr id="4174" name="矩形 4173">
            <a:extLst>
              <a:ext uri="{FF2B5EF4-FFF2-40B4-BE49-F238E27FC236}">
                <a16:creationId xmlns:a16="http://schemas.microsoft.com/office/drawing/2014/main" id="{EC485814-A66E-401A-8A81-E9C6A6A36107}"/>
              </a:ext>
            </a:extLst>
          </p:cNvPr>
          <p:cNvSpPr>
            <a:spLocks noGrp="1"/>
          </p:cNvSpPr>
          <p:nvPr/>
        </p:nvSpPr>
        <p:spPr>
          <a:xfrm>
            <a:off x="1676400" y="2952750"/>
            <a:ext cx="542925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Autofit/>
          </a:bodyPr>
          <a:lstStyle/>
          <a:p>
            <a:pPr algn="ctr">
              <a:lnSpc>
                <a:spcPct val="115000"/>
              </a:lnSpc>
              <a:buNone/>
              <a:defRPr sz="1950" b="0">
                <a:solidFill>
                  <a:srgbClr val="565656"/>
                </a:solidFill>
                <a:latin typeface="新細明體"/>
                <a:ea typeface="新細明體"/>
                <a:cs typeface="新細明體"/>
              </a:defRPr>
            </a:pPr>
            <a:r>
              <a:rPr sz="1950" b="0">
                <a:solidFill>
                  <a:srgbClr val="565656"/>
                </a:solidFill>
                <a:latin typeface="新細明體"/>
                <a:ea typeface="新細明體"/>
                <a:cs typeface="新細明體"/>
              </a:rPr>
              <a:t>統整討論-</a:t>
            </a:r>
          </a:p>
          <a:p>
            <a:pPr algn="ctr">
              <a:lnSpc>
                <a:spcPct val="115000"/>
              </a:lnSpc>
              <a:buNone/>
              <a:defRPr sz="1950" b="0">
                <a:solidFill>
                  <a:srgbClr val="565656"/>
                </a:solidFill>
                <a:latin typeface="新細明體"/>
                <a:ea typeface="新細明體"/>
                <a:cs typeface="新細明體"/>
              </a:defRPr>
            </a:pPr>
            <a:r>
              <a:rPr sz="1950" b="0">
                <a:solidFill>
                  <a:srgbClr val="565656"/>
                </a:solidFill>
                <a:latin typeface="新細明體"/>
                <a:ea typeface="新細明體"/>
                <a:cs typeface="新細明體"/>
              </a:rPr>
              <a:t>各年級運用-彈力設計出投石器，</a:t>
            </a:r>
          </a:p>
          <a:p>
            <a:pPr algn="ctr">
              <a:lnSpc>
                <a:spcPct val="115000"/>
              </a:lnSpc>
              <a:buNone/>
              <a:defRPr sz="1950" b="0">
                <a:solidFill>
                  <a:srgbClr val="565656"/>
                </a:solidFill>
                <a:latin typeface="新細明體"/>
                <a:ea typeface="新細明體"/>
                <a:cs typeface="新細明體"/>
              </a:defRPr>
            </a:pPr>
            <a:r>
              <a:rPr sz="1950" b="0">
                <a:solidFill>
                  <a:srgbClr val="565656"/>
                </a:solidFill>
                <a:latin typeface="新細明體"/>
                <a:ea typeface="新細明體"/>
                <a:cs typeface="新細明體"/>
              </a:rPr>
              <a:t>舉辦《投石器競賽》</a:t>
            </a:r>
          </a:p>
        </p:txBody>
      </p:sp>
    </p:spTree>
    <p:extLst>
      <p:ext uri="{BB962C8B-B14F-4D97-AF65-F5344CB8AC3E}">
        <p14:creationId xmlns:p14="http://schemas.microsoft.com/office/powerpoint/2010/main" val="26015125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9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" name="Google Shape;1249;p30">
            <a:extLst>
              <a:ext uri="{FF2B5EF4-FFF2-40B4-BE49-F238E27FC236}">
                <a16:creationId xmlns:a16="http://schemas.microsoft.com/office/drawing/2014/main" id="{3FCD6555-FA37-43B2-A319-0B644CA8FFA0}"/>
              </a:ext>
            </a:extLst>
          </p:cNvPr>
          <p:cNvSpPr>
            <a:spLocks noGrp="1"/>
          </p:cNvSpPr>
          <p:nvPr/>
        </p:nvSpPr>
        <p:spPr>
          <a:xfrm flipH="1">
            <a:off x="-921244" y="1119134"/>
            <a:ext cx="3016732" cy="1752824"/>
          </a:xfrm>
          <a:custGeom>
            <a:avLst/>
            <a:gdLst/>
            <a:ahLst/>
            <a:cxnLst/>
            <a:rect l="l" t="t" r="r" b="b"/>
            <a:pathLst>
              <a:path w="31500" h="25215">
                <a:moveTo>
                  <a:pt x="3702" y="1"/>
                </a:moveTo>
                <a:cubicBezTo>
                  <a:pt x="2458" y="1"/>
                  <a:pt x="1221" y="88"/>
                  <a:pt x="0" y="266"/>
                </a:cubicBezTo>
                <a:cubicBezTo>
                  <a:pt x="1598" y="3256"/>
                  <a:pt x="3653" y="5973"/>
                  <a:pt x="5250" y="8940"/>
                </a:cubicBezTo>
                <a:cubicBezTo>
                  <a:pt x="7168" y="12615"/>
                  <a:pt x="9405" y="16518"/>
                  <a:pt x="12691" y="19325"/>
                </a:cubicBezTo>
                <a:cubicBezTo>
                  <a:pt x="17462" y="23274"/>
                  <a:pt x="25588" y="24598"/>
                  <a:pt x="31499" y="25214"/>
                </a:cubicBezTo>
                <a:cubicBezTo>
                  <a:pt x="31479" y="10329"/>
                  <a:pt x="17249" y="1"/>
                  <a:pt x="3702" y="1"/>
                </a:cubicBezTo>
                <a:close/>
              </a:path>
            </a:pathLst>
          </a:custGeom>
          <a:solidFill>
            <a:srgbClr val="11564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0" name="Google Shape;1250;p30">
            <a:extLst>
              <a:ext uri="{FF2B5EF4-FFF2-40B4-BE49-F238E27FC236}">
                <a16:creationId xmlns:a16="http://schemas.microsoft.com/office/drawing/2014/main" id="{461EAA12-A628-44E0-9F07-9B7EF53C8788}"/>
              </a:ext>
            </a:extLst>
          </p:cNvPr>
          <p:cNvSpPr>
            <a:spLocks noGrp="1"/>
          </p:cNvSpPr>
          <p:nvPr/>
        </p:nvSpPr>
        <p:spPr>
          <a:xfrm flipH="1">
            <a:off x="-947594" y="1330117"/>
            <a:ext cx="2527829" cy="1518975"/>
          </a:xfrm>
          <a:custGeom>
            <a:avLst/>
            <a:gdLst/>
            <a:ahLst/>
            <a:cxnLst/>
            <a:rect l="l" t="t" r="r" b="b"/>
            <a:pathLst>
              <a:path w="26395" h="21851">
                <a:moveTo>
                  <a:pt x="480" y="1"/>
                </a:moveTo>
                <a:cubicBezTo>
                  <a:pt x="186" y="1"/>
                  <a:pt x="0" y="446"/>
                  <a:pt x="304" y="655"/>
                </a:cubicBezTo>
                <a:cubicBezTo>
                  <a:pt x="4960" y="3851"/>
                  <a:pt x="8932" y="7845"/>
                  <a:pt x="13406" y="11246"/>
                </a:cubicBezTo>
                <a:cubicBezTo>
                  <a:pt x="17674" y="14487"/>
                  <a:pt x="22330" y="17454"/>
                  <a:pt x="25686" y="21723"/>
                </a:cubicBezTo>
                <a:cubicBezTo>
                  <a:pt x="25753" y="21813"/>
                  <a:pt x="25835" y="21850"/>
                  <a:pt x="25915" y="21850"/>
                </a:cubicBezTo>
                <a:cubicBezTo>
                  <a:pt x="26160" y="21850"/>
                  <a:pt x="26394" y="21501"/>
                  <a:pt x="26188" y="21243"/>
                </a:cubicBezTo>
                <a:cubicBezTo>
                  <a:pt x="22970" y="17158"/>
                  <a:pt x="18587" y="14236"/>
                  <a:pt x="14456" y="11177"/>
                </a:cubicBezTo>
                <a:cubicBezTo>
                  <a:pt x="9708" y="7640"/>
                  <a:pt x="5554" y="3417"/>
                  <a:pt x="669" y="62"/>
                </a:cubicBezTo>
                <a:cubicBezTo>
                  <a:pt x="604" y="19"/>
                  <a:pt x="540" y="1"/>
                  <a:pt x="480" y="1"/>
                </a:cubicBezTo>
                <a:close/>
              </a:path>
            </a:pathLst>
          </a:custGeom>
          <a:solidFill>
            <a:srgbClr val="46AA9E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1" name="Google Shape;1251;p30">
            <a:extLst>
              <a:ext uri="{FF2B5EF4-FFF2-40B4-BE49-F238E27FC236}">
                <a16:creationId xmlns:a16="http://schemas.microsoft.com/office/drawing/2014/main" id="{CFED3E46-4B70-43FB-9CD3-82FE4BCEE5B6}"/>
              </a:ext>
            </a:extLst>
          </p:cNvPr>
          <p:cNvSpPr>
            <a:spLocks noGrp="1"/>
          </p:cNvSpPr>
          <p:nvPr/>
        </p:nvSpPr>
        <p:spPr>
          <a:xfrm flipH="1">
            <a:off x="-678625" y="2621181"/>
            <a:ext cx="37255" cy="25513"/>
          </a:xfrm>
          <a:custGeom>
            <a:avLst/>
            <a:gdLst/>
            <a:ahLst/>
            <a:cxnLst/>
            <a:rect l="l" t="t" r="r" b="b"/>
            <a:pathLst>
              <a:path w="389" h="367">
                <a:moveTo>
                  <a:pt x="1" y="1"/>
                </a:moveTo>
                <a:cubicBezTo>
                  <a:pt x="24" y="138"/>
                  <a:pt x="24" y="252"/>
                  <a:pt x="46" y="366"/>
                </a:cubicBezTo>
                <a:cubicBezTo>
                  <a:pt x="161" y="252"/>
                  <a:pt x="275" y="138"/>
                  <a:pt x="389" y="24"/>
                </a:cubicBezTo>
                <a:cubicBezTo>
                  <a:pt x="252" y="24"/>
                  <a:pt x="138" y="24"/>
                  <a:pt x="1" y="1"/>
                </a:cubicBezTo>
                <a:close/>
              </a:path>
            </a:pathLst>
          </a:custGeom>
          <a:solidFill>
            <a:srgbClr val="46AA9E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2" name="Google Shape;1252;p30">
            <a:extLst>
              <a:ext uri="{FF2B5EF4-FFF2-40B4-BE49-F238E27FC236}">
                <a16:creationId xmlns:a16="http://schemas.microsoft.com/office/drawing/2014/main" id="{0DC92995-1515-4F2E-8358-DBF591CCEA30}"/>
              </a:ext>
            </a:extLst>
          </p:cNvPr>
          <p:cNvSpPr>
            <a:spLocks noGrp="1"/>
          </p:cNvSpPr>
          <p:nvPr/>
        </p:nvSpPr>
        <p:spPr>
          <a:xfrm flipH="1">
            <a:off x="-744217" y="2258096"/>
            <a:ext cx="662435" cy="412502"/>
          </a:xfrm>
          <a:custGeom>
            <a:avLst/>
            <a:gdLst/>
            <a:ahLst/>
            <a:cxnLst/>
            <a:rect l="l" t="t" r="r" b="b"/>
            <a:pathLst>
              <a:path w="6917" h="5934">
                <a:moveTo>
                  <a:pt x="5844" y="5224"/>
                </a:moveTo>
                <a:lnTo>
                  <a:pt x="5844" y="5224"/>
                </a:lnTo>
                <a:cubicBezTo>
                  <a:pt x="5981" y="5247"/>
                  <a:pt x="6095" y="5247"/>
                  <a:pt x="6232" y="5247"/>
                </a:cubicBezTo>
                <a:cubicBezTo>
                  <a:pt x="6118" y="5361"/>
                  <a:pt x="6004" y="5475"/>
                  <a:pt x="5889" y="5589"/>
                </a:cubicBezTo>
                <a:cubicBezTo>
                  <a:pt x="5867" y="5475"/>
                  <a:pt x="5867" y="5361"/>
                  <a:pt x="5844" y="5224"/>
                </a:cubicBezTo>
                <a:close/>
                <a:moveTo>
                  <a:pt x="5509" y="1"/>
                </a:moveTo>
                <a:cubicBezTo>
                  <a:pt x="5265" y="1"/>
                  <a:pt x="5029" y="244"/>
                  <a:pt x="5205" y="499"/>
                </a:cubicBezTo>
                <a:cubicBezTo>
                  <a:pt x="6163" y="1891"/>
                  <a:pt x="5730" y="3626"/>
                  <a:pt x="5844" y="5224"/>
                </a:cubicBezTo>
                <a:cubicBezTo>
                  <a:pt x="4041" y="5155"/>
                  <a:pt x="2237" y="5201"/>
                  <a:pt x="457" y="5064"/>
                </a:cubicBezTo>
                <a:cubicBezTo>
                  <a:pt x="450" y="5064"/>
                  <a:pt x="442" y="5064"/>
                  <a:pt x="435" y="5064"/>
                </a:cubicBezTo>
                <a:cubicBezTo>
                  <a:pt x="1" y="5064"/>
                  <a:pt x="8" y="5727"/>
                  <a:pt x="457" y="5772"/>
                </a:cubicBezTo>
                <a:cubicBezTo>
                  <a:pt x="2374" y="5909"/>
                  <a:pt x="4314" y="5817"/>
                  <a:pt x="6232" y="5931"/>
                </a:cubicBezTo>
                <a:cubicBezTo>
                  <a:pt x="6241" y="5933"/>
                  <a:pt x="6250" y="5933"/>
                  <a:pt x="6260" y="5933"/>
                </a:cubicBezTo>
                <a:cubicBezTo>
                  <a:pt x="6414" y="5933"/>
                  <a:pt x="6596" y="5761"/>
                  <a:pt x="6574" y="5589"/>
                </a:cubicBezTo>
                <a:cubicBezTo>
                  <a:pt x="6323" y="3763"/>
                  <a:pt x="6917" y="1777"/>
                  <a:pt x="5798" y="157"/>
                </a:cubicBezTo>
                <a:cubicBezTo>
                  <a:pt x="5722" y="46"/>
                  <a:pt x="5615" y="1"/>
                  <a:pt x="5509" y="1"/>
                </a:cubicBezTo>
                <a:close/>
              </a:path>
            </a:pathLst>
          </a:custGeom>
          <a:solidFill>
            <a:srgbClr val="46AA9E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3" name="Google Shape;1253;p30">
            <a:extLst>
              <a:ext uri="{FF2B5EF4-FFF2-40B4-BE49-F238E27FC236}">
                <a16:creationId xmlns:a16="http://schemas.microsoft.com/office/drawing/2014/main" id="{BD6E39A4-CFDB-49C6-87CC-15AFF571B5F6}"/>
              </a:ext>
            </a:extLst>
          </p:cNvPr>
          <p:cNvSpPr>
            <a:spLocks noGrp="1"/>
          </p:cNvSpPr>
          <p:nvPr/>
        </p:nvSpPr>
        <p:spPr>
          <a:xfrm flipH="1">
            <a:off x="-398878" y="2445096"/>
            <a:ext cx="41659" cy="30169"/>
          </a:xfrm>
          <a:custGeom>
            <a:avLst/>
            <a:gdLst/>
            <a:ahLst/>
            <a:cxnLst/>
            <a:rect l="l" t="t" r="r" b="b"/>
            <a:pathLst>
              <a:path w="435" h="434">
                <a:moveTo>
                  <a:pt x="0" y="0"/>
                </a:moveTo>
                <a:cubicBezTo>
                  <a:pt x="0" y="160"/>
                  <a:pt x="0" y="297"/>
                  <a:pt x="0" y="434"/>
                </a:cubicBezTo>
                <a:cubicBezTo>
                  <a:pt x="137" y="320"/>
                  <a:pt x="297" y="206"/>
                  <a:pt x="434" y="92"/>
                </a:cubicBezTo>
                <a:cubicBezTo>
                  <a:pt x="297" y="69"/>
                  <a:pt x="137" y="46"/>
                  <a:pt x="0" y="0"/>
                </a:cubicBezTo>
                <a:close/>
              </a:path>
            </a:pathLst>
          </a:custGeom>
          <a:solidFill>
            <a:srgbClr val="46AA9E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4" name="Google Shape;1254;p30">
            <a:extLst>
              <a:ext uri="{FF2B5EF4-FFF2-40B4-BE49-F238E27FC236}">
                <a16:creationId xmlns:a16="http://schemas.microsoft.com/office/drawing/2014/main" id="{8C3664B5-81F2-44BD-BA54-122EE16FA81B}"/>
              </a:ext>
            </a:extLst>
          </p:cNvPr>
          <p:cNvSpPr>
            <a:spLocks noGrp="1"/>
          </p:cNvSpPr>
          <p:nvPr/>
        </p:nvSpPr>
        <p:spPr>
          <a:xfrm flipH="1">
            <a:off x="-431613" y="1990873"/>
            <a:ext cx="874469" cy="508781"/>
          </a:xfrm>
          <a:custGeom>
            <a:avLst/>
            <a:gdLst/>
            <a:ahLst/>
            <a:cxnLst/>
            <a:rect l="l" t="t" r="r" b="b"/>
            <a:pathLst>
              <a:path w="9131" h="7319">
                <a:moveTo>
                  <a:pt x="7246" y="0"/>
                </a:moveTo>
                <a:cubicBezTo>
                  <a:pt x="7010" y="0"/>
                  <a:pt x="6757" y="260"/>
                  <a:pt x="6916" y="531"/>
                </a:cubicBezTo>
                <a:cubicBezTo>
                  <a:pt x="7852" y="2312"/>
                  <a:pt x="8354" y="4503"/>
                  <a:pt x="8354" y="6534"/>
                </a:cubicBezTo>
                <a:cubicBezTo>
                  <a:pt x="8491" y="6580"/>
                  <a:pt x="8651" y="6603"/>
                  <a:pt x="8788" y="6626"/>
                </a:cubicBezTo>
                <a:cubicBezTo>
                  <a:pt x="8651" y="6740"/>
                  <a:pt x="8491" y="6854"/>
                  <a:pt x="8354" y="6968"/>
                </a:cubicBezTo>
                <a:cubicBezTo>
                  <a:pt x="8354" y="6831"/>
                  <a:pt x="8354" y="6694"/>
                  <a:pt x="8354" y="6534"/>
                </a:cubicBezTo>
                <a:cubicBezTo>
                  <a:pt x="6091" y="6078"/>
                  <a:pt x="3793" y="5759"/>
                  <a:pt x="1475" y="5759"/>
                </a:cubicBezTo>
                <a:cubicBezTo>
                  <a:pt x="1128" y="5759"/>
                  <a:pt x="781" y="5766"/>
                  <a:pt x="434" y="5781"/>
                </a:cubicBezTo>
                <a:cubicBezTo>
                  <a:pt x="7" y="5781"/>
                  <a:pt x="1" y="6466"/>
                  <a:pt x="414" y="6466"/>
                </a:cubicBezTo>
                <a:cubicBezTo>
                  <a:pt x="420" y="6466"/>
                  <a:pt x="427" y="6466"/>
                  <a:pt x="434" y="6466"/>
                </a:cubicBezTo>
                <a:cubicBezTo>
                  <a:pt x="774" y="6452"/>
                  <a:pt x="1113" y="6445"/>
                  <a:pt x="1451" y="6445"/>
                </a:cubicBezTo>
                <a:cubicBezTo>
                  <a:pt x="3864" y="6445"/>
                  <a:pt x="6243" y="6790"/>
                  <a:pt x="8606" y="7310"/>
                </a:cubicBezTo>
                <a:cubicBezTo>
                  <a:pt x="8632" y="7316"/>
                  <a:pt x="8658" y="7318"/>
                  <a:pt x="8684" y="7318"/>
                </a:cubicBezTo>
                <a:cubicBezTo>
                  <a:pt x="8879" y="7318"/>
                  <a:pt x="9039" y="7170"/>
                  <a:pt x="9039" y="6968"/>
                </a:cubicBezTo>
                <a:cubicBezTo>
                  <a:pt x="9131" y="4685"/>
                  <a:pt x="8583" y="2175"/>
                  <a:pt x="7510" y="166"/>
                </a:cubicBezTo>
                <a:cubicBezTo>
                  <a:pt x="7448" y="49"/>
                  <a:pt x="7349" y="0"/>
                  <a:pt x="7246" y="0"/>
                </a:cubicBezTo>
                <a:close/>
              </a:path>
            </a:pathLst>
          </a:custGeom>
          <a:solidFill>
            <a:srgbClr val="46AA9E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5" name="Google Shape;1255;p30">
            <a:extLst>
              <a:ext uri="{FF2B5EF4-FFF2-40B4-BE49-F238E27FC236}">
                <a16:creationId xmlns:a16="http://schemas.microsoft.com/office/drawing/2014/main" id="{732B593B-6DA9-4686-A36D-54CFD926E6EC}"/>
              </a:ext>
            </a:extLst>
          </p:cNvPr>
          <p:cNvSpPr>
            <a:spLocks noGrp="1"/>
          </p:cNvSpPr>
          <p:nvPr/>
        </p:nvSpPr>
        <p:spPr>
          <a:xfrm flipH="1">
            <a:off x="95221" y="1656568"/>
            <a:ext cx="695092" cy="539506"/>
          </a:xfrm>
          <a:custGeom>
            <a:avLst/>
            <a:gdLst/>
            <a:ahLst/>
            <a:cxnLst/>
            <a:rect l="l" t="t" r="r" b="b"/>
            <a:pathLst>
              <a:path w="7258" h="7761">
                <a:moveTo>
                  <a:pt x="5332" y="1"/>
                </a:moveTo>
                <a:cubicBezTo>
                  <a:pt x="5104" y="1"/>
                  <a:pt x="4857" y="257"/>
                  <a:pt x="4998" y="524"/>
                </a:cubicBezTo>
                <a:cubicBezTo>
                  <a:pt x="5774" y="2168"/>
                  <a:pt x="6116" y="4130"/>
                  <a:pt x="6276" y="5934"/>
                </a:cubicBezTo>
                <a:cubicBezTo>
                  <a:pt x="6299" y="6230"/>
                  <a:pt x="6299" y="6527"/>
                  <a:pt x="6276" y="6824"/>
                </a:cubicBezTo>
                <a:cubicBezTo>
                  <a:pt x="6276" y="6938"/>
                  <a:pt x="5888" y="6967"/>
                  <a:pt x="5477" y="6967"/>
                </a:cubicBezTo>
                <a:cubicBezTo>
                  <a:pt x="5066" y="6967"/>
                  <a:pt x="4633" y="6938"/>
                  <a:pt x="4541" y="6938"/>
                </a:cubicBezTo>
                <a:cubicBezTo>
                  <a:pt x="3195" y="6961"/>
                  <a:pt x="1825" y="7006"/>
                  <a:pt x="456" y="7052"/>
                </a:cubicBezTo>
                <a:cubicBezTo>
                  <a:pt x="29" y="7075"/>
                  <a:pt x="0" y="7760"/>
                  <a:pt x="434" y="7760"/>
                </a:cubicBezTo>
                <a:cubicBezTo>
                  <a:pt x="441" y="7760"/>
                  <a:pt x="448" y="7760"/>
                  <a:pt x="456" y="7760"/>
                </a:cubicBezTo>
                <a:cubicBezTo>
                  <a:pt x="2215" y="7700"/>
                  <a:pt x="3991" y="7641"/>
                  <a:pt x="5755" y="7641"/>
                </a:cubicBezTo>
                <a:cubicBezTo>
                  <a:pt x="6028" y="7641"/>
                  <a:pt x="6301" y="7643"/>
                  <a:pt x="6573" y="7646"/>
                </a:cubicBezTo>
                <a:cubicBezTo>
                  <a:pt x="6710" y="7646"/>
                  <a:pt x="6892" y="7531"/>
                  <a:pt x="6915" y="7395"/>
                </a:cubicBezTo>
                <a:cubicBezTo>
                  <a:pt x="7258" y="5089"/>
                  <a:pt x="6573" y="2259"/>
                  <a:pt x="5591" y="182"/>
                </a:cubicBezTo>
                <a:cubicBezTo>
                  <a:pt x="5534" y="54"/>
                  <a:pt x="5435" y="1"/>
                  <a:pt x="5332" y="1"/>
                </a:cubicBezTo>
                <a:close/>
              </a:path>
            </a:pathLst>
          </a:custGeom>
          <a:solidFill>
            <a:srgbClr val="46AA9E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6" name="Google Shape;1256;p30">
            <a:extLst>
              <a:ext uri="{FF2B5EF4-FFF2-40B4-BE49-F238E27FC236}">
                <a16:creationId xmlns:a16="http://schemas.microsoft.com/office/drawing/2014/main" id="{82785BB6-D504-47CF-9A93-1D6287160242}"/>
              </a:ext>
            </a:extLst>
          </p:cNvPr>
          <p:cNvSpPr>
            <a:spLocks noGrp="1"/>
          </p:cNvSpPr>
          <p:nvPr/>
        </p:nvSpPr>
        <p:spPr>
          <a:xfrm flipH="1">
            <a:off x="573968" y="1881802"/>
            <a:ext cx="32849" cy="23843"/>
          </a:xfrm>
          <a:custGeom>
            <a:avLst/>
            <a:gdLst/>
            <a:ahLst/>
            <a:cxnLst/>
            <a:rect l="l" t="t" r="r" b="b"/>
            <a:pathLst>
              <a:path w="343" h="343">
                <a:moveTo>
                  <a:pt x="1" y="0"/>
                </a:moveTo>
                <a:cubicBezTo>
                  <a:pt x="1" y="114"/>
                  <a:pt x="1" y="229"/>
                  <a:pt x="1" y="343"/>
                </a:cubicBezTo>
                <a:cubicBezTo>
                  <a:pt x="115" y="229"/>
                  <a:pt x="229" y="114"/>
                  <a:pt x="343" y="0"/>
                </a:cubicBezTo>
                <a:close/>
              </a:path>
            </a:pathLst>
          </a:custGeom>
          <a:solidFill>
            <a:srgbClr val="46AA9E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7" name="Google Shape;1257;p30">
            <a:extLst>
              <a:ext uri="{FF2B5EF4-FFF2-40B4-BE49-F238E27FC236}">
                <a16:creationId xmlns:a16="http://schemas.microsoft.com/office/drawing/2014/main" id="{38B1ADD0-2A64-4166-9C01-052F623BCB97}"/>
              </a:ext>
            </a:extLst>
          </p:cNvPr>
          <p:cNvSpPr>
            <a:spLocks noGrp="1"/>
          </p:cNvSpPr>
          <p:nvPr/>
        </p:nvSpPr>
        <p:spPr>
          <a:xfrm flipH="1">
            <a:off x="534620" y="1537487"/>
            <a:ext cx="616467" cy="393524"/>
          </a:xfrm>
          <a:custGeom>
            <a:avLst/>
            <a:gdLst/>
            <a:ahLst/>
            <a:cxnLst/>
            <a:rect l="l" t="t" r="r" b="b"/>
            <a:pathLst>
              <a:path w="6437" h="5661">
                <a:moveTo>
                  <a:pt x="5963" y="0"/>
                </a:moveTo>
                <a:cubicBezTo>
                  <a:pt x="5792" y="0"/>
                  <a:pt x="5626" y="114"/>
                  <a:pt x="5638" y="343"/>
                </a:cubicBezTo>
                <a:cubicBezTo>
                  <a:pt x="5684" y="1872"/>
                  <a:pt x="5729" y="3401"/>
                  <a:pt x="5684" y="4953"/>
                </a:cubicBezTo>
                <a:lnTo>
                  <a:pt x="6026" y="4953"/>
                </a:lnTo>
                <a:cubicBezTo>
                  <a:pt x="5912" y="5067"/>
                  <a:pt x="5798" y="5182"/>
                  <a:pt x="5684" y="5296"/>
                </a:cubicBezTo>
                <a:cubicBezTo>
                  <a:pt x="5684" y="5182"/>
                  <a:pt x="5684" y="5067"/>
                  <a:pt x="5684" y="4953"/>
                </a:cubicBezTo>
                <a:cubicBezTo>
                  <a:pt x="5105" y="4923"/>
                  <a:pt x="4525" y="4913"/>
                  <a:pt x="3942" y="4913"/>
                </a:cubicBezTo>
                <a:cubicBezTo>
                  <a:pt x="2777" y="4913"/>
                  <a:pt x="1605" y="4953"/>
                  <a:pt x="434" y="4953"/>
                </a:cubicBezTo>
                <a:cubicBezTo>
                  <a:pt x="0" y="4953"/>
                  <a:pt x="0" y="5661"/>
                  <a:pt x="434" y="5661"/>
                </a:cubicBezTo>
                <a:cubicBezTo>
                  <a:pt x="1771" y="5661"/>
                  <a:pt x="3096" y="5603"/>
                  <a:pt x="4426" y="5603"/>
                </a:cubicBezTo>
                <a:cubicBezTo>
                  <a:pt x="4958" y="5603"/>
                  <a:pt x="5491" y="5612"/>
                  <a:pt x="6026" y="5638"/>
                </a:cubicBezTo>
                <a:cubicBezTo>
                  <a:pt x="6036" y="5639"/>
                  <a:pt x="6047" y="5640"/>
                  <a:pt x="6057" y="5640"/>
                </a:cubicBezTo>
                <a:cubicBezTo>
                  <a:pt x="6226" y="5640"/>
                  <a:pt x="6368" y="5468"/>
                  <a:pt x="6368" y="5296"/>
                </a:cubicBezTo>
                <a:cubicBezTo>
                  <a:pt x="6437" y="3652"/>
                  <a:pt x="6391" y="1986"/>
                  <a:pt x="6323" y="343"/>
                </a:cubicBezTo>
                <a:cubicBezTo>
                  <a:pt x="6311" y="114"/>
                  <a:pt x="6134" y="0"/>
                  <a:pt x="5963" y="0"/>
                </a:cubicBezTo>
                <a:close/>
              </a:path>
            </a:pathLst>
          </a:custGeom>
          <a:solidFill>
            <a:srgbClr val="46AA9E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8" name="Google Shape;1258;p30">
            <a:extLst>
              <a:ext uri="{FF2B5EF4-FFF2-40B4-BE49-F238E27FC236}">
                <a16:creationId xmlns:a16="http://schemas.microsoft.com/office/drawing/2014/main" id="{8E5C7FB2-F421-42ED-9E3C-AFEE289AD37A}"/>
              </a:ext>
            </a:extLst>
          </p:cNvPr>
          <p:cNvSpPr>
            <a:spLocks noGrp="1"/>
          </p:cNvSpPr>
          <p:nvPr/>
        </p:nvSpPr>
        <p:spPr>
          <a:xfrm flipH="1">
            <a:off x="1054837" y="1597756"/>
            <a:ext cx="41659" cy="20716"/>
          </a:xfrm>
          <a:custGeom>
            <a:avLst/>
            <a:gdLst/>
            <a:ahLst/>
            <a:cxnLst/>
            <a:rect l="l" t="t" r="r" b="b"/>
            <a:pathLst>
              <a:path w="435" h="298">
                <a:moveTo>
                  <a:pt x="46" y="1"/>
                </a:moveTo>
                <a:cubicBezTo>
                  <a:pt x="23" y="92"/>
                  <a:pt x="23" y="183"/>
                  <a:pt x="1" y="297"/>
                </a:cubicBezTo>
                <a:cubicBezTo>
                  <a:pt x="160" y="206"/>
                  <a:pt x="297" y="138"/>
                  <a:pt x="434" y="46"/>
                </a:cubicBezTo>
                <a:cubicBezTo>
                  <a:pt x="297" y="23"/>
                  <a:pt x="183" y="23"/>
                  <a:pt x="46" y="1"/>
                </a:cubicBezTo>
                <a:close/>
              </a:path>
            </a:pathLst>
          </a:custGeom>
          <a:solidFill>
            <a:srgbClr val="46AA9E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9" name="Google Shape;1259;p30">
            <a:extLst>
              <a:ext uri="{FF2B5EF4-FFF2-40B4-BE49-F238E27FC236}">
                <a16:creationId xmlns:a16="http://schemas.microsoft.com/office/drawing/2014/main" id="{78C91889-56C5-43F9-A2D8-1F7DA4B2A7D8}"/>
              </a:ext>
            </a:extLst>
          </p:cNvPr>
          <p:cNvSpPr>
            <a:spLocks noGrp="1"/>
          </p:cNvSpPr>
          <p:nvPr/>
        </p:nvSpPr>
        <p:spPr>
          <a:xfrm flipH="1">
            <a:off x="1008972" y="1272070"/>
            <a:ext cx="483156" cy="375868"/>
          </a:xfrm>
          <a:custGeom>
            <a:avLst/>
            <a:gdLst/>
            <a:ahLst/>
            <a:cxnLst/>
            <a:rect l="l" t="t" r="r" b="b"/>
            <a:pathLst>
              <a:path w="5045" h="5407">
                <a:moveTo>
                  <a:pt x="3832" y="1"/>
                </a:moveTo>
                <a:cubicBezTo>
                  <a:pt x="3658" y="1"/>
                  <a:pt x="3493" y="109"/>
                  <a:pt x="3515" y="326"/>
                </a:cubicBezTo>
                <a:cubicBezTo>
                  <a:pt x="3629" y="1787"/>
                  <a:pt x="4269" y="3225"/>
                  <a:pt x="4177" y="4686"/>
                </a:cubicBezTo>
                <a:cubicBezTo>
                  <a:pt x="4314" y="4708"/>
                  <a:pt x="4428" y="4708"/>
                  <a:pt x="4565" y="4731"/>
                </a:cubicBezTo>
                <a:cubicBezTo>
                  <a:pt x="4428" y="4823"/>
                  <a:pt x="4291" y="4891"/>
                  <a:pt x="4132" y="4982"/>
                </a:cubicBezTo>
                <a:cubicBezTo>
                  <a:pt x="4154" y="4868"/>
                  <a:pt x="4154" y="4777"/>
                  <a:pt x="4177" y="4686"/>
                </a:cubicBezTo>
                <a:cubicBezTo>
                  <a:pt x="3477" y="4597"/>
                  <a:pt x="2785" y="4550"/>
                  <a:pt x="2091" y="4550"/>
                </a:cubicBezTo>
                <a:cubicBezTo>
                  <a:pt x="1541" y="4550"/>
                  <a:pt x="990" y="4579"/>
                  <a:pt x="434" y="4640"/>
                </a:cubicBezTo>
                <a:cubicBezTo>
                  <a:pt x="14" y="4684"/>
                  <a:pt x="1" y="5327"/>
                  <a:pt x="393" y="5327"/>
                </a:cubicBezTo>
                <a:cubicBezTo>
                  <a:pt x="406" y="5327"/>
                  <a:pt x="420" y="5326"/>
                  <a:pt x="434" y="5325"/>
                </a:cubicBezTo>
                <a:cubicBezTo>
                  <a:pt x="1029" y="5263"/>
                  <a:pt x="1619" y="5229"/>
                  <a:pt x="2209" y="5229"/>
                </a:cubicBezTo>
                <a:cubicBezTo>
                  <a:pt x="2932" y="5229"/>
                  <a:pt x="3654" y="5280"/>
                  <a:pt x="4383" y="5393"/>
                </a:cubicBezTo>
                <a:cubicBezTo>
                  <a:pt x="4414" y="5402"/>
                  <a:pt x="4448" y="5407"/>
                  <a:pt x="4483" y="5407"/>
                </a:cubicBezTo>
                <a:cubicBezTo>
                  <a:pt x="4625" y="5407"/>
                  <a:pt x="4780" y="5330"/>
                  <a:pt x="4816" y="5165"/>
                </a:cubicBezTo>
                <a:cubicBezTo>
                  <a:pt x="5045" y="3476"/>
                  <a:pt x="4337" y="1969"/>
                  <a:pt x="4200" y="326"/>
                </a:cubicBezTo>
                <a:cubicBezTo>
                  <a:pt x="4189" y="109"/>
                  <a:pt x="4006" y="1"/>
                  <a:pt x="3832" y="1"/>
                </a:cubicBezTo>
                <a:close/>
              </a:path>
            </a:pathLst>
          </a:custGeom>
          <a:solidFill>
            <a:srgbClr val="46AA9E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0" name="Google Shape;1260;p30">
            <a:extLst>
              <a:ext uri="{FF2B5EF4-FFF2-40B4-BE49-F238E27FC236}">
                <a16:creationId xmlns:a16="http://schemas.microsoft.com/office/drawing/2014/main" id="{E721B994-55C9-4E69-9040-DD1FE09D4BAD}"/>
              </a:ext>
            </a:extLst>
          </p:cNvPr>
          <p:cNvSpPr>
            <a:spLocks noGrp="1"/>
          </p:cNvSpPr>
          <p:nvPr/>
        </p:nvSpPr>
        <p:spPr>
          <a:xfrm flipH="1">
            <a:off x="685448" y="1464492"/>
            <a:ext cx="129002" cy="73061"/>
          </a:xfrm>
          <a:custGeom>
            <a:avLst/>
            <a:gdLst/>
            <a:ahLst/>
            <a:cxnLst/>
            <a:rect l="l" t="t" r="r" b="b"/>
            <a:pathLst>
              <a:path w="1347" h="1051">
                <a:moveTo>
                  <a:pt x="662" y="0"/>
                </a:moveTo>
                <a:cubicBezTo>
                  <a:pt x="0" y="0"/>
                  <a:pt x="0" y="1050"/>
                  <a:pt x="662" y="1050"/>
                </a:cubicBezTo>
                <a:cubicBezTo>
                  <a:pt x="1347" y="1050"/>
                  <a:pt x="1347" y="0"/>
                  <a:pt x="662" y="0"/>
                </a:cubicBezTo>
                <a:close/>
              </a:path>
            </a:pathLst>
          </a:custGeom>
          <a:solidFill>
            <a:srgbClr val="46AA9E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1" name="Google Shape;1261;p30">
            <a:extLst>
              <a:ext uri="{FF2B5EF4-FFF2-40B4-BE49-F238E27FC236}">
                <a16:creationId xmlns:a16="http://schemas.microsoft.com/office/drawing/2014/main" id="{FB6E35E0-638D-4591-9A68-8DDB9EEFF4FA}"/>
              </a:ext>
            </a:extLst>
          </p:cNvPr>
          <p:cNvSpPr>
            <a:spLocks noGrp="1"/>
          </p:cNvSpPr>
          <p:nvPr/>
        </p:nvSpPr>
        <p:spPr>
          <a:xfrm flipH="1">
            <a:off x="803438" y="1388304"/>
            <a:ext cx="129097" cy="73061"/>
          </a:xfrm>
          <a:custGeom>
            <a:avLst/>
            <a:gdLst/>
            <a:ahLst/>
            <a:cxnLst/>
            <a:rect l="l" t="t" r="r" b="b"/>
            <a:pathLst>
              <a:path w="1348" h="1051">
                <a:moveTo>
                  <a:pt x="685" y="1"/>
                </a:moveTo>
                <a:cubicBezTo>
                  <a:pt x="1" y="1"/>
                  <a:pt x="1" y="1051"/>
                  <a:pt x="685" y="1051"/>
                </a:cubicBezTo>
                <a:cubicBezTo>
                  <a:pt x="1347" y="1051"/>
                  <a:pt x="1347" y="1"/>
                  <a:pt x="685" y="1"/>
                </a:cubicBezTo>
                <a:close/>
              </a:path>
            </a:pathLst>
          </a:custGeom>
          <a:solidFill>
            <a:srgbClr val="46AA9E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2" name="Google Shape;1262;p30">
            <a:extLst>
              <a:ext uri="{FF2B5EF4-FFF2-40B4-BE49-F238E27FC236}">
                <a16:creationId xmlns:a16="http://schemas.microsoft.com/office/drawing/2014/main" id="{E47C3A83-73C1-478B-B156-334EAB049495}"/>
              </a:ext>
            </a:extLst>
          </p:cNvPr>
          <p:cNvSpPr>
            <a:spLocks noGrp="1"/>
          </p:cNvSpPr>
          <p:nvPr/>
        </p:nvSpPr>
        <p:spPr>
          <a:xfrm flipH="1">
            <a:off x="659207" y="1364529"/>
            <a:ext cx="129002" cy="71460"/>
          </a:xfrm>
          <a:custGeom>
            <a:avLst/>
            <a:gdLst/>
            <a:ahLst/>
            <a:cxnLst/>
            <a:rect l="l" t="t" r="r" b="b"/>
            <a:pathLst>
              <a:path w="1347" h="1028">
                <a:moveTo>
                  <a:pt x="662" y="0"/>
                </a:moveTo>
                <a:cubicBezTo>
                  <a:pt x="0" y="0"/>
                  <a:pt x="0" y="1027"/>
                  <a:pt x="662" y="1027"/>
                </a:cubicBezTo>
                <a:cubicBezTo>
                  <a:pt x="1347" y="1027"/>
                  <a:pt x="1347" y="0"/>
                  <a:pt x="662" y="0"/>
                </a:cubicBezTo>
                <a:close/>
              </a:path>
            </a:pathLst>
          </a:custGeom>
          <a:solidFill>
            <a:srgbClr val="46AA9E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3" name="Google Shape;1263;p30">
            <a:extLst>
              <a:ext uri="{FF2B5EF4-FFF2-40B4-BE49-F238E27FC236}">
                <a16:creationId xmlns:a16="http://schemas.microsoft.com/office/drawing/2014/main" id="{5EEFEA76-DA00-43C7-9C4A-CF7049B76105}"/>
              </a:ext>
            </a:extLst>
          </p:cNvPr>
          <p:cNvSpPr>
            <a:spLocks noGrp="1"/>
          </p:cNvSpPr>
          <p:nvPr/>
        </p:nvSpPr>
        <p:spPr>
          <a:xfrm flipH="1">
            <a:off x="901796" y="2135676"/>
            <a:ext cx="129097" cy="73061"/>
          </a:xfrm>
          <a:custGeom>
            <a:avLst/>
            <a:gdLst/>
            <a:ahLst/>
            <a:cxnLst/>
            <a:rect l="l" t="t" r="r" b="b"/>
            <a:pathLst>
              <a:path w="1348" h="1051">
                <a:moveTo>
                  <a:pt x="685" y="0"/>
                </a:moveTo>
                <a:cubicBezTo>
                  <a:pt x="0" y="0"/>
                  <a:pt x="0" y="1050"/>
                  <a:pt x="685" y="1050"/>
                </a:cubicBezTo>
                <a:cubicBezTo>
                  <a:pt x="1347" y="1050"/>
                  <a:pt x="1347" y="0"/>
                  <a:pt x="685" y="0"/>
                </a:cubicBezTo>
                <a:close/>
              </a:path>
            </a:pathLst>
          </a:custGeom>
          <a:solidFill>
            <a:srgbClr val="46AA9E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4" name="Google Shape;1264;p30">
            <a:extLst>
              <a:ext uri="{FF2B5EF4-FFF2-40B4-BE49-F238E27FC236}">
                <a16:creationId xmlns:a16="http://schemas.microsoft.com/office/drawing/2014/main" id="{355DA702-E469-4307-B721-C4B8FF8D8FEE}"/>
              </a:ext>
            </a:extLst>
          </p:cNvPr>
          <p:cNvSpPr>
            <a:spLocks noGrp="1"/>
          </p:cNvSpPr>
          <p:nvPr/>
        </p:nvSpPr>
        <p:spPr>
          <a:xfrm flipH="1">
            <a:off x="1033002" y="2065883"/>
            <a:ext cx="129097" cy="72990"/>
          </a:xfrm>
          <a:custGeom>
            <a:avLst/>
            <a:gdLst/>
            <a:ahLst/>
            <a:cxnLst/>
            <a:rect l="l" t="t" r="r" b="b"/>
            <a:pathLst>
              <a:path w="1348" h="1050">
                <a:moveTo>
                  <a:pt x="686" y="0"/>
                </a:moveTo>
                <a:cubicBezTo>
                  <a:pt x="1" y="0"/>
                  <a:pt x="1" y="1050"/>
                  <a:pt x="686" y="1050"/>
                </a:cubicBezTo>
                <a:cubicBezTo>
                  <a:pt x="1348" y="1050"/>
                  <a:pt x="1348" y="0"/>
                  <a:pt x="686" y="0"/>
                </a:cubicBezTo>
                <a:close/>
              </a:path>
            </a:pathLst>
          </a:custGeom>
          <a:solidFill>
            <a:srgbClr val="46AA9E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5" name="Google Shape;1265;p30">
            <a:extLst>
              <a:ext uri="{FF2B5EF4-FFF2-40B4-BE49-F238E27FC236}">
                <a16:creationId xmlns:a16="http://schemas.microsoft.com/office/drawing/2014/main" id="{5ADDF86C-C79D-40C1-962F-F8DC605FE792}"/>
              </a:ext>
            </a:extLst>
          </p:cNvPr>
          <p:cNvSpPr>
            <a:spLocks noGrp="1"/>
          </p:cNvSpPr>
          <p:nvPr/>
        </p:nvSpPr>
        <p:spPr>
          <a:xfrm flipH="1">
            <a:off x="860326" y="2029387"/>
            <a:ext cx="129002" cy="73061"/>
          </a:xfrm>
          <a:custGeom>
            <a:avLst/>
            <a:gdLst/>
            <a:ahLst/>
            <a:cxnLst/>
            <a:rect l="l" t="t" r="r" b="b"/>
            <a:pathLst>
              <a:path w="1347" h="1051">
                <a:moveTo>
                  <a:pt x="662" y="0"/>
                </a:moveTo>
                <a:cubicBezTo>
                  <a:pt x="0" y="0"/>
                  <a:pt x="0" y="1050"/>
                  <a:pt x="662" y="1050"/>
                </a:cubicBezTo>
                <a:cubicBezTo>
                  <a:pt x="1347" y="1050"/>
                  <a:pt x="1347" y="0"/>
                  <a:pt x="662" y="0"/>
                </a:cubicBezTo>
                <a:close/>
              </a:path>
            </a:pathLst>
          </a:custGeom>
          <a:solidFill>
            <a:srgbClr val="46AA9E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6" name="Google Shape;1266;p30">
            <a:extLst>
              <a:ext uri="{FF2B5EF4-FFF2-40B4-BE49-F238E27FC236}">
                <a16:creationId xmlns:a16="http://schemas.microsoft.com/office/drawing/2014/main" id="{C607C584-8A86-4207-9E69-472C4C7A5E9B}"/>
              </a:ext>
            </a:extLst>
          </p:cNvPr>
          <p:cNvSpPr>
            <a:spLocks noGrp="1"/>
          </p:cNvSpPr>
          <p:nvPr/>
        </p:nvSpPr>
        <p:spPr>
          <a:xfrm flipH="1">
            <a:off x="1579474" y="1226469"/>
            <a:ext cx="129097" cy="73061"/>
          </a:xfrm>
          <a:custGeom>
            <a:avLst/>
            <a:gdLst/>
            <a:ahLst/>
            <a:cxnLst/>
            <a:rect l="l" t="t" r="r" b="b"/>
            <a:pathLst>
              <a:path w="1348" h="1051">
                <a:moveTo>
                  <a:pt x="662" y="0"/>
                </a:moveTo>
                <a:cubicBezTo>
                  <a:pt x="1" y="0"/>
                  <a:pt x="1" y="1050"/>
                  <a:pt x="662" y="1050"/>
                </a:cubicBezTo>
                <a:cubicBezTo>
                  <a:pt x="1347" y="1050"/>
                  <a:pt x="1347" y="0"/>
                  <a:pt x="662" y="0"/>
                </a:cubicBezTo>
                <a:close/>
              </a:path>
            </a:pathLst>
          </a:custGeom>
          <a:solidFill>
            <a:srgbClr val="46AA9E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7" name="Google Shape;1267;p30">
            <a:extLst>
              <a:ext uri="{FF2B5EF4-FFF2-40B4-BE49-F238E27FC236}">
                <a16:creationId xmlns:a16="http://schemas.microsoft.com/office/drawing/2014/main" id="{35EE3AE4-B968-4C85-910B-7C82ECD3F8E2}"/>
              </a:ext>
            </a:extLst>
          </p:cNvPr>
          <p:cNvSpPr>
            <a:spLocks noGrp="1"/>
          </p:cNvSpPr>
          <p:nvPr/>
        </p:nvSpPr>
        <p:spPr>
          <a:xfrm flipH="1">
            <a:off x="53645" y="1589831"/>
            <a:ext cx="126895" cy="73061"/>
          </a:xfrm>
          <a:custGeom>
            <a:avLst/>
            <a:gdLst/>
            <a:ahLst/>
            <a:cxnLst/>
            <a:rect l="l" t="t" r="r" b="b"/>
            <a:pathLst>
              <a:path w="1325" h="1051">
                <a:moveTo>
                  <a:pt x="662" y="0"/>
                </a:moveTo>
                <a:cubicBezTo>
                  <a:pt x="0" y="0"/>
                  <a:pt x="0" y="1050"/>
                  <a:pt x="662" y="1050"/>
                </a:cubicBezTo>
                <a:cubicBezTo>
                  <a:pt x="1324" y="1050"/>
                  <a:pt x="1324" y="0"/>
                  <a:pt x="662" y="0"/>
                </a:cubicBezTo>
                <a:close/>
              </a:path>
            </a:pathLst>
          </a:custGeom>
          <a:solidFill>
            <a:srgbClr val="46AA9E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8" name="Google Shape;1268;p30">
            <a:extLst>
              <a:ext uri="{FF2B5EF4-FFF2-40B4-BE49-F238E27FC236}">
                <a16:creationId xmlns:a16="http://schemas.microsoft.com/office/drawing/2014/main" id="{EE56D3E0-1867-49C4-9CD2-63B9C9F63B49}"/>
              </a:ext>
            </a:extLst>
          </p:cNvPr>
          <p:cNvSpPr>
            <a:spLocks noGrp="1"/>
          </p:cNvSpPr>
          <p:nvPr/>
        </p:nvSpPr>
        <p:spPr>
          <a:xfrm flipH="1">
            <a:off x="160813" y="1524763"/>
            <a:ext cx="129002" cy="71460"/>
          </a:xfrm>
          <a:custGeom>
            <a:avLst/>
            <a:gdLst/>
            <a:ahLst/>
            <a:cxnLst/>
            <a:rect l="l" t="t" r="r" b="b"/>
            <a:pathLst>
              <a:path w="1347" h="1028">
                <a:moveTo>
                  <a:pt x="662" y="1"/>
                </a:moveTo>
                <a:cubicBezTo>
                  <a:pt x="0" y="1"/>
                  <a:pt x="0" y="1028"/>
                  <a:pt x="662" y="1028"/>
                </a:cubicBezTo>
                <a:cubicBezTo>
                  <a:pt x="1347" y="1028"/>
                  <a:pt x="1347" y="1"/>
                  <a:pt x="662" y="1"/>
                </a:cubicBezTo>
                <a:close/>
              </a:path>
            </a:pathLst>
          </a:custGeom>
          <a:solidFill>
            <a:srgbClr val="46AA9E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9" name="Google Shape;1269;p30">
            <a:extLst>
              <a:ext uri="{FF2B5EF4-FFF2-40B4-BE49-F238E27FC236}">
                <a16:creationId xmlns:a16="http://schemas.microsoft.com/office/drawing/2014/main" id="{05657A79-C76B-419F-A398-FD8F325F9795}"/>
              </a:ext>
            </a:extLst>
          </p:cNvPr>
          <p:cNvSpPr>
            <a:spLocks noGrp="1"/>
          </p:cNvSpPr>
          <p:nvPr/>
        </p:nvSpPr>
        <p:spPr>
          <a:xfrm flipH="1">
            <a:off x="410010" y="2479994"/>
            <a:ext cx="129002" cy="73061"/>
          </a:xfrm>
          <a:custGeom>
            <a:avLst/>
            <a:gdLst/>
            <a:ahLst/>
            <a:cxnLst/>
            <a:rect l="l" t="t" r="r" b="b"/>
            <a:pathLst>
              <a:path w="1347" h="1051">
                <a:moveTo>
                  <a:pt x="662" y="0"/>
                </a:moveTo>
                <a:cubicBezTo>
                  <a:pt x="0" y="0"/>
                  <a:pt x="0" y="1050"/>
                  <a:pt x="662" y="1050"/>
                </a:cubicBezTo>
                <a:cubicBezTo>
                  <a:pt x="1347" y="1050"/>
                  <a:pt x="1347" y="0"/>
                  <a:pt x="662" y="0"/>
                </a:cubicBezTo>
                <a:close/>
              </a:path>
            </a:pathLst>
          </a:custGeom>
          <a:solidFill>
            <a:srgbClr val="46AA9E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0" name="Google Shape;1270;p30">
            <a:extLst>
              <a:ext uri="{FF2B5EF4-FFF2-40B4-BE49-F238E27FC236}">
                <a16:creationId xmlns:a16="http://schemas.microsoft.com/office/drawing/2014/main" id="{4565E4CC-A98B-41C6-A4C9-DAA2B9510785}"/>
              </a:ext>
            </a:extLst>
          </p:cNvPr>
          <p:cNvSpPr>
            <a:spLocks noGrp="1"/>
          </p:cNvSpPr>
          <p:nvPr/>
        </p:nvSpPr>
        <p:spPr>
          <a:xfrm flipH="1">
            <a:off x="543324" y="2445096"/>
            <a:ext cx="129097" cy="73061"/>
          </a:xfrm>
          <a:custGeom>
            <a:avLst/>
            <a:gdLst/>
            <a:ahLst/>
            <a:cxnLst/>
            <a:rect l="l" t="t" r="r" b="b"/>
            <a:pathLst>
              <a:path w="1348" h="1051">
                <a:moveTo>
                  <a:pt x="686" y="0"/>
                </a:moveTo>
                <a:cubicBezTo>
                  <a:pt x="1" y="0"/>
                  <a:pt x="1" y="1050"/>
                  <a:pt x="686" y="1050"/>
                </a:cubicBezTo>
                <a:cubicBezTo>
                  <a:pt x="1347" y="1050"/>
                  <a:pt x="1347" y="0"/>
                  <a:pt x="686" y="0"/>
                </a:cubicBezTo>
                <a:close/>
              </a:path>
            </a:pathLst>
          </a:custGeom>
          <a:solidFill>
            <a:srgbClr val="46AA9E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2" name="Google Shape;1272;p30">
            <a:extLst>
              <a:ext uri="{FF2B5EF4-FFF2-40B4-BE49-F238E27FC236}">
                <a16:creationId xmlns:a16="http://schemas.microsoft.com/office/drawing/2014/main" id="{3FE01260-6FCF-45F0-B842-0169B14B9B1C}"/>
              </a:ext>
            </a:extLst>
          </p:cNvPr>
          <p:cNvSpPr>
            <a:spLocks noGrp="1"/>
          </p:cNvSpPr>
          <p:nvPr/>
        </p:nvSpPr>
        <p:spPr>
          <a:xfrm>
            <a:off x="-143273" y="3662998"/>
            <a:ext cx="2285927" cy="1281248"/>
          </a:xfrm>
          <a:custGeom>
            <a:avLst/>
            <a:gdLst/>
            <a:ahLst/>
            <a:cxnLst/>
            <a:rect l="l" t="t" r="r" b="b"/>
            <a:pathLst>
              <a:path w="25975" h="19689">
                <a:moveTo>
                  <a:pt x="7300" y="1"/>
                </a:moveTo>
                <a:cubicBezTo>
                  <a:pt x="5044" y="1"/>
                  <a:pt x="8279" y="4954"/>
                  <a:pt x="8559" y="6222"/>
                </a:cubicBezTo>
                <a:cubicBezTo>
                  <a:pt x="6796" y="4606"/>
                  <a:pt x="2825" y="2102"/>
                  <a:pt x="1058" y="2102"/>
                </a:cubicBezTo>
                <a:cubicBezTo>
                  <a:pt x="355" y="2102"/>
                  <a:pt x="0" y="2499"/>
                  <a:pt x="273" y="3506"/>
                </a:cubicBezTo>
                <a:cubicBezTo>
                  <a:pt x="1072" y="6291"/>
                  <a:pt x="5363" y="8664"/>
                  <a:pt x="7783" y="10696"/>
                </a:cubicBezTo>
                <a:cubicBezTo>
                  <a:pt x="6094" y="11221"/>
                  <a:pt x="319" y="10878"/>
                  <a:pt x="3378" y="13412"/>
                </a:cubicBezTo>
                <a:cubicBezTo>
                  <a:pt x="5295" y="15033"/>
                  <a:pt x="9837" y="14485"/>
                  <a:pt x="11640" y="16014"/>
                </a:cubicBezTo>
                <a:cubicBezTo>
                  <a:pt x="10887" y="16197"/>
                  <a:pt x="7600" y="16562"/>
                  <a:pt x="7440" y="17521"/>
                </a:cubicBezTo>
                <a:cubicBezTo>
                  <a:pt x="7052" y="19164"/>
                  <a:pt x="11549" y="19552"/>
                  <a:pt x="12576" y="19552"/>
                </a:cubicBezTo>
                <a:cubicBezTo>
                  <a:pt x="13609" y="19627"/>
                  <a:pt x="14860" y="19649"/>
                  <a:pt x="16216" y="19649"/>
                </a:cubicBezTo>
                <a:cubicBezTo>
                  <a:pt x="18120" y="19649"/>
                  <a:pt x="20229" y="19606"/>
                  <a:pt x="22227" y="19606"/>
                </a:cubicBezTo>
                <a:cubicBezTo>
                  <a:pt x="23557" y="19606"/>
                  <a:pt x="24837" y="19625"/>
                  <a:pt x="25975" y="19689"/>
                </a:cubicBezTo>
                <a:cubicBezTo>
                  <a:pt x="25084" y="17543"/>
                  <a:pt x="24514" y="14576"/>
                  <a:pt x="24103" y="12202"/>
                </a:cubicBezTo>
                <a:cubicBezTo>
                  <a:pt x="23943" y="10947"/>
                  <a:pt x="23464" y="7295"/>
                  <a:pt x="22596" y="6336"/>
                </a:cubicBezTo>
                <a:cubicBezTo>
                  <a:pt x="22205" y="5940"/>
                  <a:pt x="21880" y="5777"/>
                  <a:pt x="21600" y="5777"/>
                </a:cubicBezTo>
                <a:cubicBezTo>
                  <a:pt x="20542" y="5777"/>
                  <a:pt x="20140" y="8103"/>
                  <a:pt x="19310" y="8915"/>
                </a:cubicBezTo>
                <a:cubicBezTo>
                  <a:pt x="18283" y="6176"/>
                  <a:pt x="17780" y="4601"/>
                  <a:pt x="16434" y="2707"/>
                </a:cubicBezTo>
                <a:cubicBezTo>
                  <a:pt x="15815" y="1739"/>
                  <a:pt x="15368" y="1351"/>
                  <a:pt x="15042" y="1351"/>
                </a:cubicBezTo>
                <a:cubicBezTo>
                  <a:pt x="13961" y="1351"/>
                  <a:pt x="14214" y="5620"/>
                  <a:pt x="13969" y="7181"/>
                </a:cubicBezTo>
                <a:cubicBezTo>
                  <a:pt x="12188" y="4487"/>
                  <a:pt x="10339" y="493"/>
                  <a:pt x="7783" y="59"/>
                </a:cubicBezTo>
                <a:cubicBezTo>
                  <a:pt x="7600" y="19"/>
                  <a:pt x="7439" y="1"/>
                  <a:pt x="7300" y="1"/>
                </a:cubicBezTo>
                <a:close/>
              </a:path>
            </a:pathLst>
          </a:custGeom>
          <a:solidFill>
            <a:srgbClr val="CFD690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3" name="Google Shape;1273;p30">
            <a:extLst>
              <a:ext uri="{FF2B5EF4-FFF2-40B4-BE49-F238E27FC236}">
                <a16:creationId xmlns:a16="http://schemas.microsoft.com/office/drawing/2014/main" id="{E8BCD0CF-017D-4775-AAF4-1D954C13B7E1}"/>
              </a:ext>
            </a:extLst>
          </p:cNvPr>
          <p:cNvSpPr>
            <a:spLocks noGrp="1"/>
          </p:cNvSpPr>
          <p:nvPr/>
        </p:nvSpPr>
        <p:spPr>
          <a:xfrm>
            <a:off x="141564" y="3906575"/>
            <a:ext cx="2131138" cy="1046366"/>
          </a:xfrm>
          <a:custGeom>
            <a:avLst/>
            <a:gdLst/>
            <a:ahLst/>
            <a:cxnLst/>
            <a:rect l="l" t="t" r="r" b="b"/>
            <a:pathLst>
              <a:path w="23455" h="15815">
                <a:moveTo>
                  <a:pt x="494" y="0"/>
                </a:moveTo>
                <a:cubicBezTo>
                  <a:pt x="193" y="0"/>
                  <a:pt x="0" y="452"/>
                  <a:pt x="328" y="645"/>
                </a:cubicBezTo>
                <a:cubicBezTo>
                  <a:pt x="8179" y="5141"/>
                  <a:pt x="15141" y="10962"/>
                  <a:pt x="22788" y="15755"/>
                </a:cubicBezTo>
                <a:cubicBezTo>
                  <a:pt x="22851" y="15796"/>
                  <a:pt x="22914" y="15814"/>
                  <a:pt x="22972" y="15814"/>
                </a:cubicBezTo>
                <a:cubicBezTo>
                  <a:pt x="23268" y="15814"/>
                  <a:pt x="23454" y="15352"/>
                  <a:pt x="23130" y="15162"/>
                </a:cubicBezTo>
                <a:cubicBezTo>
                  <a:pt x="15484" y="10368"/>
                  <a:pt x="8522" y="4525"/>
                  <a:pt x="670" y="51"/>
                </a:cubicBezTo>
                <a:cubicBezTo>
                  <a:pt x="609" y="16"/>
                  <a:pt x="550" y="0"/>
                  <a:pt x="494" y="0"/>
                </a:cubicBezTo>
                <a:close/>
              </a:path>
            </a:pathLst>
          </a:custGeom>
          <a:solidFill>
            <a:srgbClr val="0E514A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4" name="Google Shape;1274;p30">
            <a:extLst>
              <a:ext uri="{FF2B5EF4-FFF2-40B4-BE49-F238E27FC236}">
                <a16:creationId xmlns:a16="http://schemas.microsoft.com/office/drawing/2014/main" id="{13EBCBA0-3AF4-488A-9AE7-AAF6555F7504}"/>
              </a:ext>
            </a:extLst>
          </p:cNvPr>
          <p:cNvSpPr>
            <a:spLocks noGrp="1"/>
          </p:cNvSpPr>
          <p:nvPr/>
        </p:nvSpPr>
        <p:spPr>
          <a:xfrm>
            <a:off x="1102526" y="4369065"/>
            <a:ext cx="45703" cy="28715"/>
          </a:xfrm>
          <a:custGeom>
            <a:avLst/>
            <a:gdLst/>
            <a:ahLst/>
            <a:cxnLst/>
            <a:rect l="l" t="t" r="r" b="b"/>
            <a:pathLst>
              <a:path w="503" h="434">
                <a:moveTo>
                  <a:pt x="502" y="0"/>
                </a:moveTo>
                <a:cubicBezTo>
                  <a:pt x="342" y="0"/>
                  <a:pt x="160" y="23"/>
                  <a:pt x="0" y="23"/>
                </a:cubicBezTo>
                <a:cubicBezTo>
                  <a:pt x="46" y="160"/>
                  <a:pt x="114" y="297"/>
                  <a:pt x="183" y="434"/>
                </a:cubicBezTo>
                <a:cubicBezTo>
                  <a:pt x="274" y="297"/>
                  <a:pt x="388" y="160"/>
                  <a:pt x="502" y="0"/>
                </a:cubicBezTo>
                <a:close/>
              </a:path>
            </a:pathLst>
          </a:custGeom>
          <a:solidFill>
            <a:srgbClr val="0E514A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5" name="Google Shape;1275;p30">
            <a:extLst>
              <a:ext uri="{FF2B5EF4-FFF2-40B4-BE49-F238E27FC236}">
                <a16:creationId xmlns:a16="http://schemas.microsoft.com/office/drawing/2014/main" id="{4E9EFBAF-63A8-4F45-96D7-C5AD0A885B43}"/>
              </a:ext>
            </a:extLst>
          </p:cNvPr>
          <p:cNvSpPr>
            <a:spLocks noGrp="1"/>
          </p:cNvSpPr>
          <p:nvPr/>
        </p:nvSpPr>
        <p:spPr>
          <a:xfrm>
            <a:off x="392161" y="3821091"/>
            <a:ext cx="795393" cy="654615"/>
          </a:xfrm>
          <a:custGeom>
            <a:avLst/>
            <a:gdLst/>
            <a:ahLst/>
            <a:cxnLst/>
            <a:rect l="l" t="t" r="r" b="b"/>
            <a:pathLst>
              <a:path w="8754" h="9894">
                <a:moveTo>
                  <a:pt x="3300" y="1"/>
                </a:moveTo>
                <a:cubicBezTo>
                  <a:pt x="3062" y="1"/>
                  <a:pt x="2819" y="250"/>
                  <a:pt x="2979" y="522"/>
                </a:cubicBezTo>
                <a:cubicBezTo>
                  <a:pt x="4554" y="3055"/>
                  <a:pt x="6586" y="5543"/>
                  <a:pt x="7818" y="8305"/>
                </a:cubicBezTo>
                <a:cubicBezTo>
                  <a:pt x="7978" y="8305"/>
                  <a:pt x="8160" y="8282"/>
                  <a:pt x="8320" y="8282"/>
                </a:cubicBezTo>
                <a:cubicBezTo>
                  <a:pt x="8206" y="8442"/>
                  <a:pt x="8092" y="8579"/>
                  <a:pt x="8001" y="8716"/>
                </a:cubicBezTo>
                <a:cubicBezTo>
                  <a:pt x="7932" y="8579"/>
                  <a:pt x="7864" y="8442"/>
                  <a:pt x="7818" y="8305"/>
                </a:cubicBezTo>
                <a:cubicBezTo>
                  <a:pt x="5307" y="8374"/>
                  <a:pt x="2819" y="8556"/>
                  <a:pt x="400" y="9218"/>
                </a:cubicBezTo>
                <a:cubicBezTo>
                  <a:pt x="0" y="9323"/>
                  <a:pt x="124" y="9893"/>
                  <a:pt x="485" y="9893"/>
                </a:cubicBezTo>
                <a:cubicBezTo>
                  <a:pt x="516" y="9893"/>
                  <a:pt x="548" y="9889"/>
                  <a:pt x="582" y="9880"/>
                </a:cubicBezTo>
                <a:cubicBezTo>
                  <a:pt x="3116" y="9195"/>
                  <a:pt x="5718" y="9035"/>
                  <a:pt x="8320" y="8990"/>
                </a:cubicBezTo>
                <a:cubicBezTo>
                  <a:pt x="8526" y="8967"/>
                  <a:pt x="8754" y="8762"/>
                  <a:pt x="8663" y="8533"/>
                </a:cubicBezTo>
                <a:cubicBezTo>
                  <a:pt x="7453" y="5543"/>
                  <a:pt x="5284" y="2895"/>
                  <a:pt x="3573" y="156"/>
                </a:cubicBezTo>
                <a:cubicBezTo>
                  <a:pt x="3504" y="47"/>
                  <a:pt x="3403" y="1"/>
                  <a:pt x="3300" y="1"/>
                </a:cubicBezTo>
                <a:close/>
              </a:path>
            </a:pathLst>
          </a:custGeom>
          <a:solidFill>
            <a:srgbClr val="0E514A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6" name="Google Shape;1276;p30">
            <a:extLst>
              <a:ext uri="{FF2B5EF4-FFF2-40B4-BE49-F238E27FC236}">
                <a16:creationId xmlns:a16="http://schemas.microsoft.com/office/drawing/2014/main" id="{D72564AA-2F5C-4148-AA53-F10A5697B335}"/>
              </a:ext>
            </a:extLst>
          </p:cNvPr>
          <p:cNvSpPr>
            <a:spLocks noGrp="1"/>
          </p:cNvSpPr>
          <p:nvPr/>
        </p:nvSpPr>
        <p:spPr>
          <a:xfrm>
            <a:off x="920439" y="3999272"/>
            <a:ext cx="596955" cy="618093"/>
          </a:xfrm>
          <a:custGeom>
            <a:avLst/>
            <a:gdLst/>
            <a:ahLst/>
            <a:cxnLst/>
            <a:rect l="l" t="t" r="r" b="b"/>
            <a:pathLst>
              <a:path w="6570" h="9342">
                <a:moveTo>
                  <a:pt x="4338" y="0"/>
                </a:moveTo>
                <a:cubicBezTo>
                  <a:pt x="4133" y="0"/>
                  <a:pt x="3921" y="170"/>
                  <a:pt x="3990" y="431"/>
                </a:cubicBezTo>
                <a:cubicBezTo>
                  <a:pt x="4469" y="2462"/>
                  <a:pt x="5177" y="4471"/>
                  <a:pt x="5633" y="6525"/>
                </a:cubicBezTo>
                <a:cubicBezTo>
                  <a:pt x="5747" y="7027"/>
                  <a:pt x="5816" y="7552"/>
                  <a:pt x="5862" y="8077"/>
                </a:cubicBezTo>
                <a:cubicBezTo>
                  <a:pt x="5862" y="8260"/>
                  <a:pt x="3807" y="8305"/>
                  <a:pt x="3602" y="8328"/>
                </a:cubicBezTo>
                <a:cubicBezTo>
                  <a:pt x="2529" y="8374"/>
                  <a:pt x="1479" y="8442"/>
                  <a:pt x="406" y="8671"/>
                </a:cubicBezTo>
                <a:cubicBezTo>
                  <a:pt x="1" y="8756"/>
                  <a:pt x="134" y="9341"/>
                  <a:pt x="509" y="9341"/>
                </a:cubicBezTo>
                <a:cubicBezTo>
                  <a:pt x="534" y="9341"/>
                  <a:pt x="561" y="9338"/>
                  <a:pt x="589" y="9333"/>
                </a:cubicBezTo>
                <a:cubicBezTo>
                  <a:pt x="2483" y="8945"/>
                  <a:pt x="4401" y="9059"/>
                  <a:pt x="6295" y="8785"/>
                </a:cubicBezTo>
                <a:cubicBezTo>
                  <a:pt x="6455" y="8762"/>
                  <a:pt x="6569" y="8579"/>
                  <a:pt x="6546" y="8442"/>
                </a:cubicBezTo>
                <a:cubicBezTo>
                  <a:pt x="6478" y="5635"/>
                  <a:pt x="5314" y="2941"/>
                  <a:pt x="4652" y="248"/>
                </a:cubicBezTo>
                <a:cubicBezTo>
                  <a:pt x="4606" y="75"/>
                  <a:pt x="4474" y="0"/>
                  <a:pt x="4338" y="0"/>
                </a:cubicBezTo>
                <a:close/>
              </a:path>
            </a:pathLst>
          </a:custGeom>
          <a:solidFill>
            <a:srgbClr val="0E514A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7" name="Google Shape;1277;p30">
            <a:extLst>
              <a:ext uri="{FF2B5EF4-FFF2-40B4-BE49-F238E27FC236}">
                <a16:creationId xmlns:a16="http://schemas.microsoft.com/office/drawing/2014/main" id="{626B2E4E-A590-4A7B-B5FB-6402F2CAC8D0}"/>
              </a:ext>
            </a:extLst>
          </p:cNvPr>
          <p:cNvSpPr>
            <a:spLocks noGrp="1"/>
          </p:cNvSpPr>
          <p:nvPr/>
        </p:nvSpPr>
        <p:spPr>
          <a:xfrm>
            <a:off x="1840786" y="4769227"/>
            <a:ext cx="37435" cy="28780"/>
          </a:xfrm>
          <a:custGeom>
            <a:avLst/>
            <a:gdLst/>
            <a:ahLst/>
            <a:cxnLst/>
            <a:rect l="l" t="t" r="r" b="b"/>
            <a:pathLst>
              <a:path w="412" h="435">
                <a:moveTo>
                  <a:pt x="1" y="1"/>
                </a:moveTo>
                <a:cubicBezTo>
                  <a:pt x="24" y="161"/>
                  <a:pt x="47" y="298"/>
                  <a:pt x="69" y="435"/>
                </a:cubicBezTo>
                <a:cubicBezTo>
                  <a:pt x="184" y="275"/>
                  <a:pt x="298" y="138"/>
                  <a:pt x="412" y="1"/>
                </a:cubicBezTo>
                <a:close/>
              </a:path>
            </a:pathLst>
          </a:custGeom>
          <a:solidFill>
            <a:srgbClr val="0E514A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8" name="Google Shape;1278;p30">
            <a:extLst>
              <a:ext uri="{FF2B5EF4-FFF2-40B4-BE49-F238E27FC236}">
                <a16:creationId xmlns:a16="http://schemas.microsoft.com/office/drawing/2014/main" id="{71441856-CF78-4B8A-BB56-AEF8BCE7438A}"/>
              </a:ext>
            </a:extLst>
          </p:cNvPr>
          <p:cNvSpPr>
            <a:spLocks noGrp="1"/>
          </p:cNvSpPr>
          <p:nvPr/>
        </p:nvSpPr>
        <p:spPr>
          <a:xfrm>
            <a:off x="1226918" y="4236340"/>
            <a:ext cx="684454" cy="587327"/>
          </a:xfrm>
          <a:custGeom>
            <a:avLst/>
            <a:gdLst/>
            <a:ahLst/>
            <a:cxnLst/>
            <a:rect l="l" t="t" r="r" b="b"/>
            <a:pathLst>
              <a:path w="7533" h="8877">
                <a:moveTo>
                  <a:pt x="6120" y="1"/>
                </a:moveTo>
                <a:cubicBezTo>
                  <a:pt x="5920" y="1"/>
                  <a:pt x="5689" y="171"/>
                  <a:pt x="5730" y="431"/>
                </a:cubicBezTo>
                <a:cubicBezTo>
                  <a:pt x="6072" y="2988"/>
                  <a:pt x="6323" y="5544"/>
                  <a:pt x="6757" y="8055"/>
                </a:cubicBezTo>
                <a:lnTo>
                  <a:pt x="7168" y="8055"/>
                </a:lnTo>
                <a:cubicBezTo>
                  <a:pt x="7054" y="8192"/>
                  <a:pt x="6940" y="8329"/>
                  <a:pt x="6825" y="8489"/>
                </a:cubicBezTo>
                <a:cubicBezTo>
                  <a:pt x="6803" y="8352"/>
                  <a:pt x="6780" y="8215"/>
                  <a:pt x="6757" y="8055"/>
                </a:cubicBezTo>
                <a:cubicBezTo>
                  <a:pt x="4657" y="8169"/>
                  <a:pt x="2557" y="8192"/>
                  <a:pt x="457" y="8192"/>
                </a:cubicBezTo>
                <a:cubicBezTo>
                  <a:pt x="1" y="8192"/>
                  <a:pt x="1" y="8877"/>
                  <a:pt x="457" y="8877"/>
                </a:cubicBezTo>
                <a:cubicBezTo>
                  <a:pt x="2694" y="8877"/>
                  <a:pt x="4931" y="8854"/>
                  <a:pt x="7168" y="8740"/>
                </a:cubicBezTo>
                <a:cubicBezTo>
                  <a:pt x="7396" y="8740"/>
                  <a:pt x="7533" y="8534"/>
                  <a:pt x="7487" y="8306"/>
                </a:cubicBezTo>
                <a:cubicBezTo>
                  <a:pt x="7008" y="5635"/>
                  <a:pt x="6757" y="2942"/>
                  <a:pt x="6392" y="249"/>
                </a:cubicBezTo>
                <a:cubicBezTo>
                  <a:pt x="6373" y="76"/>
                  <a:pt x="6254" y="1"/>
                  <a:pt x="6120" y="1"/>
                </a:cubicBezTo>
                <a:close/>
              </a:path>
            </a:pathLst>
          </a:custGeom>
          <a:solidFill>
            <a:srgbClr val="0E514A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0" name="Google Shape;1280;p30">
            <a:extLst>
              <a:ext uri="{FF2B5EF4-FFF2-40B4-BE49-F238E27FC236}">
                <a16:creationId xmlns:a16="http://schemas.microsoft.com/office/drawing/2014/main" id="{69FF36F3-1128-4E42-BF5C-0C1A69BD5690}"/>
              </a:ext>
            </a:extLst>
          </p:cNvPr>
          <p:cNvSpPr>
            <a:spLocks noGrp="1"/>
          </p:cNvSpPr>
          <p:nvPr/>
        </p:nvSpPr>
        <p:spPr>
          <a:xfrm>
            <a:off x="-106693" y="2356688"/>
            <a:ext cx="557885" cy="457240"/>
          </a:xfrm>
          <a:custGeom>
            <a:avLst/>
            <a:gdLst/>
            <a:ahLst/>
            <a:cxnLst/>
            <a:rect l="l" t="t" r="r" b="b"/>
            <a:pathLst>
              <a:path w="7922" h="8945">
                <a:moveTo>
                  <a:pt x="4485" y="1"/>
                </a:moveTo>
                <a:cubicBezTo>
                  <a:pt x="4111" y="1"/>
                  <a:pt x="3697" y="127"/>
                  <a:pt x="3242" y="408"/>
                </a:cubicBezTo>
                <a:cubicBezTo>
                  <a:pt x="1" y="2439"/>
                  <a:pt x="5547" y="7644"/>
                  <a:pt x="7396" y="8945"/>
                </a:cubicBezTo>
                <a:lnTo>
                  <a:pt x="7579" y="8945"/>
                </a:lnTo>
                <a:cubicBezTo>
                  <a:pt x="7921" y="7131"/>
                  <a:pt x="7303" y="1"/>
                  <a:pt x="4485" y="1"/>
                </a:cubicBezTo>
                <a:close/>
              </a:path>
            </a:pathLst>
          </a:custGeom>
          <a:solidFill>
            <a:srgbClr val="EDF4C3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1" name="Google Shape;1281;p30">
            <a:extLst>
              <a:ext uri="{FF2B5EF4-FFF2-40B4-BE49-F238E27FC236}">
                <a16:creationId xmlns:a16="http://schemas.microsoft.com/office/drawing/2014/main" id="{3D144D50-C64E-488D-B420-DC1670173E71}"/>
              </a:ext>
            </a:extLst>
          </p:cNvPr>
          <p:cNvSpPr>
            <a:spLocks noGrp="1"/>
          </p:cNvSpPr>
          <p:nvPr/>
        </p:nvSpPr>
        <p:spPr>
          <a:xfrm>
            <a:off x="558814" y="2832546"/>
            <a:ext cx="6478" cy="9404"/>
          </a:xfrm>
          <a:custGeom>
            <a:avLst/>
            <a:gdLst/>
            <a:ahLst/>
            <a:cxnLst/>
            <a:rect l="l" t="t" r="r" b="b"/>
            <a:pathLst>
              <a:path w="92" h="184">
                <a:moveTo>
                  <a:pt x="92" y="1"/>
                </a:moveTo>
                <a:cubicBezTo>
                  <a:pt x="69" y="69"/>
                  <a:pt x="23" y="115"/>
                  <a:pt x="0" y="183"/>
                </a:cubicBezTo>
                <a:lnTo>
                  <a:pt x="92" y="92"/>
                </a:lnTo>
                <a:lnTo>
                  <a:pt x="92" y="1"/>
                </a:lnTo>
                <a:close/>
              </a:path>
            </a:pathLst>
          </a:custGeom>
          <a:solidFill>
            <a:srgbClr val="EDF4C3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2" name="Google Shape;1282;p30">
            <a:extLst>
              <a:ext uri="{FF2B5EF4-FFF2-40B4-BE49-F238E27FC236}">
                <a16:creationId xmlns:a16="http://schemas.microsoft.com/office/drawing/2014/main" id="{66259F39-C5A1-48EA-862A-E38D3042DF10}"/>
              </a:ext>
            </a:extLst>
          </p:cNvPr>
          <p:cNvSpPr>
            <a:spLocks noGrp="1"/>
          </p:cNvSpPr>
          <p:nvPr/>
        </p:nvSpPr>
        <p:spPr>
          <a:xfrm>
            <a:off x="434234" y="2386695"/>
            <a:ext cx="410774" cy="445893"/>
          </a:xfrm>
          <a:custGeom>
            <a:avLst/>
            <a:gdLst/>
            <a:ahLst/>
            <a:cxnLst/>
            <a:rect l="l" t="t" r="r" b="b"/>
            <a:pathLst>
              <a:path w="5833" h="8723">
                <a:moveTo>
                  <a:pt x="3017" y="0"/>
                </a:moveTo>
                <a:cubicBezTo>
                  <a:pt x="0" y="0"/>
                  <a:pt x="2154" y="6785"/>
                  <a:pt x="1861" y="8723"/>
                </a:cubicBezTo>
                <a:cubicBezTo>
                  <a:pt x="2523" y="7582"/>
                  <a:pt x="3550" y="6532"/>
                  <a:pt x="4257" y="5299"/>
                </a:cubicBezTo>
                <a:cubicBezTo>
                  <a:pt x="4919" y="3998"/>
                  <a:pt x="5832" y="186"/>
                  <a:pt x="3139" y="4"/>
                </a:cubicBezTo>
                <a:cubicBezTo>
                  <a:pt x="3098" y="1"/>
                  <a:pt x="3057" y="0"/>
                  <a:pt x="3017" y="0"/>
                </a:cubicBezTo>
                <a:close/>
              </a:path>
            </a:pathLst>
          </a:custGeom>
          <a:solidFill>
            <a:srgbClr val="EDF4C3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3" name="Google Shape;1283;p30">
            <a:extLst>
              <a:ext uri="{FF2B5EF4-FFF2-40B4-BE49-F238E27FC236}">
                <a16:creationId xmlns:a16="http://schemas.microsoft.com/office/drawing/2014/main" id="{6F38EC5B-C280-4909-B888-25395E7A2AFF}"/>
              </a:ext>
            </a:extLst>
          </p:cNvPr>
          <p:cNvSpPr>
            <a:spLocks noGrp="1"/>
          </p:cNvSpPr>
          <p:nvPr/>
        </p:nvSpPr>
        <p:spPr>
          <a:xfrm>
            <a:off x="-154862" y="3031345"/>
            <a:ext cx="454928" cy="272658"/>
          </a:xfrm>
          <a:custGeom>
            <a:avLst/>
            <a:gdLst/>
            <a:ahLst/>
            <a:cxnLst/>
            <a:rect l="l" t="t" r="r" b="b"/>
            <a:pathLst>
              <a:path w="6460" h="5334">
                <a:moveTo>
                  <a:pt x="1499" y="1"/>
                </a:moveTo>
                <a:cubicBezTo>
                  <a:pt x="785" y="1"/>
                  <a:pt x="229" y="406"/>
                  <a:pt x="137" y="1521"/>
                </a:cubicBezTo>
                <a:cubicBezTo>
                  <a:pt x="0" y="3918"/>
                  <a:pt x="4702" y="4945"/>
                  <a:pt x="6460" y="5333"/>
                </a:cubicBezTo>
                <a:lnTo>
                  <a:pt x="6460" y="5242"/>
                </a:lnTo>
                <a:cubicBezTo>
                  <a:pt x="6300" y="4329"/>
                  <a:pt x="5684" y="2914"/>
                  <a:pt x="5044" y="2069"/>
                </a:cubicBezTo>
                <a:cubicBezTo>
                  <a:pt x="4464" y="1228"/>
                  <a:pt x="2743" y="1"/>
                  <a:pt x="1499" y="1"/>
                </a:cubicBezTo>
                <a:close/>
              </a:path>
            </a:pathLst>
          </a:custGeom>
          <a:solidFill>
            <a:srgbClr val="EDF4C3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4" name="Google Shape;1284;p30">
            <a:extLst>
              <a:ext uri="{FF2B5EF4-FFF2-40B4-BE49-F238E27FC236}">
                <a16:creationId xmlns:a16="http://schemas.microsoft.com/office/drawing/2014/main" id="{939B5A6F-2A2E-4A6F-8342-8E58EC9861B0}"/>
              </a:ext>
            </a:extLst>
          </p:cNvPr>
          <p:cNvSpPr>
            <a:spLocks noGrp="1"/>
          </p:cNvSpPr>
          <p:nvPr/>
        </p:nvSpPr>
        <p:spPr>
          <a:xfrm>
            <a:off x="578110" y="3287649"/>
            <a:ext cx="456547" cy="288196"/>
          </a:xfrm>
          <a:custGeom>
            <a:avLst/>
            <a:gdLst/>
            <a:ahLst/>
            <a:cxnLst/>
            <a:rect l="l" t="t" r="r" b="b"/>
            <a:pathLst>
              <a:path w="6483" h="5638">
                <a:moveTo>
                  <a:pt x="3902" y="1"/>
                </a:moveTo>
                <a:cubicBezTo>
                  <a:pt x="2291" y="1"/>
                  <a:pt x="483" y="4536"/>
                  <a:pt x="183" y="5455"/>
                </a:cubicBezTo>
                <a:lnTo>
                  <a:pt x="0" y="5637"/>
                </a:lnTo>
                <a:cubicBezTo>
                  <a:pt x="1667" y="5637"/>
                  <a:pt x="6483" y="3241"/>
                  <a:pt x="4908" y="730"/>
                </a:cubicBezTo>
                <a:cubicBezTo>
                  <a:pt x="4594" y="216"/>
                  <a:pt x="4252" y="1"/>
                  <a:pt x="3902" y="1"/>
                </a:cubicBezTo>
                <a:close/>
              </a:path>
            </a:pathLst>
          </a:custGeom>
          <a:solidFill>
            <a:srgbClr val="EDF4C3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5" name="Google Shape;1285;p30">
            <a:extLst>
              <a:ext uri="{FF2B5EF4-FFF2-40B4-BE49-F238E27FC236}">
                <a16:creationId xmlns:a16="http://schemas.microsoft.com/office/drawing/2014/main" id="{F2C46716-B77F-499B-98A8-8176B51833F2}"/>
              </a:ext>
            </a:extLst>
          </p:cNvPr>
          <p:cNvSpPr>
            <a:spLocks noGrp="1"/>
          </p:cNvSpPr>
          <p:nvPr/>
        </p:nvSpPr>
        <p:spPr>
          <a:xfrm>
            <a:off x="180708" y="2492509"/>
            <a:ext cx="731124" cy="1617185"/>
          </a:xfrm>
          <a:custGeom>
            <a:avLst/>
            <a:gdLst/>
            <a:ahLst/>
            <a:cxnLst/>
            <a:rect l="l" t="t" r="r" b="b"/>
            <a:pathLst>
              <a:path w="10382" h="31637">
                <a:moveTo>
                  <a:pt x="487" y="0"/>
                </a:moveTo>
                <a:cubicBezTo>
                  <a:pt x="251" y="0"/>
                  <a:pt x="0" y="252"/>
                  <a:pt x="142" y="536"/>
                </a:cubicBezTo>
                <a:cubicBezTo>
                  <a:pt x="827" y="1860"/>
                  <a:pt x="1329" y="3320"/>
                  <a:pt x="1969" y="4690"/>
                </a:cubicBezTo>
                <a:cubicBezTo>
                  <a:pt x="2699" y="6196"/>
                  <a:pt x="3429" y="7703"/>
                  <a:pt x="4046" y="9255"/>
                </a:cubicBezTo>
                <a:cubicBezTo>
                  <a:pt x="5301" y="12542"/>
                  <a:pt x="5210" y="15806"/>
                  <a:pt x="3909" y="19070"/>
                </a:cubicBezTo>
                <a:cubicBezTo>
                  <a:pt x="2973" y="21466"/>
                  <a:pt x="2539" y="23749"/>
                  <a:pt x="3703" y="26146"/>
                </a:cubicBezTo>
                <a:cubicBezTo>
                  <a:pt x="4844" y="28474"/>
                  <a:pt x="7241" y="30962"/>
                  <a:pt x="9798" y="31624"/>
                </a:cubicBezTo>
                <a:cubicBezTo>
                  <a:pt x="9832" y="31633"/>
                  <a:pt x="9864" y="31637"/>
                  <a:pt x="9895" y="31637"/>
                </a:cubicBezTo>
                <a:cubicBezTo>
                  <a:pt x="10256" y="31637"/>
                  <a:pt x="10381" y="31067"/>
                  <a:pt x="10003" y="30962"/>
                </a:cubicBezTo>
                <a:cubicBezTo>
                  <a:pt x="7173" y="30208"/>
                  <a:pt x="4411" y="27013"/>
                  <a:pt x="3726" y="24228"/>
                </a:cubicBezTo>
                <a:cubicBezTo>
                  <a:pt x="3041" y="21329"/>
                  <a:pt x="5187" y="18385"/>
                  <a:pt x="5598" y="15577"/>
                </a:cubicBezTo>
                <a:cubicBezTo>
                  <a:pt x="5940" y="13067"/>
                  <a:pt x="5347" y="10624"/>
                  <a:pt x="4411" y="8319"/>
                </a:cubicBezTo>
                <a:cubicBezTo>
                  <a:pt x="3931" y="7109"/>
                  <a:pt x="3338" y="5922"/>
                  <a:pt x="2767" y="4736"/>
                </a:cubicBezTo>
                <a:cubicBezTo>
                  <a:pt x="2037" y="3252"/>
                  <a:pt x="1489" y="1654"/>
                  <a:pt x="759" y="170"/>
                </a:cubicBezTo>
                <a:cubicBezTo>
                  <a:pt x="695" y="51"/>
                  <a:pt x="593" y="0"/>
                  <a:pt x="487" y="0"/>
                </a:cubicBezTo>
                <a:close/>
              </a:path>
            </a:pathLst>
          </a:custGeom>
          <a:solidFill>
            <a:srgbClr val="0E514A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6" name="Google Shape;1286;p30">
            <a:extLst>
              <a:ext uri="{FF2B5EF4-FFF2-40B4-BE49-F238E27FC236}">
                <a16:creationId xmlns:a16="http://schemas.microsoft.com/office/drawing/2014/main" id="{F9B58D3E-80AC-484F-A693-C5F72B5CCFCC}"/>
              </a:ext>
            </a:extLst>
          </p:cNvPr>
          <p:cNvSpPr>
            <a:spLocks noGrp="1"/>
          </p:cNvSpPr>
          <p:nvPr/>
        </p:nvSpPr>
        <p:spPr>
          <a:xfrm>
            <a:off x="482545" y="2559167"/>
            <a:ext cx="174084" cy="424116"/>
          </a:xfrm>
          <a:custGeom>
            <a:avLst/>
            <a:gdLst/>
            <a:ahLst/>
            <a:cxnLst/>
            <a:rect l="l" t="t" r="r" b="b"/>
            <a:pathLst>
              <a:path w="2472" h="8297">
                <a:moveTo>
                  <a:pt x="2037" y="1"/>
                </a:moveTo>
                <a:cubicBezTo>
                  <a:pt x="1905" y="1"/>
                  <a:pt x="1786" y="78"/>
                  <a:pt x="1768" y="259"/>
                </a:cubicBezTo>
                <a:cubicBezTo>
                  <a:pt x="1403" y="2815"/>
                  <a:pt x="1243" y="5394"/>
                  <a:pt x="125" y="7768"/>
                </a:cubicBezTo>
                <a:cubicBezTo>
                  <a:pt x="0" y="8048"/>
                  <a:pt x="236" y="8296"/>
                  <a:pt x="457" y="8296"/>
                </a:cubicBezTo>
                <a:cubicBezTo>
                  <a:pt x="560" y="8296"/>
                  <a:pt x="660" y="8242"/>
                  <a:pt x="718" y="8111"/>
                </a:cubicBezTo>
                <a:cubicBezTo>
                  <a:pt x="1860" y="5668"/>
                  <a:pt x="2065" y="3066"/>
                  <a:pt x="2430" y="441"/>
                </a:cubicBezTo>
                <a:cubicBezTo>
                  <a:pt x="2472" y="180"/>
                  <a:pt x="2238" y="1"/>
                  <a:pt x="2037" y="1"/>
                </a:cubicBezTo>
                <a:close/>
              </a:path>
            </a:pathLst>
          </a:custGeom>
          <a:solidFill>
            <a:srgbClr val="0E514A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7" name="Google Shape;1287;p30">
            <a:extLst>
              <a:ext uri="{FF2B5EF4-FFF2-40B4-BE49-F238E27FC236}">
                <a16:creationId xmlns:a16="http://schemas.microsoft.com/office/drawing/2014/main" id="{41126E94-6265-456F-A0BE-6903A01FFA6C}"/>
              </a:ext>
            </a:extLst>
          </p:cNvPr>
          <p:cNvSpPr>
            <a:spLocks noGrp="1"/>
          </p:cNvSpPr>
          <p:nvPr/>
        </p:nvSpPr>
        <p:spPr>
          <a:xfrm>
            <a:off x="-24296" y="3113030"/>
            <a:ext cx="579999" cy="257731"/>
          </a:xfrm>
          <a:custGeom>
            <a:avLst/>
            <a:gdLst/>
            <a:ahLst/>
            <a:cxnLst/>
            <a:rect l="l" t="t" r="r" b="b"/>
            <a:pathLst>
              <a:path w="8236" h="5042">
                <a:moveTo>
                  <a:pt x="498" y="1"/>
                </a:moveTo>
                <a:cubicBezTo>
                  <a:pt x="240" y="1"/>
                  <a:pt x="1" y="340"/>
                  <a:pt x="246" y="585"/>
                </a:cubicBezTo>
                <a:cubicBezTo>
                  <a:pt x="2277" y="2731"/>
                  <a:pt x="4651" y="4511"/>
                  <a:pt x="7619" y="5036"/>
                </a:cubicBezTo>
                <a:cubicBezTo>
                  <a:pt x="7640" y="5040"/>
                  <a:pt x="7661" y="5041"/>
                  <a:pt x="7681" y="5041"/>
                </a:cubicBezTo>
                <a:cubicBezTo>
                  <a:pt x="8071" y="5041"/>
                  <a:pt x="8235" y="4439"/>
                  <a:pt x="7801" y="4374"/>
                </a:cubicBezTo>
                <a:cubicBezTo>
                  <a:pt x="4925" y="3872"/>
                  <a:pt x="2711" y="2183"/>
                  <a:pt x="725" y="106"/>
                </a:cubicBezTo>
                <a:cubicBezTo>
                  <a:pt x="656" y="32"/>
                  <a:pt x="576" y="1"/>
                  <a:pt x="498" y="1"/>
                </a:cubicBezTo>
                <a:close/>
              </a:path>
            </a:pathLst>
          </a:custGeom>
          <a:solidFill>
            <a:srgbClr val="0E514A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8" name="Google Shape;1288;p30">
            <a:extLst>
              <a:ext uri="{FF2B5EF4-FFF2-40B4-BE49-F238E27FC236}">
                <a16:creationId xmlns:a16="http://schemas.microsoft.com/office/drawing/2014/main" id="{CB39ED61-C733-483B-9A4A-39E0D6D8A945}"/>
              </a:ext>
            </a:extLst>
          </p:cNvPr>
          <p:cNvSpPr>
            <a:spLocks noGrp="1"/>
          </p:cNvSpPr>
          <p:nvPr/>
        </p:nvSpPr>
        <p:spPr>
          <a:xfrm>
            <a:off x="391557" y="3350065"/>
            <a:ext cx="480068" cy="268363"/>
          </a:xfrm>
          <a:custGeom>
            <a:avLst/>
            <a:gdLst/>
            <a:ahLst/>
            <a:cxnLst/>
            <a:rect l="l" t="t" r="r" b="b"/>
            <a:pathLst>
              <a:path w="6817" h="5250">
                <a:moveTo>
                  <a:pt x="6338" y="0"/>
                </a:moveTo>
                <a:cubicBezTo>
                  <a:pt x="6230" y="0"/>
                  <a:pt x="6121" y="50"/>
                  <a:pt x="6050" y="171"/>
                </a:cubicBezTo>
                <a:cubicBezTo>
                  <a:pt x="5031" y="1797"/>
                  <a:pt x="3167" y="4577"/>
                  <a:pt x="948" y="4577"/>
                </a:cubicBezTo>
                <a:cubicBezTo>
                  <a:pt x="832" y="4577"/>
                  <a:pt x="714" y="4569"/>
                  <a:pt x="595" y="4553"/>
                </a:cubicBezTo>
                <a:cubicBezTo>
                  <a:pt x="574" y="4550"/>
                  <a:pt x="553" y="4548"/>
                  <a:pt x="533" y="4548"/>
                </a:cubicBezTo>
                <a:cubicBezTo>
                  <a:pt x="145" y="4548"/>
                  <a:pt x="0" y="5150"/>
                  <a:pt x="412" y="5215"/>
                </a:cubicBezTo>
                <a:cubicBezTo>
                  <a:pt x="578" y="5238"/>
                  <a:pt x="741" y="5249"/>
                  <a:pt x="901" y="5249"/>
                </a:cubicBezTo>
                <a:cubicBezTo>
                  <a:pt x="3451" y="5249"/>
                  <a:pt x="5441" y="2467"/>
                  <a:pt x="6644" y="513"/>
                </a:cubicBezTo>
                <a:cubicBezTo>
                  <a:pt x="6817" y="246"/>
                  <a:pt x="6578" y="0"/>
                  <a:pt x="6338" y="0"/>
                </a:cubicBezTo>
                <a:close/>
              </a:path>
            </a:pathLst>
          </a:custGeom>
          <a:solidFill>
            <a:srgbClr val="0E514A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9" name="Google Shape;1289;p30">
            <a:extLst>
              <a:ext uri="{FF2B5EF4-FFF2-40B4-BE49-F238E27FC236}">
                <a16:creationId xmlns:a16="http://schemas.microsoft.com/office/drawing/2014/main" id="{0370B05F-89A8-478B-8634-F634C2032678}"/>
              </a:ext>
            </a:extLst>
          </p:cNvPr>
          <p:cNvSpPr>
            <a:spLocks noGrp="1"/>
          </p:cNvSpPr>
          <p:nvPr/>
        </p:nvSpPr>
        <p:spPr>
          <a:xfrm rot="980710">
            <a:off x="960242" y="797050"/>
            <a:ext cx="7478321" cy="4175424"/>
          </a:xfrm>
          <a:prstGeom prst="cloud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0" name="Google Shape;1290;p30">
            <a:extLst>
              <a:ext uri="{FF2B5EF4-FFF2-40B4-BE49-F238E27FC236}">
                <a16:creationId xmlns:a16="http://schemas.microsoft.com/office/drawing/2014/main" id="{B0DE767E-B232-4C48-90AD-7AB4AA3241DD}"/>
              </a:ext>
            </a:extLst>
          </p:cNvPr>
          <p:cNvSpPr>
            <a:spLocks noGrp="1"/>
          </p:cNvSpPr>
          <p:nvPr/>
        </p:nvSpPr>
        <p:spPr>
          <a:xfrm>
            <a:off x="10008706" y="1762659"/>
            <a:ext cx="492864" cy="350715"/>
          </a:xfrm>
          <a:custGeom>
            <a:avLst/>
            <a:gdLst/>
            <a:ahLst/>
            <a:cxnLst/>
            <a:rect l="l" t="t" r="r" b="b"/>
            <a:pathLst>
              <a:path w="13986" h="13711">
                <a:moveTo>
                  <a:pt x="13233" y="6843"/>
                </a:moveTo>
                <a:cubicBezTo>
                  <a:pt x="12457" y="10026"/>
                  <a:pt x="8446" y="13710"/>
                  <a:pt x="6918" y="13710"/>
                </a:cubicBezTo>
                <a:cubicBezTo>
                  <a:pt x="5013" y="13710"/>
                  <a:pt x="1479" y="10026"/>
                  <a:pt x="752" y="6843"/>
                </a:cubicBezTo>
                <a:cubicBezTo>
                  <a:pt x="0" y="3510"/>
                  <a:pt x="2732" y="1"/>
                  <a:pt x="6993" y="3885"/>
                </a:cubicBezTo>
                <a:cubicBezTo>
                  <a:pt x="11153" y="101"/>
                  <a:pt x="13985" y="3710"/>
                  <a:pt x="13233" y="684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1" name="Google Shape;1291;p30">
            <a:extLst>
              <a:ext uri="{FF2B5EF4-FFF2-40B4-BE49-F238E27FC236}">
                <a16:creationId xmlns:a16="http://schemas.microsoft.com/office/drawing/2014/main" id="{B59627C6-D3CF-47E7-8182-5E7BAFA85395}"/>
              </a:ext>
            </a:extLst>
          </p:cNvPr>
          <p:cNvSpPr>
            <a:spLocks noGrp="1"/>
          </p:cNvSpPr>
          <p:nvPr/>
        </p:nvSpPr>
        <p:spPr>
          <a:xfrm>
            <a:off x="-1073426" y="2258349"/>
            <a:ext cx="364802" cy="259653"/>
          </a:xfrm>
          <a:custGeom>
            <a:avLst/>
            <a:gdLst/>
            <a:ahLst/>
            <a:cxnLst/>
            <a:rect l="l" t="t" r="r" b="b"/>
            <a:pathLst>
              <a:path w="10352" h="10151">
                <a:moveTo>
                  <a:pt x="9800" y="5063"/>
                </a:moveTo>
                <a:cubicBezTo>
                  <a:pt x="9248" y="7419"/>
                  <a:pt x="6266" y="10151"/>
                  <a:pt x="5113" y="10151"/>
                </a:cubicBezTo>
                <a:cubicBezTo>
                  <a:pt x="3710" y="10151"/>
                  <a:pt x="1103" y="7419"/>
                  <a:pt x="552" y="5063"/>
                </a:cubicBezTo>
                <a:cubicBezTo>
                  <a:pt x="0" y="2582"/>
                  <a:pt x="2030" y="0"/>
                  <a:pt x="5188" y="2883"/>
                </a:cubicBezTo>
                <a:cubicBezTo>
                  <a:pt x="8246" y="76"/>
                  <a:pt x="10351" y="2757"/>
                  <a:pt x="9800" y="506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2" name="Google Shape;1292;p30">
            <a:extLst>
              <a:ext uri="{FF2B5EF4-FFF2-40B4-BE49-F238E27FC236}">
                <a16:creationId xmlns:a16="http://schemas.microsoft.com/office/drawing/2014/main" id="{9F47E95B-0061-4E16-B17D-52C35397B334}"/>
              </a:ext>
            </a:extLst>
          </p:cNvPr>
          <p:cNvSpPr>
            <a:spLocks noGrp="1"/>
          </p:cNvSpPr>
          <p:nvPr/>
        </p:nvSpPr>
        <p:spPr>
          <a:xfrm>
            <a:off x="1326633" y="811983"/>
            <a:ext cx="364802" cy="259653"/>
          </a:xfrm>
          <a:custGeom>
            <a:avLst/>
            <a:gdLst/>
            <a:ahLst/>
            <a:cxnLst/>
            <a:rect l="l" t="t" r="r" b="b"/>
            <a:pathLst>
              <a:path w="10352" h="10151">
                <a:moveTo>
                  <a:pt x="9800" y="5063"/>
                </a:moveTo>
                <a:cubicBezTo>
                  <a:pt x="9223" y="7419"/>
                  <a:pt x="6266" y="10151"/>
                  <a:pt x="5113" y="10151"/>
                </a:cubicBezTo>
                <a:cubicBezTo>
                  <a:pt x="3709" y="10151"/>
                  <a:pt x="1103" y="7419"/>
                  <a:pt x="551" y="5063"/>
                </a:cubicBezTo>
                <a:cubicBezTo>
                  <a:pt x="0" y="2582"/>
                  <a:pt x="2030" y="0"/>
                  <a:pt x="5163" y="2883"/>
                </a:cubicBezTo>
                <a:cubicBezTo>
                  <a:pt x="8246" y="76"/>
                  <a:pt x="10351" y="2757"/>
                  <a:pt x="9800" y="506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3" name="Google Shape;1293;p30">
            <a:extLst>
              <a:ext uri="{FF2B5EF4-FFF2-40B4-BE49-F238E27FC236}">
                <a16:creationId xmlns:a16="http://schemas.microsoft.com/office/drawing/2014/main" id="{7E9E63B8-976D-45E2-A514-8E12868BC69A}"/>
              </a:ext>
            </a:extLst>
          </p:cNvPr>
          <p:cNvSpPr>
            <a:spLocks noGrp="1"/>
          </p:cNvSpPr>
          <p:nvPr/>
        </p:nvSpPr>
        <p:spPr>
          <a:xfrm>
            <a:off x="-1073414" y="1762659"/>
            <a:ext cx="252634" cy="180154"/>
          </a:xfrm>
          <a:custGeom>
            <a:avLst/>
            <a:gdLst/>
            <a:ahLst/>
            <a:cxnLst/>
            <a:rect l="l" t="t" r="r" b="b"/>
            <a:pathLst>
              <a:path w="7169" h="7043">
                <a:moveTo>
                  <a:pt x="6793" y="3509"/>
                </a:moveTo>
                <a:cubicBezTo>
                  <a:pt x="6417" y="5138"/>
                  <a:pt x="4337" y="7043"/>
                  <a:pt x="3560" y="7043"/>
                </a:cubicBezTo>
                <a:cubicBezTo>
                  <a:pt x="2582" y="7043"/>
                  <a:pt x="778" y="5138"/>
                  <a:pt x="402" y="3509"/>
                </a:cubicBezTo>
                <a:cubicBezTo>
                  <a:pt x="1" y="1805"/>
                  <a:pt x="1404" y="0"/>
                  <a:pt x="3585" y="2005"/>
                </a:cubicBezTo>
                <a:cubicBezTo>
                  <a:pt x="5740" y="50"/>
                  <a:pt x="7169" y="1905"/>
                  <a:pt x="6793" y="350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4" name="Google Shape;1294;p30">
            <a:extLst>
              <a:ext uri="{FF2B5EF4-FFF2-40B4-BE49-F238E27FC236}">
                <a16:creationId xmlns:a16="http://schemas.microsoft.com/office/drawing/2014/main" id="{3D4FC7FC-0019-4027-BD13-22B29D8F8271}"/>
              </a:ext>
            </a:extLst>
          </p:cNvPr>
          <p:cNvSpPr>
            <a:spLocks noGrp="1"/>
          </p:cNvSpPr>
          <p:nvPr/>
        </p:nvSpPr>
        <p:spPr>
          <a:xfrm>
            <a:off x="10382234" y="2697219"/>
            <a:ext cx="252634" cy="180154"/>
          </a:xfrm>
          <a:custGeom>
            <a:avLst/>
            <a:gdLst/>
            <a:ahLst/>
            <a:cxnLst/>
            <a:rect l="l" t="t" r="r" b="b"/>
            <a:pathLst>
              <a:path w="7169" h="7043">
                <a:moveTo>
                  <a:pt x="6768" y="3509"/>
                </a:moveTo>
                <a:cubicBezTo>
                  <a:pt x="6392" y="5138"/>
                  <a:pt x="4337" y="7043"/>
                  <a:pt x="3535" y="7043"/>
                </a:cubicBezTo>
                <a:cubicBezTo>
                  <a:pt x="2557" y="7043"/>
                  <a:pt x="753" y="5138"/>
                  <a:pt x="377" y="3509"/>
                </a:cubicBezTo>
                <a:cubicBezTo>
                  <a:pt x="1" y="1805"/>
                  <a:pt x="1404" y="0"/>
                  <a:pt x="3585" y="2005"/>
                </a:cubicBezTo>
                <a:cubicBezTo>
                  <a:pt x="5715" y="50"/>
                  <a:pt x="7169" y="1905"/>
                  <a:pt x="6768" y="350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5" name="Google Shape;1295;p30">
            <a:extLst>
              <a:ext uri="{FF2B5EF4-FFF2-40B4-BE49-F238E27FC236}">
                <a16:creationId xmlns:a16="http://schemas.microsoft.com/office/drawing/2014/main" id="{588A1F60-187B-48A6-9C97-43387F934928}"/>
              </a:ext>
            </a:extLst>
          </p:cNvPr>
          <p:cNvSpPr>
            <a:spLocks noGrp="1"/>
          </p:cNvSpPr>
          <p:nvPr/>
        </p:nvSpPr>
        <p:spPr>
          <a:xfrm>
            <a:off x="8881110" y="1762966"/>
            <a:ext cx="252634" cy="179515"/>
          </a:xfrm>
          <a:custGeom>
            <a:avLst/>
            <a:gdLst/>
            <a:ahLst/>
            <a:cxnLst/>
            <a:rect l="l" t="t" r="r" b="b"/>
            <a:pathLst>
              <a:path w="7169" h="7018">
                <a:moveTo>
                  <a:pt x="6793" y="3509"/>
                </a:moveTo>
                <a:cubicBezTo>
                  <a:pt x="6392" y="5138"/>
                  <a:pt x="4336" y="7018"/>
                  <a:pt x="3559" y="7018"/>
                </a:cubicBezTo>
                <a:cubicBezTo>
                  <a:pt x="2582" y="7018"/>
                  <a:pt x="752" y="5138"/>
                  <a:pt x="402" y="3484"/>
                </a:cubicBezTo>
                <a:cubicBezTo>
                  <a:pt x="1" y="1780"/>
                  <a:pt x="1404" y="0"/>
                  <a:pt x="3585" y="1980"/>
                </a:cubicBezTo>
                <a:cubicBezTo>
                  <a:pt x="5715" y="50"/>
                  <a:pt x="7168" y="1905"/>
                  <a:pt x="6793" y="350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6" name="Google Shape;1296;p30">
            <a:extLst>
              <a:ext uri="{FF2B5EF4-FFF2-40B4-BE49-F238E27FC236}">
                <a16:creationId xmlns:a16="http://schemas.microsoft.com/office/drawing/2014/main" id="{0D728D23-7C1A-4AF7-83B4-EEE88F8E04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900" y="400050"/>
            <a:ext cx="77152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spcFirstLastPara="1" wrap="square" lIns="76200" tIns="38100" rIns="76200" bIns="38100" anchor="ctr">
            <a:normAutofit/>
          </a:bodyPr>
          <a:lstStyle/>
          <a:p>
            <a:pPr lvl="0" algn="ctr">
              <a:lnSpc>
                <a:spcPct val="102000"/>
              </a:lnSpc>
              <a:buClr>
                <a:schemeClr val="dk1"/>
              </a:buClr>
              <a:buSzPts val="1100"/>
              <a:buNone/>
              <a:defRPr sz="2250" b="1">
                <a:solidFill>
                  <a:srgbClr val="565656"/>
                </a:solidFill>
                <a:latin typeface="標楷體"/>
                <a:ea typeface="標楷體"/>
                <a:cs typeface="標楷體"/>
              </a:defRPr>
            </a:pPr>
            <a:r>
              <a:rPr sz="2250" b="1">
                <a:solidFill>
                  <a:srgbClr val="565656"/>
                </a:solidFill>
                <a:latin typeface="標楷體"/>
                <a:ea typeface="標楷體"/>
                <a:cs typeface="標楷體"/>
              </a:rPr>
              <a:t>STEAM：結合科學、技術、工程、藝術、數學等跨領域能力</a:t>
            </a:r>
            <a:endParaRPr/>
          </a:p>
        </p:txBody>
      </p:sp>
      <p:sp>
        <p:nvSpPr>
          <p:cNvPr id="1302" name="Google Shape;1302;p30">
            <a:extLst>
              <a:ext uri="{FF2B5EF4-FFF2-40B4-BE49-F238E27FC236}">
                <a16:creationId xmlns:a16="http://schemas.microsoft.com/office/drawing/2014/main" id="{6F2C6957-6065-4873-9CB6-1D4A62FBB09F}"/>
              </a:ext>
            </a:extLst>
          </p:cNvPr>
          <p:cNvSpPr>
            <a:spLocks noGrp="1"/>
          </p:cNvSpPr>
          <p:nvPr/>
        </p:nvSpPr>
        <p:spPr>
          <a:xfrm>
            <a:off x="8630595" y="5031987"/>
            <a:ext cx="25602" cy="163097"/>
          </a:xfrm>
          <a:custGeom>
            <a:avLst/>
            <a:gdLst/>
            <a:ahLst/>
            <a:cxnLst/>
            <a:rect l="l" t="t" r="r" b="b"/>
            <a:pathLst>
              <a:path w="1177" h="6944">
                <a:moveTo>
                  <a:pt x="400" y="0"/>
                </a:moveTo>
                <a:cubicBezTo>
                  <a:pt x="267" y="0"/>
                  <a:pt x="134" y="45"/>
                  <a:pt x="1" y="45"/>
                </a:cubicBezTo>
                <a:cubicBezTo>
                  <a:pt x="223" y="2307"/>
                  <a:pt x="489" y="4526"/>
                  <a:pt x="755" y="6744"/>
                </a:cubicBezTo>
                <a:cubicBezTo>
                  <a:pt x="755" y="6877"/>
                  <a:pt x="866" y="6944"/>
                  <a:pt x="971" y="6944"/>
                </a:cubicBezTo>
                <a:cubicBezTo>
                  <a:pt x="1077" y="6944"/>
                  <a:pt x="1177" y="6877"/>
                  <a:pt x="1154" y="6744"/>
                </a:cubicBezTo>
                <a:cubicBezTo>
                  <a:pt x="888" y="4481"/>
                  <a:pt x="666" y="2263"/>
                  <a:pt x="400" y="0"/>
                </a:cubicBezTo>
                <a:close/>
              </a:path>
            </a:pathLst>
          </a:custGeom>
          <a:solidFill>
            <a:srgbClr val="40403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3" name="Google Shape;1303;p30">
            <a:extLst>
              <a:ext uri="{FF2B5EF4-FFF2-40B4-BE49-F238E27FC236}">
                <a16:creationId xmlns:a16="http://schemas.microsoft.com/office/drawing/2014/main" id="{9C3E21AD-09A1-490B-A732-DB9BA74E0E35}"/>
              </a:ext>
            </a:extLst>
          </p:cNvPr>
          <p:cNvSpPr>
            <a:spLocks noGrp="1"/>
          </p:cNvSpPr>
          <p:nvPr/>
        </p:nvSpPr>
        <p:spPr>
          <a:xfrm>
            <a:off x="8627223" y="5001242"/>
            <a:ext cx="12094" cy="31802"/>
          </a:xfrm>
          <a:custGeom>
            <a:avLst/>
            <a:gdLst/>
            <a:ahLst/>
            <a:cxnLst/>
            <a:rect l="l" t="t" r="r" b="b"/>
            <a:pathLst>
              <a:path w="556" h="1354">
                <a:moveTo>
                  <a:pt x="189" y="0"/>
                </a:moveTo>
                <a:cubicBezTo>
                  <a:pt x="89" y="0"/>
                  <a:pt x="1" y="67"/>
                  <a:pt x="23" y="200"/>
                </a:cubicBezTo>
                <a:cubicBezTo>
                  <a:pt x="67" y="599"/>
                  <a:pt x="112" y="999"/>
                  <a:pt x="156" y="1354"/>
                </a:cubicBezTo>
                <a:cubicBezTo>
                  <a:pt x="289" y="1354"/>
                  <a:pt x="422" y="1309"/>
                  <a:pt x="555" y="1309"/>
                </a:cubicBezTo>
                <a:cubicBezTo>
                  <a:pt x="511" y="910"/>
                  <a:pt x="466" y="555"/>
                  <a:pt x="422" y="200"/>
                </a:cubicBezTo>
                <a:cubicBezTo>
                  <a:pt x="400" y="67"/>
                  <a:pt x="289" y="0"/>
                  <a:pt x="189" y="0"/>
                </a:cubicBezTo>
                <a:close/>
              </a:path>
            </a:pathLst>
          </a:custGeom>
          <a:solidFill>
            <a:srgbClr val="40403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4" name="Google Shape;1304;p30">
            <a:extLst>
              <a:ext uri="{FF2B5EF4-FFF2-40B4-BE49-F238E27FC236}">
                <a16:creationId xmlns:a16="http://schemas.microsoft.com/office/drawing/2014/main" id="{EF8E7BC9-C4CB-4CB7-A1A5-60B38727C255}"/>
              </a:ext>
            </a:extLst>
          </p:cNvPr>
          <p:cNvSpPr>
            <a:spLocks noGrp="1"/>
          </p:cNvSpPr>
          <p:nvPr/>
        </p:nvSpPr>
        <p:spPr>
          <a:xfrm>
            <a:off x="8529250" y="5188202"/>
            <a:ext cx="131950" cy="86340"/>
          </a:xfrm>
          <a:custGeom>
            <a:avLst/>
            <a:gdLst/>
            <a:ahLst/>
            <a:cxnLst/>
            <a:rect l="l" t="t" r="r" b="b"/>
            <a:pathLst>
              <a:path w="6066" h="3676">
                <a:moveTo>
                  <a:pt x="5765" y="1"/>
                </a:moveTo>
                <a:cubicBezTo>
                  <a:pt x="5752" y="1"/>
                  <a:pt x="5739" y="2"/>
                  <a:pt x="5725" y="4"/>
                </a:cubicBezTo>
                <a:cubicBezTo>
                  <a:pt x="3506" y="492"/>
                  <a:pt x="1599" y="1646"/>
                  <a:pt x="134" y="3332"/>
                </a:cubicBezTo>
                <a:cubicBezTo>
                  <a:pt x="1" y="3466"/>
                  <a:pt x="119" y="3675"/>
                  <a:pt x="261" y="3675"/>
                </a:cubicBezTo>
                <a:cubicBezTo>
                  <a:pt x="308" y="3675"/>
                  <a:pt x="357" y="3653"/>
                  <a:pt x="401" y="3598"/>
                </a:cubicBezTo>
                <a:cubicBezTo>
                  <a:pt x="1865" y="1957"/>
                  <a:pt x="3684" y="892"/>
                  <a:pt x="5813" y="404"/>
                </a:cubicBezTo>
                <a:cubicBezTo>
                  <a:pt x="6066" y="362"/>
                  <a:pt x="5999" y="1"/>
                  <a:pt x="5765" y="1"/>
                </a:cubicBezTo>
                <a:close/>
              </a:path>
            </a:pathLst>
          </a:custGeom>
          <a:solidFill>
            <a:srgbClr val="40403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5" name="Google Shape;1305;p30">
            <a:extLst>
              <a:ext uri="{FF2B5EF4-FFF2-40B4-BE49-F238E27FC236}">
                <a16:creationId xmlns:a16="http://schemas.microsoft.com/office/drawing/2014/main" id="{AB32B22A-2EAF-4A77-BFF4-A14350CF2AE1}"/>
              </a:ext>
            </a:extLst>
          </p:cNvPr>
          <p:cNvSpPr>
            <a:spLocks noGrp="1"/>
          </p:cNvSpPr>
          <p:nvPr/>
        </p:nvSpPr>
        <p:spPr>
          <a:xfrm>
            <a:off x="8607450" y="5185900"/>
            <a:ext cx="53184" cy="131107"/>
          </a:xfrm>
          <a:custGeom>
            <a:avLst/>
            <a:gdLst/>
            <a:ahLst/>
            <a:cxnLst/>
            <a:rect l="l" t="t" r="r" b="b"/>
            <a:pathLst>
              <a:path w="2445" h="5582">
                <a:moveTo>
                  <a:pt x="2132" y="0"/>
                </a:moveTo>
                <a:cubicBezTo>
                  <a:pt x="2085" y="0"/>
                  <a:pt x="2037" y="17"/>
                  <a:pt x="1997" y="58"/>
                </a:cubicBezTo>
                <a:cubicBezTo>
                  <a:pt x="666" y="1522"/>
                  <a:pt x="0" y="3386"/>
                  <a:pt x="133" y="5382"/>
                </a:cubicBezTo>
                <a:cubicBezTo>
                  <a:pt x="133" y="5515"/>
                  <a:pt x="244" y="5582"/>
                  <a:pt x="355" y="5582"/>
                </a:cubicBezTo>
                <a:cubicBezTo>
                  <a:pt x="466" y="5582"/>
                  <a:pt x="577" y="5515"/>
                  <a:pt x="577" y="5382"/>
                </a:cubicBezTo>
                <a:cubicBezTo>
                  <a:pt x="444" y="3519"/>
                  <a:pt x="1021" y="1744"/>
                  <a:pt x="2307" y="369"/>
                </a:cubicBezTo>
                <a:cubicBezTo>
                  <a:pt x="2444" y="198"/>
                  <a:pt x="2291" y="0"/>
                  <a:pt x="2132" y="0"/>
                </a:cubicBezTo>
                <a:close/>
              </a:path>
            </a:pathLst>
          </a:custGeom>
          <a:solidFill>
            <a:srgbClr val="40403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6" name="Google Shape;1306;p30">
            <a:extLst>
              <a:ext uri="{FF2B5EF4-FFF2-40B4-BE49-F238E27FC236}">
                <a16:creationId xmlns:a16="http://schemas.microsoft.com/office/drawing/2014/main" id="{FC2C94D5-1D80-45E8-A61F-0C3B205081A9}"/>
              </a:ext>
            </a:extLst>
          </p:cNvPr>
          <p:cNvSpPr>
            <a:spLocks noGrp="1"/>
          </p:cNvSpPr>
          <p:nvPr/>
        </p:nvSpPr>
        <p:spPr>
          <a:xfrm>
            <a:off x="8653761" y="5188813"/>
            <a:ext cx="83464" cy="96698"/>
          </a:xfrm>
          <a:custGeom>
            <a:avLst/>
            <a:gdLst/>
            <a:ahLst/>
            <a:cxnLst/>
            <a:rect l="l" t="t" r="r" b="b"/>
            <a:pathLst>
              <a:path w="3837" h="4117">
                <a:moveTo>
                  <a:pt x="206" y="1"/>
                </a:moveTo>
                <a:cubicBezTo>
                  <a:pt x="101" y="1"/>
                  <a:pt x="1" y="67"/>
                  <a:pt x="1" y="200"/>
                </a:cubicBezTo>
                <a:cubicBezTo>
                  <a:pt x="134" y="2152"/>
                  <a:pt x="1554" y="3794"/>
                  <a:pt x="3506" y="4105"/>
                </a:cubicBezTo>
                <a:cubicBezTo>
                  <a:pt x="3530" y="4113"/>
                  <a:pt x="3553" y="4116"/>
                  <a:pt x="3574" y="4116"/>
                </a:cubicBezTo>
                <a:cubicBezTo>
                  <a:pt x="3785" y="4116"/>
                  <a:pt x="3837" y="3746"/>
                  <a:pt x="3595" y="3705"/>
                </a:cubicBezTo>
                <a:cubicBezTo>
                  <a:pt x="1864" y="3395"/>
                  <a:pt x="533" y="1975"/>
                  <a:pt x="444" y="200"/>
                </a:cubicBezTo>
                <a:cubicBezTo>
                  <a:pt x="422" y="67"/>
                  <a:pt x="311" y="1"/>
                  <a:pt x="206" y="1"/>
                </a:cubicBezTo>
                <a:close/>
              </a:path>
            </a:pathLst>
          </a:custGeom>
          <a:solidFill>
            <a:srgbClr val="40403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7" name="Google Shape;1307;p30">
            <a:extLst>
              <a:ext uri="{FF2B5EF4-FFF2-40B4-BE49-F238E27FC236}">
                <a16:creationId xmlns:a16="http://schemas.microsoft.com/office/drawing/2014/main" id="{BB686102-1682-435B-A76C-0D83AE0105C7}"/>
              </a:ext>
            </a:extLst>
          </p:cNvPr>
          <p:cNvSpPr>
            <a:spLocks noGrp="1"/>
          </p:cNvSpPr>
          <p:nvPr/>
        </p:nvSpPr>
        <p:spPr>
          <a:xfrm>
            <a:off x="8372914" y="5020525"/>
            <a:ext cx="15466" cy="164271"/>
          </a:xfrm>
          <a:custGeom>
            <a:avLst/>
            <a:gdLst/>
            <a:ahLst/>
            <a:cxnLst/>
            <a:rect l="l" t="t" r="r" b="b"/>
            <a:pathLst>
              <a:path w="711" h="6994">
                <a:moveTo>
                  <a:pt x="311" y="0"/>
                </a:moveTo>
                <a:cubicBezTo>
                  <a:pt x="223" y="2263"/>
                  <a:pt x="134" y="4526"/>
                  <a:pt x="1" y="6744"/>
                </a:cubicBezTo>
                <a:cubicBezTo>
                  <a:pt x="1" y="6899"/>
                  <a:pt x="136" y="6994"/>
                  <a:pt x="257" y="6994"/>
                </a:cubicBezTo>
                <a:cubicBezTo>
                  <a:pt x="345" y="6994"/>
                  <a:pt x="426" y="6944"/>
                  <a:pt x="444" y="6833"/>
                </a:cubicBezTo>
                <a:cubicBezTo>
                  <a:pt x="533" y="4570"/>
                  <a:pt x="622" y="2352"/>
                  <a:pt x="711" y="133"/>
                </a:cubicBezTo>
                <a:cubicBezTo>
                  <a:pt x="578" y="89"/>
                  <a:pt x="444" y="45"/>
                  <a:pt x="311" y="0"/>
                </a:cubicBezTo>
                <a:close/>
              </a:path>
            </a:pathLst>
          </a:custGeom>
          <a:solidFill>
            <a:srgbClr val="40403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8" name="Google Shape;1308;p30">
            <a:extLst>
              <a:ext uri="{FF2B5EF4-FFF2-40B4-BE49-F238E27FC236}">
                <a16:creationId xmlns:a16="http://schemas.microsoft.com/office/drawing/2014/main" id="{1B4994D7-0B72-45F1-962C-010CB5D1AD26}"/>
              </a:ext>
            </a:extLst>
          </p:cNvPr>
          <p:cNvSpPr>
            <a:spLocks noGrp="1"/>
          </p:cNvSpPr>
          <p:nvPr/>
        </p:nvSpPr>
        <p:spPr>
          <a:xfrm>
            <a:off x="8379680" y="4989639"/>
            <a:ext cx="10636" cy="34033"/>
          </a:xfrm>
          <a:custGeom>
            <a:avLst/>
            <a:gdLst/>
            <a:ahLst/>
            <a:cxnLst/>
            <a:rect l="l" t="t" r="r" b="b"/>
            <a:pathLst>
              <a:path w="489" h="1449">
                <a:moveTo>
                  <a:pt x="213" y="1"/>
                </a:moveTo>
                <a:cubicBezTo>
                  <a:pt x="123" y="1"/>
                  <a:pt x="45" y="50"/>
                  <a:pt x="45" y="162"/>
                </a:cubicBezTo>
                <a:cubicBezTo>
                  <a:pt x="45" y="561"/>
                  <a:pt x="0" y="916"/>
                  <a:pt x="0" y="1315"/>
                </a:cubicBezTo>
                <a:cubicBezTo>
                  <a:pt x="133" y="1360"/>
                  <a:pt x="267" y="1404"/>
                  <a:pt x="400" y="1448"/>
                </a:cubicBezTo>
                <a:cubicBezTo>
                  <a:pt x="444" y="1049"/>
                  <a:pt x="444" y="650"/>
                  <a:pt x="488" y="250"/>
                </a:cubicBezTo>
                <a:cubicBezTo>
                  <a:pt x="488" y="96"/>
                  <a:pt x="339" y="1"/>
                  <a:pt x="213" y="1"/>
                </a:cubicBezTo>
                <a:close/>
              </a:path>
            </a:pathLst>
          </a:custGeom>
          <a:solidFill>
            <a:srgbClr val="40403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9" name="Google Shape;1309;p30">
            <a:extLst>
              <a:ext uri="{FF2B5EF4-FFF2-40B4-BE49-F238E27FC236}">
                <a16:creationId xmlns:a16="http://schemas.microsoft.com/office/drawing/2014/main" id="{D12147E6-D5B7-46A5-B058-89C125D79828}"/>
              </a:ext>
            </a:extLst>
          </p:cNvPr>
          <p:cNvSpPr>
            <a:spLocks noGrp="1"/>
          </p:cNvSpPr>
          <p:nvPr/>
        </p:nvSpPr>
        <p:spPr>
          <a:xfrm>
            <a:off x="8245488" y="5177868"/>
            <a:ext cx="141935" cy="65764"/>
          </a:xfrm>
          <a:custGeom>
            <a:avLst/>
            <a:gdLst/>
            <a:ahLst/>
            <a:cxnLst/>
            <a:rect l="l" t="t" r="r" b="b"/>
            <a:pathLst>
              <a:path w="6525" h="2800">
                <a:moveTo>
                  <a:pt x="6214" y="1"/>
                </a:moveTo>
                <a:cubicBezTo>
                  <a:pt x="3951" y="178"/>
                  <a:pt x="1910" y="977"/>
                  <a:pt x="180" y="2397"/>
                </a:cubicBezTo>
                <a:cubicBezTo>
                  <a:pt x="0" y="2540"/>
                  <a:pt x="111" y="2800"/>
                  <a:pt x="277" y="2800"/>
                </a:cubicBezTo>
                <a:cubicBezTo>
                  <a:pt x="317" y="2800"/>
                  <a:pt x="359" y="2785"/>
                  <a:pt x="401" y="2752"/>
                </a:cubicBezTo>
                <a:cubicBezTo>
                  <a:pt x="2087" y="1376"/>
                  <a:pt x="4084" y="577"/>
                  <a:pt x="6258" y="444"/>
                </a:cubicBezTo>
                <a:cubicBezTo>
                  <a:pt x="6524" y="400"/>
                  <a:pt x="6480" y="1"/>
                  <a:pt x="6214" y="1"/>
                </a:cubicBezTo>
                <a:close/>
              </a:path>
            </a:pathLst>
          </a:custGeom>
          <a:solidFill>
            <a:srgbClr val="40403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0" name="Google Shape;1310;p30">
            <a:extLst>
              <a:ext uri="{FF2B5EF4-FFF2-40B4-BE49-F238E27FC236}">
                <a16:creationId xmlns:a16="http://schemas.microsoft.com/office/drawing/2014/main" id="{700084B7-07C6-4963-B8B9-E9C48A214133}"/>
              </a:ext>
            </a:extLst>
          </p:cNvPr>
          <p:cNvSpPr>
            <a:spLocks noGrp="1"/>
          </p:cNvSpPr>
          <p:nvPr/>
        </p:nvSpPr>
        <p:spPr>
          <a:xfrm>
            <a:off x="8319838" y="5175683"/>
            <a:ext cx="67628" cy="123755"/>
          </a:xfrm>
          <a:custGeom>
            <a:avLst/>
            <a:gdLst/>
            <a:ahLst/>
            <a:cxnLst/>
            <a:rect l="l" t="t" r="r" b="b"/>
            <a:pathLst>
              <a:path w="3109" h="5269">
                <a:moveTo>
                  <a:pt x="2814" y="1"/>
                </a:moveTo>
                <a:cubicBezTo>
                  <a:pt x="2778" y="1"/>
                  <a:pt x="2741" y="15"/>
                  <a:pt x="2707" y="49"/>
                </a:cubicBezTo>
                <a:cubicBezTo>
                  <a:pt x="1110" y="1292"/>
                  <a:pt x="178" y="3022"/>
                  <a:pt x="0" y="5019"/>
                </a:cubicBezTo>
                <a:cubicBezTo>
                  <a:pt x="0" y="5173"/>
                  <a:pt x="135" y="5268"/>
                  <a:pt x="248" y="5268"/>
                </a:cubicBezTo>
                <a:cubicBezTo>
                  <a:pt x="330" y="5268"/>
                  <a:pt x="400" y="5219"/>
                  <a:pt x="400" y="5107"/>
                </a:cubicBezTo>
                <a:cubicBezTo>
                  <a:pt x="577" y="3199"/>
                  <a:pt x="1465" y="1558"/>
                  <a:pt x="2929" y="404"/>
                </a:cubicBezTo>
                <a:cubicBezTo>
                  <a:pt x="3108" y="261"/>
                  <a:pt x="2968" y="1"/>
                  <a:pt x="2814" y="1"/>
                </a:cubicBezTo>
                <a:close/>
              </a:path>
            </a:pathLst>
          </a:custGeom>
          <a:solidFill>
            <a:srgbClr val="40403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1" name="Google Shape;1311;p30">
            <a:extLst>
              <a:ext uri="{FF2B5EF4-FFF2-40B4-BE49-F238E27FC236}">
                <a16:creationId xmlns:a16="http://schemas.microsoft.com/office/drawing/2014/main" id="{0E9D973A-ECAB-44C3-AA69-2A4C3CDF9EB5}"/>
              </a:ext>
            </a:extLst>
          </p:cNvPr>
          <p:cNvSpPr>
            <a:spLocks noGrp="1"/>
          </p:cNvSpPr>
          <p:nvPr/>
        </p:nvSpPr>
        <p:spPr>
          <a:xfrm>
            <a:off x="8376786" y="5179488"/>
            <a:ext cx="73762" cy="108136"/>
          </a:xfrm>
          <a:custGeom>
            <a:avLst/>
            <a:gdLst/>
            <a:ahLst/>
            <a:cxnLst/>
            <a:rect l="l" t="t" r="r" b="b"/>
            <a:pathLst>
              <a:path w="3391" h="4604">
                <a:moveTo>
                  <a:pt x="336" y="1"/>
                </a:moveTo>
                <a:cubicBezTo>
                  <a:pt x="242" y="1"/>
                  <a:pt x="153" y="60"/>
                  <a:pt x="133" y="198"/>
                </a:cubicBezTo>
                <a:cubicBezTo>
                  <a:pt x="0" y="2106"/>
                  <a:pt x="1154" y="3925"/>
                  <a:pt x="2973" y="4590"/>
                </a:cubicBezTo>
                <a:cubicBezTo>
                  <a:pt x="2999" y="4599"/>
                  <a:pt x="3025" y="4603"/>
                  <a:pt x="3049" y="4603"/>
                </a:cubicBezTo>
                <a:cubicBezTo>
                  <a:pt x="3270" y="4603"/>
                  <a:pt x="3390" y="4271"/>
                  <a:pt x="3150" y="4191"/>
                </a:cubicBezTo>
                <a:cubicBezTo>
                  <a:pt x="1509" y="3614"/>
                  <a:pt x="400" y="2017"/>
                  <a:pt x="577" y="242"/>
                </a:cubicBezTo>
                <a:cubicBezTo>
                  <a:pt x="577" y="94"/>
                  <a:pt x="453" y="1"/>
                  <a:pt x="336" y="1"/>
                </a:cubicBezTo>
                <a:close/>
              </a:path>
            </a:pathLst>
          </a:custGeom>
          <a:solidFill>
            <a:srgbClr val="40403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2" name="Google Shape;1312;p30">
            <a:extLst>
              <a:ext uri="{FF2B5EF4-FFF2-40B4-BE49-F238E27FC236}">
                <a16:creationId xmlns:a16="http://schemas.microsoft.com/office/drawing/2014/main" id="{29127E90-F241-49CE-88A7-89183563A82C}"/>
              </a:ext>
            </a:extLst>
          </p:cNvPr>
          <p:cNvSpPr>
            <a:spLocks noGrp="1"/>
          </p:cNvSpPr>
          <p:nvPr/>
        </p:nvSpPr>
        <p:spPr>
          <a:xfrm>
            <a:off x="7875892" y="3346547"/>
            <a:ext cx="1208329" cy="1696619"/>
          </a:xfrm>
          <a:custGeom>
            <a:avLst/>
            <a:gdLst/>
            <a:ahLst/>
            <a:cxnLst/>
            <a:rect l="l" t="t" r="r" b="b"/>
            <a:pathLst>
              <a:path w="55549" h="72235">
                <a:moveTo>
                  <a:pt x="27909" y="0"/>
                </a:moveTo>
                <a:cubicBezTo>
                  <a:pt x="26529" y="0"/>
                  <a:pt x="25078" y="109"/>
                  <a:pt x="23560" y="327"/>
                </a:cubicBezTo>
                <a:cubicBezTo>
                  <a:pt x="7853" y="2590"/>
                  <a:pt x="1110" y="6494"/>
                  <a:pt x="533" y="26726"/>
                </a:cubicBezTo>
                <a:cubicBezTo>
                  <a:pt x="0" y="46913"/>
                  <a:pt x="5058" y="65459"/>
                  <a:pt x="22450" y="71049"/>
                </a:cubicBezTo>
                <a:cubicBezTo>
                  <a:pt x="25016" y="71880"/>
                  <a:pt x="27545" y="72235"/>
                  <a:pt x="29992" y="72235"/>
                </a:cubicBezTo>
                <a:cubicBezTo>
                  <a:pt x="44134" y="72235"/>
                  <a:pt x="55548" y="60402"/>
                  <a:pt x="55549" y="60401"/>
                </a:cubicBezTo>
                <a:lnTo>
                  <a:pt x="55549" y="60401"/>
                </a:lnTo>
                <a:cubicBezTo>
                  <a:pt x="54951" y="60678"/>
                  <a:pt x="54383" y="60811"/>
                  <a:pt x="53845" y="60811"/>
                </a:cubicBezTo>
                <a:cubicBezTo>
                  <a:pt x="47839" y="60811"/>
                  <a:pt x="45568" y="44236"/>
                  <a:pt x="46586" y="26726"/>
                </a:cubicBezTo>
                <a:cubicBezTo>
                  <a:pt x="47589" y="9487"/>
                  <a:pt x="40839" y="0"/>
                  <a:pt x="27909" y="0"/>
                </a:cubicBezTo>
                <a:close/>
              </a:path>
            </a:pathLst>
          </a:custGeom>
          <a:solidFill>
            <a:srgbClr val="E6C29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3" name="Google Shape;1313;p30">
            <a:extLst>
              <a:ext uri="{FF2B5EF4-FFF2-40B4-BE49-F238E27FC236}">
                <a16:creationId xmlns:a16="http://schemas.microsoft.com/office/drawing/2014/main" id="{223BCD51-6147-4A1F-AB89-5A5E3DA139A1}"/>
              </a:ext>
            </a:extLst>
          </p:cNvPr>
          <p:cNvSpPr>
            <a:spLocks noGrp="1"/>
          </p:cNvSpPr>
          <p:nvPr/>
        </p:nvSpPr>
        <p:spPr>
          <a:xfrm>
            <a:off x="8871351" y="4028436"/>
            <a:ext cx="403965" cy="891374"/>
          </a:xfrm>
          <a:custGeom>
            <a:avLst/>
            <a:gdLst/>
            <a:ahLst/>
            <a:cxnLst/>
            <a:rect l="l" t="t" r="r" b="b"/>
            <a:pathLst>
              <a:path w="18571" h="37951">
                <a:moveTo>
                  <a:pt x="690" y="1"/>
                </a:moveTo>
                <a:lnTo>
                  <a:pt x="690" y="1"/>
                </a:lnTo>
                <a:cubicBezTo>
                  <a:pt x="1" y="16632"/>
                  <a:pt x="2352" y="31780"/>
                  <a:pt x="8084" y="31780"/>
                </a:cubicBezTo>
                <a:cubicBezTo>
                  <a:pt x="8621" y="31780"/>
                  <a:pt x="9189" y="31647"/>
                  <a:pt x="9786" y="31369"/>
                </a:cubicBezTo>
                <a:lnTo>
                  <a:pt x="9786" y="31369"/>
                </a:lnTo>
                <a:cubicBezTo>
                  <a:pt x="9786" y="31369"/>
                  <a:pt x="7345" y="33942"/>
                  <a:pt x="3264" y="36649"/>
                </a:cubicBezTo>
                <a:cubicBezTo>
                  <a:pt x="6567" y="37575"/>
                  <a:pt x="9772" y="37950"/>
                  <a:pt x="12640" y="37950"/>
                </a:cubicBezTo>
                <a:cubicBezTo>
                  <a:pt x="14855" y="37950"/>
                  <a:pt x="16869" y="37726"/>
                  <a:pt x="18571" y="37359"/>
                </a:cubicBezTo>
                <a:cubicBezTo>
                  <a:pt x="18571" y="37359"/>
                  <a:pt x="11782" y="30570"/>
                  <a:pt x="9919" y="20676"/>
                </a:cubicBezTo>
                <a:cubicBezTo>
                  <a:pt x="8677" y="14065"/>
                  <a:pt x="6369" y="4171"/>
                  <a:pt x="690" y="1"/>
                </a:cubicBezTo>
                <a:close/>
              </a:path>
            </a:pathLst>
          </a:custGeom>
          <a:solidFill>
            <a:srgbClr val="7C674C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4" name="Google Shape;1314;p30">
            <a:extLst>
              <a:ext uri="{FF2B5EF4-FFF2-40B4-BE49-F238E27FC236}">
                <a16:creationId xmlns:a16="http://schemas.microsoft.com/office/drawing/2014/main" id="{6F7C9483-D5A0-4841-BE8C-CDD8E2019161}"/>
              </a:ext>
            </a:extLst>
          </p:cNvPr>
          <p:cNvSpPr>
            <a:spLocks noGrp="1"/>
          </p:cNvSpPr>
          <p:nvPr/>
        </p:nvSpPr>
        <p:spPr>
          <a:xfrm>
            <a:off x="8294736" y="3980733"/>
            <a:ext cx="789485" cy="908496"/>
          </a:xfrm>
          <a:custGeom>
            <a:avLst/>
            <a:gdLst/>
            <a:ahLst/>
            <a:cxnLst/>
            <a:rect l="l" t="t" r="r" b="b"/>
            <a:pathLst>
              <a:path w="36294" h="38680">
                <a:moveTo>
                  <a:pt x="21194" y="0"/>
                </a:moveTo>
                <a:cubicBezTo>
                  <a:pt x="19643" y="0"/>
                  <a:pt x="17937" y="330"/>
                  <a:pt x="16062" y="1056"/>
                </a:cubicBezTo>
                <a:cubicBezTo>
                  <a:pt x="16062" y="1056"/>
                  <a:pt x="1" y="8510"/>
                  <a:pt x="9851" y="23950"/>
                </a:cubicBezTo>
                <a:cubicBezTo>
                  <a:pt x="15263" y="32380"/>
                  <a:pt x="22717" y="36772"/>
                  <a:pt x="29772" y="38680"/>
                </a:cubicBezTo>
                <a:cubicBezTo>
                  <a:pt x="33853" y="35973"/>
                  <a:pt x="36294" y="33400"/>
                  <a:pt x="36294" y="33400"/>
                </a:cubicBezTo>
                <a:lnTo>
                  <a:pt x="36294" y="33400"/>
                </a:lnTo>
                <a:cubicBezTo>
                  <a:pt x="35697" y="33678"/>
                  <a:pt x="35129" y="33811"/>
                  <a:pt x="34592" y="33811"/>
                </a:cubicBezTo>
                <a:cubicBezTo>
                  <a:pt x="28860" y="33811"/>
                  <a:pt x="26509" y="18663"/>
                  <a:pt x="27198" y="2032"/>
                </a:cubicBezTo>
                <a:cubicBezTo>
                  <a:pt x="25518" y="751"/>
                  <a:pt x="23532" y="0"/>
                  <a:pt x="21194" y="0"/>
                </a:cubicBezTo>
                <a:close/>
              </a:path>
            </a:pathLst>
          </a:custGeom>
          <a:solidFill>
            <a:srgbClr val="7C674C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5" name="Google Shape;1315;p30">
            <a:extLst>
              <a:ext uri="{FF2B5EF4-FFF2-40B4-BE49-F238E27FC236}">
                <a16:creationId xmlns:a16="http://schemas.microsoft.com/office/drawing/2014/main" id="{AACB1136-BC3B-4FC8-97E4-36426D0FCDDB}"/>
              </a:ext>
            </a:extLst>
          </p:cNvPr>
          <p:cNvSpPr>
            <a:spLocks noGrp="1"/>
          </p:cNvSpPr>
          <p:nvPr/>
        </p:nvSpPr>
        <p:spPr>
          <a:xfrm>
            <a:off x="8639296" y="4545326"/>
            <a:ext cx="126447" cy="122416"/>
          </a:xfrm>
          <a:custGeom>
            <a:avLst/>
            <a:gdLst/>
            <a:ahLst/>
            <a:cxnLst/>
            <a:rect l="l" t="t" r="r" b="b"/>
            <a:pathLst>
              <a:path w="5813" h="5212">
                <a:moveTo>
                  <a:pt x="4836" y="0"/>
                </a:moveTo>
                <a:lnTo>
                  <a:pt x="4836" y="0"/>
                </a:lnTo>
                <a:cubicBezTo>
                  <a:pt x="4969" y="932"/>
                  <a:pt x="5014" y="1775"/>
                  <a:pt x="5014" y="2662"/>
                </a:cubicBezTo>
                <a:cubicBezTo>
                  <a:pt x="4969" y="3062"/>
                  <a:pt x="4969" y="3550"/>
                  <a:pt x="4881" y="3816"/>
                </a:cubicBezTo>
                <a:cubicBezTo>
                  <a:pt x="4748" y="4127"/>
                  <a:pt x="4570" y="4260"/>
                  <a:pt x="4260" y="4304"/>
                </a:cubicBezTo>
                <a:cubicBezTo>
                  <a:pt x="4198" y="4317"/>
                  <a:pt x="4135" y="4323"/>
                  <a:pt x="4072" y="4323"/>
                </a:cubicBezTo>
                <a:cubicBezTo>
                  <a:pt x="3497" y="4323"/>
                  <a:pt x="2854" y="3812"/>
                  <a:pt x="2174" y="3372"/>
                </a:cubicBezTo>
                <a:cubicBezTo>
                  <a:pt x="1464" y="2884"/>
                  <a:pt x="754" y="2352"/>
                  <a:pt x="0" y="1819"/>
                </a:cubicBezTo>
                <a:lnTo>
                  <a:pt x="0" y="1819"/>
                </a:lnTo>
                <a:cubicBezTo>
                  <a:pt x="488" y="2574"/>
                  <a:pt x="1065" y="3284"/>
                  <a:pt x="1731" y="3905"/>
                </a:cubicBezTo>
                <a:cubicBezTo>
                  <a:pt x="2086" y="4215"/>
                  <a:pt x="2440" y="4526"/>
                  <a:pt x="2840" y="4792"/>
                </a:cubicBezTo>
                <a:cubicBezTo>
                  <a:pt x="3178" y="5018"/>
                  <a:pt x="3612" y="5211"/>
                  <a:pt x="4114" y="5211"/>
                </a:cubicBezTo>
                <a:cubicBezTo>
                  <a:pt x="4205" y="5211"/>
                  <a:pt x="4298" y="5205"/>
                  <a:pt x="4393" y="5191"/>
                </a:cubicBezTo>
                <a:cubicBezTo>
                  <a:pt x="4659" y="5147"/>
                  <a:pt x="4969" y="5058"/>
                  <a:pt x="5191" y="4836"/>
                </a:cubicBezTo>
                <a:cubicBezTo>
                  <a:pt x="5457" y="4659"/>
                  <a:pt x="5635" y="4348"/>
                  <a:pt x="5679" y="4082"/>
                </a:cubicBezTo>
                <a:cubicBezTo>
                  <a:pt x="5812" y="3505"/>
                  <a:pt x="5768" y="3062"/>
                  <a:pt x="5724" y="2618"/>
                </a:cubicBezTo>
                <a:cubicBezTo>
                  <a:pt x="5591" y="1686"/>
                  <a:pt x="5324" y="799"/>
                  <a:pt x="4836" y="0"/>
                </a:cubicBezTo>
                <a:close/>
              </a:path>
            </a:pathLst>
          </a:custGeom>
          <a:solidFill>
            <a:srgbClr val="E6C29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6" name="Google Shape;1316;p30">
            <a:extLst>
              <a:ext uri="{FF2B5EF4-FFF2-40B4-BE49-F238E27FC236}">
                <a16:creationId xmlns:a16="http://schemas.microsoft.com/office/drawing/2014/main" id="{1BEEC16D-93AA-4FDA-A62A-F2E8A7EE4058}"/>
              </a:ext>
            </a:extLst>
          </p:cNvPr>
          <p:cNvSpPr>
            <a:spLocks noGrp="1"/>
          </p:cNvSpPr>
          <p:nvPr/>
        </p:nvSpPr>
        <p:spPr>
          <a:xfrm>
            <a:off x="8906634" y="4504669"/>
            <a:ext cx="14487" cy="74032"/>
          </a:xfrm>
          <a:custGeom>
            <a:avLst/>
            <a:gdLst/>
            <a:ahLst/>
            <a:cxnLst/>
            <a:rect l="l" t="t" r="r" b="b"/>
            <a:pathLst>
              <a:path w="666" h="3152">
                <a:moveTo>
                  <a:pt x="0" y="1"/>
                </a:moveTo>
                <a:lnTo>
                  <a:pt x="0" y="1"/>
                </a:lnTo>
                <a:cubicBezTo>
                  <a:pt x="222" y="1110"/>
                  <a:pt x="399" y="2175"/>
                  <a:pt x="666" y="3151"/>
                </a:cubicBezTo>
                <a:cubicBezTo>
                  <a:pt x="666" y="2752"/>
                  <a:pt x="666" y="2441"/>
                  <a:pt x="621" y="2086"/>
                </a:cubicBezTo>
                <a:cubicBezTo>
                  <a:pt x="532" y="1376"/>
                  <a:pt x="355" y="667"/>
                  <a:pt x="0" y="1"/>
                </a:cubicBezTo>
                <a:close/>
              </a:path>
            </a:pathLst>
          </a:custGeom>
          <a:solidFill>
            <a:srgbClr val="E6C29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7" name="Google Shape;1317;p30">
            <a:extLst>
              <a:ext uri="{FF2B5EF4-FFF2-40B4-BE49-F238E27FC236}">
                <a16:creationId xmlns:a16="http://schemas.microsoft.com/office/drawing/2014/main" id="{DB3BAEB4-F76F-45FA-98A5-E56CD20BF06A}"/>
              </a:ext>
            </a:extLst>
          </p:cNvPr>
          <p:cNvSpPr>
            <a:spLocks noGrp="1"/>
          </p:cNvSpPr>
          <p:nvPr/>
        </p:nvSpPr>
        <p:spPr>
          <a:xfrm>
            <a:off x="8796610" y="4493207"/>
            <a:ext cx="124511" cy="122088"/>
          </a:xfrm>
          <a:custGeom>
            <a:avLst/>
            <a:gdLst/>
            <a:ahLst/>
            <a:cxnLst/>
            <a:rect l="l" t="t" r="r" b="b"/>
            <a:pathLst>
              <a:path w="5724" h="5198">
                <a:moveTo>
                  <a:pt x="4792" y="1"/>
                </a:moveTo>
                <a:lnTo>
                  <a:pt x="4792" y="1"/>
                </a:lnTo>
                <a:cubicBezTo>
                  <a:pt x="4925" y="888"/>
                  <a:pt x="5014" y="1776"/>
                  <a:pt x="4969" y="2619"/>
                </a:cubicBezTo>
                <a:cubicBezTo>
                  <a:pt x="4925" y="3018"/>
                  <a:pt x="4925" y="3506"/>
                  <a:pt x="4836" y="3817"/>
                </a:cubicBezTo>
                <a:cubicBezTo>
                  <a:pt x="4748" y="4127"/>
                  <a:pt x="4526" y="4216"/>
                  <a:pt x="4215" y="4305"/>
                </a:cubicBezTo>
                <a:cubicBezTo>
                  <a:pt x="4172" y="4311"/>
                  <a:pt x="4128" y="4314"/>
                  <a:pt x="4085" y="4314"/>
                </a:cubicBezTo>
                <a:cubicBezTo>
                  <a:pt x="3495" y="4314"/>
                  <a:pt x="2835" y="3783"/>
                  <a:pt x="2174" y="3329"/>
                </a:cubicBezTo>
                <a:cubicBezTo>
                  <a:pt x="1420" y="2840"/>
                  <a:pt x="710" y="2308"/>
                  <a:pt x="0" y="1776"/>
                </a:cubicBezTo>
                <a:lnTo>
                  <a:pt x="0" y="1776"/>
                </a:lnTo>
                <a:cubicBezTo>
                  <a:pt x="444" y="2574"/>
                  <a:pt x="1065" y="3240"/>
                  <a:pt x="1730" y="3861"/>
                </a:cubicBezTo>
                <a:cubicBezTo>
                  <a:pt x="2041" y="4216"/>
                  <a:pt x="2396" y="4482"/>
                  <a:pt x="2795" y="4748"/>
                </a:cubicBezTo>
                <a:cubicBezTo>
                  <a:pt x="3160" y="4992"/>
                  <a:pt x="3673" y="5198"/>
                  <a:pt x="4199" y="5198"/>
                </a:cubicBezTo>
                <a:cubicBezTo>
                  <a:pt x="4248" y="5198"/>
                  <a:pt x="4298" y="5196"/>
                  <a:pt x="4348" y="5192"/>
                </a:cubicBezTo>
                <a:cubicBezTo>
                  <a:pt x="4614" y="5148"/>
                  <a:pt x="4925" y="5015"/>
                  <a:pt x="5191" y="4837"/>
                </a:cubicBezTo>
                <a:cubicBezTo>
                  <a:pt x="5413" y="4615"/>
                  <a:pt x="5590" y="4305"/>
                  <a:pt x="5635" y="4038"/>
                </a:cubicBezTo>
                <a:cubicBezTo>
                  <a:pt x="5679" y="3905"/>
                  <a:pt x="5679" y="3772"/>
                  <a:pt x="5724" y="3639"/>
                </a:cubicBezTo>
                <a:cubicBezTo>
                  <a:pt x="5457" y="2663"/>
                  <a:pt x="5280" y="1598"/>
                  <a:pt x="5058" y="489"/>
                </a:cubicBezTo>
                <a:cubicBezTo>
                  <a:pt x="4969" y="312"/>
                  <a:pt x="4881" y="134"/>
                  <a:pt x="4792" y="1"/>
                </a:cubicBezTo>
                <a:close/>
              </a:path>
            </a:pathLst>
          </a:custGeom>
          <a:solidFill>
            <a:srgbClr val="E6C29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8" name="Google Shape;1318;p30">
            <a:extLst>
              <a:ext uri="{FF2B5EF4-FFF2-40B4-BE49-F238E27FC236}">
                <a16:creationId xmlns:a16="http://schemas.microsoft.com/office/drawing/2014/main" id="{C9781DC1-8CAD-467C-AA79-6E3DEEFDFB02}"/>
              </a:ext>
            </a:extLst>
          </p:cNvPr>
          <p:cNvSpPr>
            <a:spLocks noGrp="1"/>
          </p:cNvSpPr>
          <p:nvPr/>
        </p:nvSpPr>
        <p:spPr>
          <a:xfrm>
            <a:off x="8958731" y="4652664"/>
            <a:ext cx="124533" cy="122064"/>
          </a:xfrm>
          <a:custGeom>
            <a:avLst/>
            <a:gdLst/>
            <a:ahLst/>
            <a:cxnLst/>
            <a:rect l="l" t="t" r="r" b="b"/>
            <a:pathLst>
              <a:path w="5725" h="5197">
                <a:moveTo>
                  <a:pt x="4748" y="0"/>
                </a:moveTo>
                <a:lnTo>
                  <a:pt x="4748" y="0"/>
                </a:lnTo>
                <a:cubicBezTo>
                  <a:pt x="4881" y="888"/>
                  <a:pt x="4970" y="1775"/>
                  <a:pt x="4926" y="2618"/>
                </a:cubicBezTo>
                <a:cubicBezTo>
                  <a:pt x="4926" y="3017"/>
                  <a:pt x="4926" y="3505"/>
                  <a:pt x="4793" y="3816"/>
                </a:cubicBezTo>
                <a:cubicBezTo>
                  <a:pt x="4704" y="4126"/>
                  <a:pt x="4526" y="4260"/>
                  <a:pt x="4172" y="4304"/>
                </a:cubicBezTo>
                <a:cubicBezTo>
                  <a:pt x="4131" y="4310"/>
                  <a:pt x="4091" y="4313"/>
                  <a:pt x="4049" y="4313"/>
                </a:cubicBezTo>
                <a:cubicBezTo>
                  <a:pt x="3490" y="4313"/>
                  <a:pt x="2791" y="3782"/>
                  <a:pt x="2131" y="3328"/>
                </a:cubicBezTo>
                <a:cubicBezTo>
                  <a:pt x="1421" y="2840"/>
                  <a:pt x="711" y="2352"/>
                  <a:pt x="1" y="1819"/>
                </a:cubicBezTo>
                <a:lnTo>
                  <a:pt x="1" y="1819"/>
                </a:lnTo>
                <a:lnTo>
                  <a:pt x="45" y="1952"/>
                </a:lnTo>
                <a:cubicBezTo>
                  <a:pt x="489" y="2662"/>
                  <a:pt x="1066" y="3328"/>
                  <a:pt x="1687" y="3905"/>
                </a:cubicBezTo>
                <a:cubicBezTo>
                  <a:pt x="1997" y="4215"/>
                  <a:pt x="2352" y="4481"/>
                  <a:pt x="2752" y="4748"/>
                </a:cubicBezTo>
                <a:cubicBezTo>
                  <a:pt x="3117" y="4991"/>
                  <a:pt x="3629" y="5197"/>
                  <a:pt x="4155" y="5197"/>
                </a:cubicBezTo>
                <a:cubicBezTo>
                  <a:pt x="4205" y="5197"/>
                  <a:pt x="4255" y="5195"/>
                  <a:pt x="4305" y="5191"/>
                </a:cubicBezTo>
                <a:cubicBezTo>
                  <a:pt x="4571" y="5147"/>
                  <a:pt x="4881" y="5014"/>
                  <a:pt x="5148" y="4836"/>
                </a:cubicBezTo>
                <a:cubicBezTo>
                  <a:pt x="5369" y="4615"/>
                  <a:pt x="5547" y="4304"/>
                  <a:pt x="5591" y="4038"/>
                </a:cubicBezTo>
                <a:cubicBezTo>
                  <a:pt x="5724" y="3505"/>
                  <a:pt x="5680" y="3062"/>
                  <a:pt x="5636" y="2574"/>
                </a:cubicBezTo>
                <a:cubicBezTo>
                  <a:pt x="5547" y="1686"/>
                  <a:pt x="5236" y="755"/>
                  <a:pt x="4748" y="0"/>
                </a:cubicBezTo>
                <a:close/>
              </a:path>
            </a:pathLst>
          </a:custGeom>
          <a:solidFill>
            <a:srgbClr val="E6C29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9" name="Google Shape;1319;p30">
            <a:extLst>
              <a:ext uri="{FF2B5EF4-FFF2-40B4-BE49-F238E27FC236}">
                <a16:creationId xmlns:a16="http://schemas.microsoft.com/office/drawing/2014/main" id="{A788FDC9-DC08-431C-AE3E-E091E731338F}"/>
              </a:ext>
            </a:extLst>
          </p:cNvPr>
          <p:cNvSpPr>
            <a:spLocks noGrp="1"/>
          </p:cNvSpPr>
          <p:nvPr/>
        </p:nvSpPr>
        <p:spPr>
          <a:xfrm>
            <a:off x="8957774" y="4694330"/>
            <a:ext cx="1957" cy="4204"/>
          </a:xfrm>
          <a:custGeom>
            <a:avLst/>
            <a:gdLst/>
            <a:ahLst/>
            <a:cxnLst/>
            <a:rect l="l" t="t" r="r" b="b"/>
            <a:pathLst>
              <a:path w="90" h="179">
                <a:moveTo>
                  <a:pt x="1" y="1"/>
                </a:moveTo>
                <a:lnTo>
                  <a:pt x="89" y="178"/>
                </a:lnTo>
                <a:lnTo>
                  <a:pt x="89" y="178"/>
                </a:lnTo>
                <a:lnTo>
                  <a:pt x="45" y="45"/>
                </a:lnTo>
                <a:lnTo>
                  <a:pt x="1" y="1"/>
                </a:lnTo>
                <a:close/>
              </a:path>
            </a:pathLst>
          </a:custGeom>
          <a:solidFill>
            <a:srgbClr val="E6C29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0" name="Google Shape;1320;p30">
            <a:extLst>
              <a:ext uri="{FF2B5EF4-FFF2-40B4-BE49-F238E27FC236}">
                <a16:creationId xmlns:a16="http://schemas.microsoft.com/office/drawing/2014/main" id="{21908987-67BC-477A-85F7-03EB3499CEC8}"/>
              </a:ext>
            </a:extLst>
          </p:cNvPr>
          <p:cNvSpPr>
            <a:spLocks noGrp="1"/>
          </p:cNvSpPr>
          <p:nvPr/>
        </p:nvSpPr>
        <p:spPr>
          <a:xfrm>
            <a:off x="8930757" y="4420278"/>
            <a:ext cx="125490" cy="122346"/>
          </a:xfrm>
          <a:custGeom>
            <a:avLst/>
            <a:gdLst/>
            <a:ahLst/>
            <a:cxnLst/>
            <a:rect l="l" t="t" r="r" b="b"/>
            <a:pathLst>
              <a:path w="5769" h="5209">
                <a:moveTo>
                  <a:pt x="4792" y="0"/>
                </a:moveTo>
                <a:lnTo>
                  <a:pt x="4792" y="0"/>
                </a:lnTo>
                <a:cubicBezTo>
                  <a:pt x="4925" y="888"/>
                  <a:pt x="5014" y="1775"/>
                  <a:pt x="4969" y="2618"/>
                </a:cubicBezTo>
                <a:cubicBezTo>
                  <a:pt x="4969" y="3062"/>
                  <a:pt x="4969" y="3505"/>
                  <a:pt x="4836" y="3816"/>
                </a:cubicBezTo>
                <a:cubicBezTo>
                  <a:pt x="4748" y="4126"/>
                  <a:pt x="4570" y="4260"/>
                  <a:pt x="4215" y="4304"/>
                </a:cubicBezTo>
                <a:cubicBezTo>
                  <a:pt x="4175" y="4310"/>
                  <a:pt x="4134" y="4313"/>
                  <a:pt x="4093" y="4313"/>
                </a:cubicBezTo>
                <a:cubicBezTo>
                  <a:pt x="3534" y="4313"/>
                  <a:pt x="2835" y="3782"/>
                  <a:pt x="2174" y="3328"/>
                </a:cubicBezTo>
                <a:cubicBezTo>
                  <a:pt x="1464" y="2840"/>
                  <a:pt x="755" y="2307"/>
                  <a:pt x="0" y="1775"/>
                </a:cubicBezTo>
                <a:lnTo>
                  <a:pt x="0" y="1775"/>
                </a:lnTo>
                <a:cubicBezTo>
                  <a:pt x="444" y="2574"/>
                  <a:pt x="1065" y="3283"/>
                  <a:pt x="1731" y="3905"/>
                </a:cubicBezTo>
                <a:cubicBezTo>
                  <a:pt x="2041" y="4215"/>
                  <a:pt x="2396" y="4481"/>
                  <a:pt x="2795" y="4792"/>
                </a:cubicBezTo>
                <a:cubicBezTo>
                  <a:pt x="3141" y="4984"/>
                  <a:pt x="3619" y="5209"/>
                  <a:pt x="4115" y="5209"/>
                </a:cubicBezTo>
                <a:cubicBezTo>
                  <a:pt x="4192" y="5209"/>
                  <a:pt x="4270" y="5203"/>
                  <a:pt x="4348" y="5191"/>
                </a:cubicBezTo>
                <a:cubicBezTo>
                  <a:pt x="4659" y="5147"/>
                  <a:pt x="4925" y="5058"/>
                  <a:pt x="5191" y="4836"/>
                </a:cubicBezTo>
                <a:cubicBezTo>
                  <a:pt x="5413" y="4614"/>
                  <a:pt x="5591" y="4348"/>
                  <a:pt x="5679" y="4038"/>
                </a:cubicBezTo>
                <a:cubicBezTo>
                  <a:pt x="5768" y="3505"/>
                  <a:pt x="5724" y="3062"/>
                  <a:pt x="5679" y="2574"/>
                </a:cubicBezTo>
                <a:cubicBezTo>
                  <a:pt x="5591" y="1686"/>
                  <a:pt x="5280" y="754"/>
                  <a:pt x="4792" y="0"/>
                </a:cubicBezTo>
                <a:close/>
              </a:path>
            </a:pathLst>
          </a:custGeom>
          <a:solidFill>
            <a:srgbClr val="E6C29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1" name="Google Shape;1321;p30">
            <a:extLst>
              <a:ext uri="{FF2B5EF4-FFF2-40B4-BE49-F238E27FC236}">
                <a16:creationId xmlns:a16="http://schemas.microsoft.com/office/drawing/2014/main" id="{47A0842D-2562-42E3-80EC-028BCC0658FD}"/>
              </a:ext>
            </a:extLst>
          </p:cNvPr>
          <p:cNvSpPr>
            <a:spLocks noGrp="1"/>
          </p:cNvSpPr>
          <p:nvPr/>
        </p:nvSpPr>
        <p:spPr>
          <a:xfrm>
            <a:off x="8635424" y="4347326"/>
            <a:ext cx="125490" cy="122416"/>
          </a:xfrm>
          <a:custGeom>
            <a:avLst/>
            <a:gdLst/>
            <a:ahLst/>
            <a:cxnLst/>
            <a:rect l="l" t="t" r="r" b="b"/>
            <a:pathLst>
              <a:path w="5769" h="5212">
                <a:moveTo>
                  <a:pt x="4792" y="0"/>
                </a:moveTo>
                <a:cubicBezTo>
                  <a:pt x="4926" y="932"/>
                  <a:pt x="5014" y="1775"/>
                  <a:pt x="4970" y="2663"/>
                </a:cubicBezTo>
                <a:cubicBezTo>
                  <a:pt x="4926" y="3062"/>
                  <a:pt x="4926" y="3550"/>
                  <a:pt x="4837" y="3816"/>
                </a:cubicBezTo>
                <a:cubicBezTo>
                  <a:pt x="4748" y="4127"/>
                  <a:pt x="4526" y="4260"/>
                  <a:pt x="4216" y="4304"/>
                </a:cubicBezTo>
                <a:cubicBezTo>
                  <a:pt x="4154" y="4317"/>
                  <a:pt x="4091" y="4324"/>
                  <a:pt x="4028" y="4324"/>
                </a:cubicBezTo>
                <a:cubicBezTo>
                  <a:pt x="3453" y="4324"/>
                  <a:pt x="2810" y="3812"/>
                  <a:pt x="2130" y="3372"/>
                </a:cubicBezTo>
                <a:cubicBezTo>
                  <a:pt x="1421" y="2884"/>
                  <a:pt x="711" y="2352"/>
                  <a:pt x="1" y="1820"/>
                </a:cubicBezTo>
                <a:lnTo>
                  <a:pt x="1" y="1820"/>
                </a:lnTo>
                <a:cubicBezTo>
                  <a:pt x="444" y="2574"/>
                  <a:pt x="1066" y="3284"/>
                  <a:pt x="1731" y="3905"/>
                </a:cubicBezTo>
                <a:cubicBezTo>
                  <a:pt x="2042" y="4215"/>
                  <a:pt x="2397" y="4526"/>
                  <a:pt x="2796" y="4792"/>
                </a:cubicBezTo>
                <a:cubicBezTo>
                  <a:pt x="3134" y="5018"/>
                  <a:pt x="3568" y="5211"/>
                  <a:pt x="4070" y="5211"/>
                </a:cubicBezTo>
                <a:cubicBezTo>
                  <a:pt x="4161" y="5211"/>
                  <a:pt x="4254" y="5205"/>
                  <a:pt x="4349" y="5191"/>
                </a:cubicBezTo>
                <a:cubicBezTo>
                  <a:pt x="4615" y="5147"/>
                  <a:pt x="4926" y="5058"/>
                  <a:pt x="5147" y="4837"/>
                </a:cubicBezTo>
                <a:cubicBezTo>
                  <a:pt x="5414" y="4659"/>
                  <a:pt x="5591" y="4348"/>
                  <a:pt x="5635" y="4082"/>
                </a:cubicBezTo>
                <a:cubicBezTo>
                  <a:pt x="5769" y="3505"/>
                  <a:pt x="5724" y="3062"/>
                  <a:pt x="5680" y="2618"/>
                </a:cubicBezTo>
                <a:cubicBezTo>
                  <a:pt x="5547" y="1686"/>
                  <a:pt x="5281" y="799"/>
                  <a:pt x="4792" y="0"/>
                </a:cubicBezTo>
                <a:close/>
              </a:path>
            </a:pathLst>
          </a:custGeom>
          <a:solidFill>
            <a:srgbClr val="E6C29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2" name="Google Shape;1322;p30">
            <a:extLst>
              <a:ext uri="{FF2B5EF4-FFF2-40B4-BE49-F238E27FC236}">
                <a16:creationId xmlns:a16="http://schemas.microsoft.com/office/drawing/2014/main" id="{6B00A0E6-2AB9-4AE8-B6FC-EA1D78BAFC13}"/>
              </a:ext>
            </a:extLst>
          </p:cNvPr>
          <p:cNvSpPr>
            <a:spLocks noGrp="1"/>
          </p:cNvSpPr>
          <p:nvPr/>
        </p:nvSpPr>
        <p:spPr>
          <a:xfrm>
            <a:off x="8886360" y="4173284"/>
            <a:ext cx="22209" cy="119880"/>
          </a:xfrm>
          <a:custGeom>
            <a:avLst/>
            <a:gdLst/>
            <a:ahLst/>
            <a:cxnLst/>
            <a:rect l="l" t="t" r="r" b="b"/>
            <a:pathLst>
              <a:path w="1021" h="5104">
                <a:moveTo>
                  <a:pt x="45" y="1"/>
                </a:moveTo>
                <a:cubicBezTo>
                  <a:pt x="178" y="933"/>
                  <a:pt x="267" y="1776"/>
                  <a:pt x="222" y="2619"/>
                </a:cubicBezTo>
                <a:cubicBezTo>
                  <a:pt x="222" y="3062"/>
                  <a:pt x="178" y="3506"/>
                  <a:pt x="89" y="3817"/>
                </a:cubicBezTo>
                <a:cubicBezTo>
                  <a:pt x="45" y="3905"/>
                  <a:pt x="45" y="3994"/>
                  <a:pt x="0" y="4038"/>
                </a:cubicBezTo>
                <a:cubicBezTo>
                  <a:pt x="0" y="4393"/>
                  <a:pt x="0" y="4748"/>
                  <a:pt x="45" y="5103"/>
                </a:cubicBezTo>
                <a:cubicBezTo>
                  <a:pt x="178" y="5015"/>
                  <a:pt x="311" y="4970"/>
                  <a:pt x="444" y="4837"/>
                </a:cubicBezTo>
                <a:cubicBezTo>
                  <a:pt x="666" y="4660"/>
                  <a:pt x="843" y="4349"/>
                  <a:pt x="888" y="4083"/>
                </a:cubicBezTo>
                <a:cubicBezTo>
                  <a:pt x="1021" y="3506"/>
                  <a:pt x="976" y="3062"/>
                  <a:pt x="932" y="2619"/>
                </a:cubicBezTo>
                <a:cubicBezTo>
                  <a:pt x="843" y="1687"/>
                  <a:pt x="533" y="800"/>
                  <a:pt x="45" y="1"/>
                </a:cubicBezTo>
                <a:close/>
              </a:path>
            </a:pathLst>
          </a:custGeom>
          <a:solidFill>
            <a:srgbClr val="E6C29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3" name="Google Shape;1323;p30">
            <a:extLst>
              <a:ext uri="{FF2B5EF4-FFF2-40B4-BE49-F238E27FC236}">
                <a16:creationId xmlns:a16="http://schemas.microsoft.com/office/drawing/2014/main" id="{F6424FE2-A131-4371-AE9B-F760B2A41757}"/>
              </a:ext>
            </a:extLst>
          </p:cNvPr>
          <p:cNvSpPr>
            <a:spLocks noGrp="1"/>
          </p:cNvSpPr>
          <p:nvPr/>
        </p:nvSpPr>
        <p:spPr>
          <a:xfrm>
            <a:off x="8783101" y="4216031"/>
            <a:ext cx="104237" cy="79669"/>
          </a:xfrm>
          <a:custGeom>
            <a:avLst/>
            <a:gdLst/>
            <a:ahLst/>
            <a:cxnLst/>
            <a:rect l="l" t="t" r="r" b="b"/>
            <a:pathLst>
              <a:path w="4792" h="3392">
                <a:moveTo>
                  <a:pt x="0" y="0"/>
                </a:moveTo>
                <a:lnTo>
                  <a:pt x="0" y="0"/>
                </a:lnTo>
                <a:cubicBezTo>
                  <a:pt x="444" y="754"/>
                  <a:pt x="1065" y="1464"/>
                  <a:pt x="1730" y="2085"/>
                </a:cubicBezTo>
                <a:cubicBezTo>
                  <a:pt x="2041" y="2396"/>
                  <a:pt x="2396" y="2662"/>
                  <a:pt x="2795" y="2973"/>
                </a:cubicBezTo>
                <a:cubicBezTo>
                  <a:pt x="3133" y="3198"/>
                  <a:pt x="3599" y="3392"/>
                  <a:pt x="4084" y="3392"/>
                </a:cubicBezTo>
                <a:cubicBezTo>
                  <a:pt x="4172" y="3392"/>
                  <a:pt x="4260" y="3386"/>
                  <a:pt x="4348" y="3372"/>
                </a:cubicBezTo>
                <a:cubicBezTo>
                  <a:pt x="4481" y="3372"/>
                  <a:pt x="4614" y="3328"/>
                  <a:pt x="4792" y="3283"/>
                </a:cubicBezTo>
                <a:cubicBezTo>
                  <a:pt x="4747" y="2928"/>
                  <a:pt x="4747" y="2573"/>
                  <a:pt x="4747" y="2218"/>
                </a:cubicBezTo>
                <a:cubicBezTo>
                  <a:pt x="4614" y="2396"/>
                  <a:pt x="4481" y="2440"/>
                  <a:pt x="4215" y="2485"/>
                </a:cubicBezTo>
                <a:cubicBezTo>
                  <a:pt x="4161" y="2497"/>
                  <a:pt x="4105" y="2503"/>
                  <a:pt x="4048" y="2503"/>
                </a:cubicBezTo>
                <a:cubicBezTo>
                  <a:pt x="3497" y="2503"/>
                  <a:pt x="2817" y="1955"/>
                  <a:pt x="2174" y="1553"/>
                </a:cubicBezTo>
                <a:cubicBezTo>
                  <a:pt x="1420" y="1065"/>
                  <a:pt x="710" y="532"/>
                  <a:pt x="0" y="0"/>
                </a:cubicBezTo>
                <a:close/>
              </a:path>
            </a:pathLst>
          </a:custGeom>
          <a:solidFill>
            <a:srgbClr val="E6C29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4" name="Google Shape;1324;p30">
            <a:extLst>
              <a:ext uri="{FF2B5EF4-FFF2-40B4-BE49-F238E27FC236}">
                <a16:creationId xmlns:a16="http://schemas.microsoft.com/office/drawing/2014/main" id="{2F8EE048-72A2-4183-ABBE-4114E9B0785E}"/>
              </a:ext>
            </a:extLst>
          </p:cNvPr>
          <p:cNvSpPr>
            <a:spLocks noGrp="1"/>
          </p:cNvSpPr>
          <p:nvPr/>
        </p:nvSpPr>
        <p:spPr>
          <a:xfrm>
            <a:off x="8796610" y="4667249"/>
            <a:ext cx="125468" cy="122088"/>
          </a:xfrm>
          <a:custGeom>
            <a:avLst/>
            <a:gdLst/>
            <a:ahLst/>
            <a:cxnLst/>
            <a:rect l="l" t="t" r="r" b="b"/>
            <a:pathLst>
              <a:path w="5768" h="5198">
                <a:moveTo>
                  <a:pt x="4792" y="0"/>
                </a:moveTo>
                <a:lnTo>
                  <a:pt x="4792" y="0"/>
                </a:lnTo>
                <a:cubicBezTo>
                  <a:pt x="4925" y="888"/>
                  <a:pt x="5014" y="1775"/>
                  <a:pt x="4969" y="2618"/>
                </a:cubicBezTo>
                <a:cubicBezTo>
                  <a:pt x="4925" y="3017"/>
                  <a:pt x="4925" y="3505"/>
                  <a:pt x="4836" y="3816"/>
                </a:cubicBezTo>
                <a:cubicBezTo>
                  <a:pt x="4748" y="4127"/>
                  <a:pt x="4526" y="4260"/>
                  <a:pt x="4215" y="4304"/>
                </a:cubicBezTo>
                <a:cubicBezTo>
                  <a:pt x="4172" y="4310"/>
                  <a:pt x="4128" y="4313"/>
                  <a:pt x="4085" y="4313"/>
                </a:cubicBezTo>
                <a:cubicBezTo>
                  <a:pt x="3495" y="4313"/>
                  <a:pt x="2835" y="3782"/>
                  <a:pt x="2174" y="3328"/>
                </a:cubicBezTo>
                <a:cubicBezTo>
                  <a:pt x="1420" y="2840"/>
                  <a:pt x="710" y="2308"/>
                  <a:pt x="0" y="1775"/>
                </a:cubicBezTo>
                <a:lnTo>
                  <a:pt x="0" y="1775"/>
                </a:lnTo>
                <a:cubicBezTo>
                  <a:pt x="444" y="2574"/>
                  <a:pt x="1065" y="3284"/>
                  <a:pt x="1730" y="3905"/>
                </a:cubicBezTo>
                <a:cubicBezTo>
                  <a:pt x="2041" y="4215"/>
                  <a:pt x="2396" y="4482"/>
                  <a:pt x="2795" y="4748"/>
                </a:cubicBezTo>
                <a:cubicBezTo>
                  <a:pt x="3160" y="4991"/>
                  <a:pt x="3673" y="5197"/>
                  <a:pt x="4199" y="5197"/>
                </a:cubicBezTo>
                <a:cubicBezTo>
                  <a:pt x="4248" y="5197"/>
                  <a:pt x="4298" y="5195"/>
                  <a:pt x="4348" y="5191"/>
                </a:cubicBezTo>
                <a:cubicBezTo>
                  <a:pt x="4614" y="5147"/>
                  <a:pt x="4925" y="5014"/>
                  <a:pt x="5191" y="4837"/>
                </a:cubicBezTo>
                <a:cubicBezTo>
                  <a:pt x="5413" y="4615"/>
                  <a:pt x="5590" y="4304"/>
                  <a:pt x="5635" y="4038"/>
                </a:cubicBezTo>
                <a:cubicBezTo>
                  <a:pt x="5768" y="3505"/>
                  <a:pt x="5724" y="3062"/>
                  <a:pt x="5679" y="2574"/>
                </a:cubicBezTo>
                <a:cubicBezTo>
                  <a:pt x="5590" y="1642"/>
                  <a:pt x="5280" y="755"/>
                  <a:pt x="4792" y="0"/>
                </a:cubicBezTo>
                <a:close/>
              </a:path>
            </a:pathLst>
          </a:custGeom>
          <a:solidFill>
            <a:srgbClr val="E6C29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5" name="Google Shape;1325;p30">
            <a:extLst>
              <a:ext uri="{FF2B5EF4-FFF2-40B4-BE49-F238E27FC236}">
                <a16:creationId xmlns:a16="http://schemas.microsoft.com/office/drawing/2014/main" id="{69822243-4877-4C81-878F-A238A7239992}"/>
              </a:ext>
            </a:extLst>
          </p:cNvPr>
          <p:cNvSpPr>
            <a:spLocks noGrp="1"/>
          </p:cNvSpPr>
          <p:nvPr/>
        </p:nvSpPr>
        <p:spPr>
          <a:xfrm>
            <a:off x="8044778" y="4568250"/>
            <a:ext cx="75307" cy="74009"/>
          </a:xfrm>
          <a:custGeom>
            <a:avLst/>
            <a:gdLst/>
            <a:ahLst/>
            <a:cxnLst/>
            <a:rect l="l" t="t" r="r" b="b"/>
            <a:pathLst>
              <a:path w="3462" h="3151">
                <a:moveTo>
                  <a:pt x="3106" y="0"/>
                </a:moveTo>
                <a:cubicBezTo>
                  <a:pt x="3106" y="577"/>
                  <a:pt x="3062" y="1110"/>
                  <a:pt x="2973" y="1642"/>
                </a:cubicBezTo>
                <a:cubicBezTo>
                  <a:pt x="2929" y="1864"/>
                  <a:pt x="2885" y="2174"/>
                  <a:pt x="2796" y="2352"/>
                </a:cubicBezTo>
                <a:cubicBezTo>
                  <a:pt x="2707" y="2529"/>
                  <a:pt x="2574" y="2574"/>
                  <a:pt x="2397" y="2574"/>
                </a:cubicBezTo>
                <a:lnTo>
                  <a:pt x="2352" y="2574"/>
                </a:lnTo>
                <a:cubicBezTo>
                  <a:pt x="1953" y="2574"/>
                  <a:pt x="1598" y="2130"/>
                  <a:pt x="1199" y="1775"/>
                </a:cubicBezTo>
                <a:cubicBezTo>
                  <a:pt x="799" y="1420"/>
                  <a:pt x="400" y="1021"/>
                  <a:pt x="1" y="622"/>
                </a:cubicBezTo>
                <a:lnTo>
                  <a:pt x="1" y="622"/>
                </a:lnTo>
                <a:cubicBezTo>
                  <a:pt x="223" y="1154"/>
                  <a:pt x="533" y="1642"/>
                  <a:pt x="844" y="2086"/>
                </a:cubicBezTo>
                <a:cubicBezTo>
                  <a:pt x="1021" y="2308"/>
                  <a:pt x="1199" y="2529"/>
                  <a:pt x="1420" y="2707"/>
                </a:cubicBezTo>
                <a:cubicBezTo>
                  <a:pt x="1642" y="2929"/>
                  <a:pt x="1953" y="3106"/>
                  <a:pt x="2352" y="3151"/>
                </a:cubicBezTo>
                <a:cubicBezTo>
                  <a:pt x="2530" y="3151"/>
                  <a:pt x="2707" y="3106"/>
                  <a:pt x="2885" y="3017"/>
                </a:cubicBezTo>
                <a:cubicBezTo>
                  <a:pt x="3062" y="2884"/>
                  <a:pt x="3195" y="2751"/>
                  <a:pt x="3240" y="2574"/>
                </a:cubicBezTo>
                <a:cubicBezTo>
                  <a:pt x="3373" y="2219"/>
                  <a:pt x="3417" y="1953"/>
                  <a:pt x="3417" y="1686"/>
                </a:cubicBezTo>
                <a:cubicBezTo>
                  <a:pt x="3461" y="1110"/>
                  <a:pt x="3373" y="533"/>
                  <a:pt x="3106" y="0"/>
                </a:cubicBezTo>
                <a:close/>
              </a:path>
            </a:pathLst>
          </a:custGeom>
          <a:solidFill>
            <a:srgbClr val="B1946E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6" name="Google Shape;1326;p30">
            <a:extLst>
              <a:ext uri="{FF2B5EF4-FFF2-40B4-BE49-F238E27FC236}">
                <a16:creationId xmlns:a16="http://schemas.microsoft.com/office/drawing/2014/main" id="{B911E8AB-3507-499F-A2F4-828564F3C415}"/>
              </a:ext>
            </a:extLst>
          </p:cNvPr>
          <p:cNvSpPr>
            <a:spLocks noGrp="1"/>
          </p:cNvSpPr>
          <p:nvPr/>
        </p:nvSpPr>
        <p:spPr>
          <a:xfrm>
            <a:off x="8146123" y="4552607"/>
            <a:ext cx="74328" cy="74032"/>
          </a:xfrm>
          <a:custGeom>
            <a:avLst/>
            <a:gdLst/>
            <a:ahLst/>
            <a:cxnLst/>
            <a:rect l="l" t="t" r="r" b="b"/>
            <a:pathLst>
              <a:path w="3417" h="3152">
                <a:moveTo>
                  <a:pt x="3106" y="1"/>
                </a:moveTo>
                <a:cubicBezTo>
                  <a:pt x="3106" y="578"/>
                  <a:pt x="3062" y="1110"/>
                  <a:pt x="2929" y="1643"/>
                </a:cubicBezTo>
                <a:cubicBezTo>
                  <a:pt x="2884" y="1864"/>
                  <a:pt x="2840" y="2175"/>
                  <a:pt x="2751" y="2352"/>
                </a:cubicBezTo>
                <a:cubicBezTo>
                  <a:pt x="2662" y="2530"/>
                  <a:pt x="2529" y="2574"/>
                  <a:pt x="2352" y="2574"/>
                </a:cubicBezTo>
                <a:lnTo>
                  <a:pt x="2307" y="2574"/>
                </a:lnTo>
                <a:cubicBezTo>
                  <a:pt x="1952" y="2574"/>
                  <a:pt x="1553" y="2175"/>
                  <a:pt x="1154" y="1776"/>
                </a:cubicBezTo>
                <a:cubicBezTo>
                  <a:pt x="755" y="1421"/>
                  <a:pt x="400" y="1021"/>
                  <a:pt x="0" y="622"/>
                </a:cubicBezTo>
                <a:lnTo>
                  <a:pt x="0" y="622"/>
                </a:lnTo>
                <a:cubicBezTo>
                  <a:pt x="178" y="1154"/>
                  <a:pt x="488" y="1643"/>
                  <a:pt x="843" y="2086"/>
                </a:cubicBezTo>
                <a:cubicBezTo>
                  <a:pt x="1021" y="2308"/>
                  <a:pt x="1198" y="2530"/>
                  <a:pt x="1420" y="2707"/>
                </a:cubicBezTo>
                <a:cubicBezTo>
                  <a:pt x="1642" y="2929"/>
                  <a:pt x="1952" y="3107"/>
                  <a:pt x="2307" y="3151"/>
                </a:cubicBezTo>
                <a:lnTo>
                  <a:pt x="2352" y="3151"/>
                </a:lnTo>
                <a:cubicBezTo>
                  <a:pt x="2485" y="3151"/>
                  <a:pt x="2707" y="3107"/>
                  <a:pt x="2840" y="3018"/>
                </a:cubicBezTo>
                <a:cubicBezTo>
                  <a:pt x="3017" y="2885"/>
                  <a:pt x="3150" y="2752"/>
                  <a:pt x="3239" y="2574"/>
                </a:cubicBezTo>
                <a:cubicBezTo>
                  <a:pt x="3328" y="2264"/>
                  <a:pt x="3372" y="1953"/>
                  <a:pt x="3372" y="1687"/>
                </a:cubicBezTo>
                <a:cubicBezTo>
                  <a:pt x="3417" y="1110"/>
                  <a:pt x="3328" y="533"/>
                  <a:pt x="3106" y="1"/>
                </a:cubicBezTo>
                <a:close/>
              </a:path>
            </a:pathLst>
          </a:custGeom>
          <a:solidFill>
            <a:srgbClr val="B1946E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7" name="Google Shape;1327;p30">
            <a:extLst>
              <a:ext uri="{FF2B5EF4-FFF2-40B4-BE49-F238E27FC236}">
                <a16:creationId xmlns:a16="http://schemas.microsoft.com/office/drawing/2014/main" id="{A589B5D4-DD47-45CF-B205-5178FA06F366}"/>
              </a:ext>
            </a:extLst>
          </p:cNvPr>
          <p:cNvSpPr>
            <a:spLocks noGrp="1"/>
          </p:cNvSpPr>
          <p:nvPr/>
        </p:nvSpPr>
        <p:spPr>
          <a:xfrm>
            <a:off x="8230088" y="4667249"/>
            <a:ext cx="74328" cy="74009"/>
          </a:xfrm>
          <a:custGeom>
            <a:avLst/>
            <a:gdLst/>
            <a:ahLst/>
            <a:cxnLst/>
            <a:rect l="l" t="t" r="r" b="b"/>
            <a:pathLst>
              <a:path w="3417" h="3151">
                <a:moveTo>
                  <a:pt x="3106" y="0"/>
                </a:moveTo>
                <a:cubicBezTo>
                  <a:pt x="3106" y="577"/>
                  <a:pt x="3062" y="1110"/>
                  <a:pt x="2929" y="1642"/>
                </a:cubicBezTo>
                <a:cubicBezTo>
                  <a:pt x="2884" y="1908"/>
                  <a:pt x="2840" y="2174"/>
                  <a:pt x="2751" y="2352"/>
                </a:cubicBezTo>
                <a:cubicBezTo>
                  <a:pt x="2662" y="2529"/>
                  <a:pt x="2529" y="2574"/>
                  <a:pt x="2352" y="2574"/>
                </a:cubicBezTo>
                <a:lnTo>
                  <a:pt x="2307" y="2574"/>
                </a:lnTo>
                <a:cubicBezTo>
                  <a:pt x="1952" y="2574"/>
                  <a:pt x="1553" y="2174"/>
                  <a:pt x="1154" y="1819"/>
                </a:cubicBezTo>
                <a:cubicBezTo>
                  <a:pt x="755" y="1420"/>
                  <a:pt x="400" y="1021"/>
                  <a:pt x="0" y="622"/>
                </a:cubicBezTo>
                <a:lnTo>
                  <a:pt x="0" y="622"/>
                </a:lnTo>
                <a:cubicBezTo>
                  <a:pt x="178" y="1154"/>
                  <a:pt x="488" y="1642"/>
                  <a:pt x="843" y="2086"/>
                </a:cubicBezTo>
                <a:cubicBezTo>
                  <a:pt x="1021" y="2308"/>
                  <a:pt x="1198" y="2529"/>
                  <a:pt x="1420" y="2751"/>
                </a:cubicBezTo>
                <a:cubicBezTo>
                  <a:pt x="1642" y="2929"/>
                  <a:pt x="1952" y="3151"/>
                  <a:pt x="2307" y="3151"/>
                </a:cubicBezTo>
                <a:lnTo>
                  <a:pt x="2352" y="3151"/>
                </a:lnTo>
                <a:cubicBezTo>
                  <a:pt x="2485" y="3151"/>
                  <a:pt x="2707" y="3106"/>
                  <a:pt x="2840" y="3017"/>
                </a:cubicBezTo>
                <a:cubicBezTo>
                  <a:pt x="3017" y="2929"/>
                  <a:pt x="3150" y="2751"/>
                  <a:pt x="3239" y="2574"/>
                </a:cubicBezTo>
                <a:cubicBezTo>
                  <a:pt x="3328" y="2263"/>
                  <a:pt x="3372" y="1997"/>
                  <a:pt x="3372" y="1686"/>
                </a:cubicBezTo>
                <a:cubicBezTo>
                  <a:pt x="3417" y="1110"/>
                  <a:pt x="3328" y="533"/>
                  <a:pt x="3106" y="0"/>
                </a:cubicBezTo>
                <a:close/>
              </a:path>
            </a:pathLst>
          </a:custGeom>
          <a:solidFill>
            <a:srgbClr val="B1946E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8" name="Google Shape;1328;p30">
            <a:extLst>
              <a:ext uri="{FF2B5EF4-FFF2-40B4-BE49-F238E27FC236}">
                <a16:creationId xmlns:a16="http://schemas.microsoft.com/office/drawing/2014/main" id="{B1B1EBBB-0A7A-4992-8D5F-35B473395ECA}"/>
              </a:ext>
            </a:extLst>
          </p:cNvPr>
          <p:cNvSpPr>
            <a:spLocks noGrp="1"/>
          </p:cNvSpPr>
          <p:nvPr/>
        </p:nvSpPr>
        <p:spPr>
          <a:xfrm>
            <a:off x="8230088" y="4838144"/>
            <a:ext cx="74328" cy="72975"/>
          </a:xfrm>
          <a:custGeom>
            <a:avLst/>
            <a:gdLst/>
            <a:ahLst/>
            <a:cxnLst/>
            <a:rect l="l" t="t" r="r" b="b"/>
            <a:pathLst>
              <a:path w="3417" h="3107">
                <a:moveTo>
                  <a:pt x="3106" y="1"/>
                </a:moveTo>
                <a:cubicBezTo>
                  <a:pt x="3106" y="533"/>
                  <a:pt x="3062" y="1066"/>
                  <a:pt x="2929" y="1598"/>
                </a:cubicBezTo>
                <a:cubicBezTo>
                  <a:pt x="2884" y="1864"/>
                  <a:pt x="2840" y="2130"/>
                  <a:pt x="2751" y="2308"/>
                </a:cubicBezTo>
                <a:cubicBezTo>
                  <a:pt x="2662" y="2485"/>
                  <a:pt x="2529" y="2574"/>
                  <a:pt x="2352" y="2574"/>
                </a:cubicBezTo>
                <a:lnTo>
                  <a:pt x="2307" y="2574"/>
                </a:lnTo>
                <a:cubicBezTo>
                  <a:pt x="1952" y="2574"/>
                  <a:pt x="1553" y="2130"/>
                  <a:pt x="1154" y="1775"/>
                </a:cubicBezTo>
                <a:cubicBezTo>
                  <a:pt x="755" y="1376"/>
                  <a:pt x="400" y="1021"/>
                  <a:pt x="0" y="622"/>
                </a:cubicBezTo>
                <a:lnTo>
                  <a:pt x="0" y="622"/>
                </a:lnTo>
                <a:cubicBezTo>
                  <a:pt x="178" y="1110"/>
                  <a:pt x="488" y="1598"/>
                  <a:pt x="843" y="2042"/>
                </a:cubicBezTo>
                <a:cubicBezTo>
                  <a:pt x="1021" y="2264"/>
                  <a:pt x="1198" y="2485"/>
                  <a:pt x="1420" y="2707"/>
                </a:cubicBezTo>
                <a:cubicBezTo>
                  <a:pt x="1642" y="2885"/>
                  <a:pt x="1952" y="3107"/>
                  <a:pt x="2307" y="3107"/>
                </a:cubicBezTo>
                <a:lnTo>
                  <a:pt x="2352" y="3107"/>
                </a:lnTo>
                <a:cubicBezTo>
                  <a:pt x="2485" y="3107"/>
                  <a:pt x="2707" y="3062"/>
                  <a:pt x="2840" y="2973"/>
                </a:cubicBezTo>
                <a:cubicBezTo>
                  <a:pt x="3017" y="2885"/>
                  <a:pt x="3150" y="2707"/>
                  <a:pt x="3239" y="2530"/>
                </a:cubicBezTo>
                <a:cubicBezTo>
                  <a:pt x="3328" y="2219"/>
                  <a:pt x="3372" y="1953"/>
                  <a:pt x="3372" y="1642"/>
                </a:cubicBezTo>
                <a:cubicBezTo>
                  <a:pt x="3417" y="1066"/>
                  <a:pt x="3328" y="489"/>
                  <a:pt x="3106" y="1"/>
                </a:cubicBezTo>
                <a:close/>
              </a:path>
            </a:pathLst>
          </a:custGeom>
          <a:solidFill>
            <a:srgbClr val="B1946E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9" name="Google Shape;1329;p30">
            <a:extLst>
              <a:ext uri="{FF2B5EF4-FFF2-40B4-BE49-F238E27FC236}">
                <a16:creationId xmlns:a16="http://schemas.microsoft.com/office/drawing/2014/main" id="{BD61830E-7DDA-4F91-8219-69298F819BA9}"/>
              </a:ext>
            </a:extLst>
          </p:cNvPr>
          <p:cNvSpPr>
            <a:spLocks noGrp="1"/>
          </p:cNvSpPr>
          <p:nvPr/>
        </p:nvSpPr>
        <p:spPr>
          <a:xfrm>
            <a:off x="8284121" y="4448416"/>
            <a:ext cx="74350" cy="72952"/>
          </a:xfrm>
          <a:custGeom>
            <a:avLst/>
            <a:gdLst/>
            <a:ahLst/>
            <a:cxnLst/>
            <a:rect l="l" t="t" r="r" b="b"/>
            <a:pathLst>
              <a:path w="3418" h="3106">
                <a:moveTo>
                  <a:pt x="3107" y="0"/>
                </a:moveTo>
                <a:cubicBezTo>
                  <a:pt x="3107" y="577"/>
                  <a:pt x="3062" y="1109"/>
                  <a:pt x="2929" y="1642"/>
                </a:cubicBezTo>
                <a:cubicBezTo>
                  <a:pt x="2885" y="1864"/>
                  <a:pt x="2840" y="2174"/>
                  <a:pt x="2752" y="2352"/>
                </a:cubicBezTo>
                <a:cubicBezTo>
                  <a:pt x="2663" y="2529"/>
                  <a:pt x="2530" y="2573"/>
                  <a:pt x="2352" y="2573"/>
                </a:cubicBezTo>
                <a:lnTo>
                  <a:pt x="2308" y="2573"/>
                </a:lnTo>
                <a:cubicBezTo>
                  <a:pt x="1953" y="2573"/>
                  <a:pt x="1554" y="2130"/>
                  <a:pt x="1154" y="1775"/>
                </a:cubicBezTo>
                <a:cubicBezTo>
                  <a:pt x="755" y="1420"/>
                  <a:pt x="400" y="1021"/>
                  <a:pt x="1" y="621"/>
                </a:cubicBezTo>
                <a:lnTo>
                  <a:pt x="1" y="621"/>
                </a:lnTo>
                <a:cubicBezTo>
                  <a:pt x="178" y="1154"/>
                  <a:pt x="489" y="1642"/>
                  <a:pt x="844" y="2085"/>
                </a:cubicBezTo>
                <a:cubicBezTo>
                  <a:pt x="1021" y="2307"/>
                  <a:pt x="1199" y="2529"/>
                  <a:pt x="1421" y="2707"/>
                </a:cubicBezTo>
                <a:cubicBezTo>
                  <a:pt x="1642" y="2928"/>
                  <a:pt x="1953" y="3106"/>
                  <a:pt x="2308" y="3106"/>
                </a:cubicBezTo>
                <a:lnTo>
                  <a:pt x="2352" y="3106"/>
                </a:lnTo>
                <a:cubicBezTo>
                  <a:pt x="2485" y="3106"/>
                  <a:pt x="2707" y="3106"/>
                  <a:pt x="2840" y="2973"/>
                </a:cubicBezTo>
                <a:cubicBezTo>
                  <a:pt x="3018" y="2884"/>
                  <a:pt x="3151" y="2707"/>
                  <a:pt x="3240" y="2573"/>
                </a:cubicBezTo>
                <a:cubicBezTo>
                  <a:pt x="3328" y="2219"/>
                  <a:pt x="3373" y="1952"/>
                  <a:pt x="3373" y="1686"/>
                </a:cubicBezTo>
                <a:cubicBezTo>
                  <a:pt x="3417" y="1109"/>
                  <a:pt x="3328" y="533"/>
                  <a:pt x="3107" y="0"/>
                </a:cubicBezTo>
                <a:close/>
              </a:path>
            </a:pathLst>
          </a:custGeom>
          <a:solidFill>
            <a:srgbClr val="B1946E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0" name="Google Shape;1330;p30">
            <a:extLst>
              <a:ext uri="{FF2B5EF4-FFF2-40B4-BE49-F238E27FC236}">
                <a16:creationId xmlns:a16="http://schemas.microsoft.com/office/drawing/2014/main" id="{7A11ED9C-9C28-4AE5-8172-0883333BAB30}"/>
              </a:ext>
            </a:extLst>
          </p:cNvPr>
          <p:cNvSpPr>
            <a:spLocks noGrp="1"/>
          </p:cNvSpPr>
          <p:nvPr/>
        </p:nvSpPr>
        <p:spPr>
          <a:xfrm>
            <a:off x="8060222" y="4447359"/>
            <a:ext cx="74328" cy="72975"/>
          </a:xfrm>
          <a:custGeom>
            <a:avLst/>
            <a:gdLst/>
            <a:ahLst/>
            <a:cxnLst/>
            <a:rect l="l" t="t" r="r" b="b"/>
            <a:pathLst>
              <a:path w="3417" h="3107">
                <a:moveTo>
                  <a:pt x="3106" y="1"/>
                </a:moveTo>
                <a:cubicBezTo>
                  <a:pt x="3106" y="533"/>
                  <a:pt x="3062" y="1066"/>
                  <a:pt x="2973" y="1598"/>
                </a:cubicBezTo>
                <a:cubicBezTo>
                  <a:pt x="2929" y="1864"/>
                  <a:pt x="2884" y="2130"/>
                  <a:pt x="2751" y="2308"/>
                </a:cubicBezTo>
                <a:cubicBezTo>
                  <a:pt x="2663" y="2485"/>
                  <a:pt x="2574" y="2530"/>
                  <a:pt x="2352" y="2530"/>
                </a:cubicBezTo>
                <a:cubicBezTo>
                  <a:pt x="1953" y="2530"/>
                  <a:pt x="1553" y="2130"/>
                  <a:pt x="1199" y="1775"/>
                </a:cubicBezTo>
                <a:cubicBezTo>
                  <a:pt x="799" y="1376"/>
                  <a:pt x="400" y="977"/>
                  <a:pt x="1" y="578"/>
                </a:cubicBezTo>
                <a:lnTo>
                  <a:pt x="1" y="578"/>
                </a:lnTo>
                <a:cubicBezTo>
                  <a:pt x="222" y="1110"/>
                  <a:pt x="533" y="1598"/>
                  <a:pt x="844" y="2042"/>
                </a:cubicBezTo>
                <a:cubicBezTo>
                  <a:pt x="1021" y="2264"/>
                  <a:pt x="1199" y="2485"/>
                  <a:pt x="1420" y="2707"/>
                </a:cubicBezTo>
                <a:cubicBezTo>
                  <a:pt x="1642" y="2885"/>
                  <a:pt x="1953" y="3107"/>
                  <a:pt x="2352" y="3107"/>
                </a:cubicBezTo>
                <a:cubicBezTo>
                  <a:pt x="2530" y="3107"/>
                  <a:pt x="2707" y="3062"/>
                  <a:pt x="2884" y="2973"/>
                </a:cubicBezTo>
                <a:cubicBezTo>
                  <a:pt x="3062" y="2885"/>
                  <a:pt x="3195" y="2707"/>
                  <a:pt x="3239" y="2530"/>
                </a:cubicBezTo>
                <a:cubicBezTo>
                  <a:pt x="3373" y="2219"/>
                  <a:pt x="3373" y="1953"/>
                  <a:pt x="3417" y="1642"/>
                </a:cubicBezTo>
                <a:cubicBezTo>
                  <a:pt x="3417" y="1066"/>
                  <a:pt x="3328" y="489"/>
                  <a:pt x="3106" y="1"/>
                </a:cubicBezTo>
                <a:close/>
              </a:path>
            </a:pathLst>
          </a:custGeom>
          <a:solidFill>
            <a:srgbClr val="B1946E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1" name="Google Shape;1331;p30">
            <a:extLst>
              <a:ext uri="{FF2B5EF4-FFF2-40B4-BE49-F238E27FC236}">
                <a16:creationId xmlns:a16="http://schemas.microsoft.com/office/drawing/2014/main" id="{323BAD22-2F7E-4A07-AC23-689A00898A11}"/>
              </a:ext>
            </a:extLst>
          </p:cNvPr>
          <p:cNvSpPr>
            <a:spLocks noGrp="1"/>
          </p:cNvSpPr>
          <p:nvPr/>
        </p:nvSpPr>
        <p:spPr>
          <a:xfrm>
            <a:off x="8166396" y="4355664"/>
            <a:ext cx="75285" cy="74009"/>
          </a:xfrm>
          <a:custGeom>
            <a:avLst/>
            <a:gdLst/>
            <a:ahLst/>
            <a:cxnLst/>
            <a:rect l="l" t="t" r="r" b="b"/>
            <a:pathLst>
              <a:path w="3461" h="3151">
                <a:moveTo>
                  <a:pt x="3106" y="0"/>
                </a:moveTo>
                <a:cubicBezTo>
                  <a:pt x="3106" y="577"/>
                  <a:pt x="3106" y="1110"/>
                  <a:pt x="2973" y="1642"/>
                </a:cubicBezTo>
                <a:cubicBezTo>
                  <a:pt x="2928" y="1908"/>
                  <a:pt x="2884" y="2174"/>
                  <a:pt x="2795" y="2352"/>
                </a:cubicBezTo>
                <a:cubicBezTo>
                  <a:pt x="2706" y="2529"/>
                  <a:pt x="2573" y="2574"/>
                  <a:pt x="2396" y="2574"/>
                </a:cubicBezTo>
                <a:lnTo>
                  <a:pt x="2352" y="2574"/>
                </a:lnTo>
                <a:cubicBezTo>
                  <a:pt x="1952" y="2574"/>
                  <a:pt x="1597" y="2174"/>
                  <a:pt x="1198" y="1819"/>
                </a:cubicBezTo>
                <a:cubicBezTo>
                  <a:pt x="799" y="1420"/>
                  <a:pt x="399" y="1021"/>
                  <a:pt x="0" y="622"/>
                </a:cubicBezTo>
                <a:lnTo>
                  <a:pt x="0" y="622"/>
                </a:lnTo>
                <a:cubicBezTo>
                  <a:pt x="222" y="1154"/>
                  <a:pt x="532" y="1642"/>
                  <a:pt x="887" y="2086"/>
                </a:cubicBezTo>
                <a:cubicBezTo>
                  <a:pt x="1020" y="2308"/>
                  <a:pt x="1198" y="2529"/>
                  <a:pt x="1420" y="2751"/>
                </a:cubicBezTo>
                <a:cubicBezTo>
                  <a:pt x="1642" y="2929"/>
                  <a:pt x="1952" y="3150"/>
                  <a:pt x="2352" y="3150"/>
                </a:cubicBezTo>
                <a:cubicBezTo>
                  <a:pt x="2529" y="3150"/>
                  <a:pt x="2706" y="3106"/>
                  <a:pt x="2884" y="3017"/>
                </a:cubicBezTo>
                <a:cubicBezTo>
                  <a:pt x="3061" y="2929"/>
                  <a:pt x="3195" y="2751"/>
                  <a:pt x="3239" y="2574"/>
                </a:cubicBezTo>
                <a:cubicBezTo>
                  <a:pt x="3372" y="2263"/>
                  <a:pt x="3416" y="1997"/>
                  <a:pt x="3416" y="1686"/>
                </a:cubicBezTo>
                <a:cubicBezTo>
                  <a:pt x="3461" y="1110"/>
                  <a:pt x="3372" y="533"/>
                  <a:pt x="3106" y="0"/>
                </a:cubicBezTo>
                <a:close/>
              </a:path>
            </a:pathLst>
          </a:custGeom>
          <a:solidFill>
            <a:srgbClr val="B1946E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2" name="Google Shape;1332;p30">
            <a:extLst>
              <a:ext uri="{FF2B5EF4-FFF2-40B4-BE49-F238E27FC236}">
                <a16:creationId xmlns:a16="http://schemas.microsoft.com/office/drawing/2014/main" id="{7C5A20F2-BDF4-4CF5-BBE4-C1F0D0130FB4}"/>
              </a:ext>
            </a:extLst>
          </p:cNvPr>
          <p:cNvSpPr>
            <a:spLocks noGrp="1"/>
          </p:cNvSpPr>
          <p:nvPr/>
        </p:nvSpPr>
        <p:spPr>
          <a:xfrm>
            <a:off x="8285100" y="4238955"/>
            <a:ext cx="74328" cy="74009"/>
          </a:xfrm>
          <a:custGeom>
            <a:avLst/>
            <a:gdLst/>
            <a:ahLst/>
            <a:cxnLst/>
            <a:rect l="l" t="t" r="r" b="b"/>
            <a:pathLst>
              <a:path w="3417" h="3151">
                <a:moveTo>
                  <a:pt x="3106" y="0"/>
                </a:moveTo>
                <a:cubicBezTo>
                  <a:pt x="3106" y="577"/>
                  <a:pt x="3062" y="1109"/>
                  <a:pt x="2973" y="1642"/>
                </a:cubicBezTo>
                <a:cubicBezTo>
                  <a:pt x="2884" y="1908"/>
                  <a:pt x="2840" y="2174"/>
                  <a:pt x="2751" y="2352"/>
                </a:cubicBezTo>
                <a:cubicBezTo>
                  <a:pt x="2662" y="2529"/>
                  <a:pt x="2529" y="2573"/>
                  <a:pt x="2352" y="2573"/>
                </a:cubicBezTo>
                <a:lnTo>
                  <a:pt x="2307" y="2573"/>
                </a:lnTo>
                <a:cubicBezTo>
                  <a:pt x="1952" y="2573"/>
                  <a:pt x="1553" y="2174"/>
                  <a:pt x="1154" y="1819"/>
                </a:cubicBezTo>
                <a:cubicBezTo>
                  <a:pt x="755" y="1420"/>
                  <a:pt x="400" y="1021"/>
                  <a:pt x="0" y="621"/>
                </a:cubicBezTo>
                <a:lnTo>
                  <a:pt x="0" y="621"/>
                </a:lnTo>
                <a:cubicBezTo>
                  <a:pt x="178" y="1154"/>
                  <a:pt x="488" y="1642"/>
                  <a:pt x="843" y="2085"/>
                </a:cubicBezTo>
                <a:cubicBezTo>
                  <a:pt x="1021" y="2307"/>
                  <a:pt x="1198" y="2529"/>
                  <a:pt x="1420" y="2751"/>
                </a:cubicBezTo>
                <a:cubicBezTo>
                  <a:pt x="1642" y="2928"/>
                  <a:pt x="1952" y="3106"/>
                  <a:pt x="2307" y="3150"/>
                </a:cubicBezTo>
                <a:lnTo>
                  <a:pt x="2352" y="3150"/>
                </a:lnTo>
                <a:cubicBezTo>
                  <a:pt x="2529" y="3150"/>
                  <a:pt x="2707" y="3106"/>
                  <a:pt x="2840" y="3017"/>
                </a:cubicBezTo>
                <a:cubicBezTo>
                  <a:pt x="3017" y="2884"/>
                  <a:pt x="3150" y="2751"/>
                  <a:pt x="3239" y="2573"/>
                </a:cubicBezTo>
                <a:cubicBezTo>
                  <a:pt x="3372" y="2263"/>
                  <a:pt x="3372" y="1997"/>
                  <a:pt x="3372" y="1686"/>
                </a:cubicBezTo>
                <a:cubicBezTo>
                  <a:pt x="3417" y="1109"/>
                  <a:pt x="3328" y="533"/>
                  <a:pt x="3106" y="0"/>
                </a:cubicBezTo>
                <a:close/>
              </a:path>
            </a:pathLst>
          </a:custGeom>
          <a:solidFill>
            <a:srgbClr val="B1946E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3" name="Google Shape;1333;p30">
            <a:extLst>
              <a:ext uri="{FF2B5EF4-FFF2-40B4-BE49-F238E27FC236}">
                <a16:creationId xmlns:a16="http://schemas.microsoft.com/office/drawing/2014/main" id="{9C37F65D-BB89-4C29-874B-2DC2DCB03091}"/>
              </a:ext>
            </a:extLst>
          </p:cNvPr>
          <p:cNvSpPr>
            <a:spLocks noGrp="1"/>
          </p:cNvSpPr>
          <p:nvPr/>
        </p:nvSpPr>
        <p:spPr>
          <a:xfrm>
            <a:off x="8353620" y="4557821"/>
            <a:ext cx="74328" cy="74009"/>
          </a:xfrm>
          <a:custGeom>
            <a:avLst/>
            <a:gdLst/>
            <a:ahLst/>
            <a:cxnLst/>
            <a:rect l="l" t="t" r="r" b="b"/>
            <a:pathLst>
              <a:path w="3417" h="3151">
                <a:moveTo>
                  <a:pt x="3106" y="1"/>
                </a:moveTo>
                <a:cubicBezTo>
                  <a:pt x="3106" y="578"/>
                  <a:pt x="3062" y="1110"/>
                  <a:pt x="2973" y="1642"/>
                </a:cubicBezTo>
                <a:cubicBezTo>
                  <a:pt x="2929" y="1864"/>
                  <a:pt x="2884" y="2175"/>
                  <a:pt x="2751" y="2352"/>
                </a:cubicBezTo>
                <a:cubicBezTo>
                  <a:pt x="2662" y="2530"/>
                  <a:pt x="2574" y="2574"/>
                  <a:pt x="2352" y="2574"/>
                </a:cubicBezTo>
                <a:cubicBezTo>
                  <a:pt x="1953" y="2574"/>
                  <a:pt x="1553" y="2175"/>
                  <a:pt x="1198" y="1775"/>
                </a:cubicBezTo>
                <a:cubicBezTo>
                  <a:pt x="799" y="1421"/>
                  <a:pt x="400" y="1021"/>
                  <a:pt x="0" y="622"/>
                </a:cubicBezTo>
                <a:lnTo>
                  <a:pt x="0" y="622"/>
                </a:lnTo>
                <a:cubicBezTo>
                  <a:pt x="222" y="1154"/>
                  <a:pt x="488" y="1642"/>
                  <a:pt x="843" y="2086"/>
                </a:cubicBezTo>
                <a:cubicBezTo>
                  <a:pt x="1021" y="2308"/>
                  <a:pt x="1198" y="2530"/>
                  <a:pt x="1420" y="2707"/>
                </a:cubicBezTo>
                <a:cubicBezTo>
                  <a:pt x="1642" y="2929"/>
                  <a:pt x="1953" y="3107"/>
                  <a:pt x="2352" y="3151"/>
                </a:cubicBezTo>
                <a:cubicBezTo>
                  <a:pt x="2529" y="3151"/>
                  <a:pt x="2707" y="3107"/>
                  <a:pt x="2884" y="3018"/>
                </a:cubicBezTo>
                <a:cubicBezTo>
                  <a:pt x="3062" y="2885"/>
                  <a:pt x="3195" y="2752"/>
                  <a:pt x="3239" y="2574"/>
                </a:cubicBezTo>
                <a:cubicBezTo>
                  <a:pt x="3372" y="2264"/>
                  <a:pt x="3372" y="1953"/>
                  <a:pt x="3417" y="1687"/>
                </a:cubicBezTo>
                <a:cubicBezTo>
                  <a:pt x="3417" y="1110"/>
                  <a:pt x="3328" y="533"/>
                  <a:pt x="3106" y="1"/>
                </a:cubicBezTo>
                <a:close/>
              </a:path>
            </a:pathLst>
          </a:custGeom>
          <a:solidFill>
            <a:srgbClr val="B1946E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4" name="Google Shape;1334;p30">
            <a:extLst>
              <a:ext uri="{FF2B5EF4-FFF2-40B4-BE49-F238E27FC236}">
                <a16:creationId xmlns:a16="http://schemas.microsoft.com/office/drawing/2014/main" id="{8A37228F-C20C-4D97-A8B7-999925A99832}"/>
              </a:ext>
            </a:extLst>
          </p:cNvPr>
          <p:cNvSpPr>
            <a:spLocks noGrp="1"/>
          </p:cNvSpPr>
          <p:nvPr/>
        </p:nvSpPr>
        <p:spPr>
          <a:xfrm>
            <a:off x="8353620" y="4792297"/>
            <a:ext cx="74328" cy="72975"/>
          </a:xfrm>
          <a:custGeom>
            <a:avLst/>
            <a:gdLst/>
            <a:ahLst/>
            <a:cxnLst/>
            <a:rect l="l" t="t" r="r" b="b"/>
            <a:pathLst>
              <a:path w="3417" h="3107">
                <a:moveTo>
                  <a:pt x="3106" y="1"/>
                </a:moveTo>
                <a:cubicBezTo>
                  <a:pt x="3106" y="533"/>
                  <a:pt x="3062" y="1065"/>
                  <a:pt x="2973" y="1598"/>
                </a:cubicBezTo>
                <a:cubicBezTo>
                  <a:pt x="2929" y="1864"/>
                  <a:pt x="2884" y="2130"/>
                  <a:pt x="2751" y="2308"/>
                </a:cubicBezTo>
                <a:cubicBezTo>
                  <a:pt x="2662" y="2485"/>
                  <a:pt x="2574" y="2574"/>
                  <a:pt x="2352" y="2574"/>
                </a:cubicBezTo>
                <a:cubicBezTo>
                  <a:pt x="1953" y="2574"/>
                  <a:pt x="1553" y="2130"/>
                  <a:pt x="1198" y="1775"/>
                </a:cubicBezTo>
                <a:cubicBezTo>
                  <a:pt x="799" y="1376"/>
                  <a:pt x="400" y="1021"/>
                  <a:pt x="0" y="622"/>
                </a:cubicBezTo>
                <a:lnTo>
                  <a:pt x="0" y="622"/>
                </a:lnTo>
                <a:cubicBezTo>
                  <a:pt x="222" y="1110"/>
                  <a:pt x="488" y="1598"/>
                  <a:pt x="843" y="2041"/>
                </a:cubicBezTo>
                <a:cubicBezTo>
                  <a:pt x="1021" y="2263"/>
                  <a:pt x="1198" y="2485"/>
                  <a:pt x="1420" y="2707"/>
                </a:cubicBezTo>
                <a:cubicBezTo>
                  <a:pt x="1642" y="2884"/>
                  <a:pt x="1953" y="3106"/>
                  <a:pt x="2352" y="3106"/>
                </a:cubicBezTo>
                <a:cubicBezTo>
                  <a:pt x="2529" y="3106"/>
                  <a:pt x="2707" y="3062"/>
                  <a:pt x="2884" y="2973"/>
                </a:cubicBezTo>
                <a:cubicBezTo>
                  <a:pt x="3062" y="2884"/>
                  <a:pt x="3195" y="2707"/>
                  <a:pt x="3239" y="2530"/>
                </a:cubicBezTo>
                <a:cubicBezTo>
                  <a:pt x="3372" y="2219"/>
                  <a:pt x="3372" y="1953"/>
                  <a:pt x="3417" y="1642"/>
                </a:cubicBezTo>
                <a:cubicBezTo>
                  <a:pt x="3417" y="1065"/>
                  <a:pt x="3328" y="489"/>
                  <a:pt x="3106" y="1"/>
                </a:cubicBezTo>
                <a:close/>
              </a:path>
            </a:pathLst>
          </a:custGeom>
          <a:solidFill>
            <a:srgbClr val="B1946E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5" name="Google Shape;1335;p30">
            <a:extLst>
              <a:ext uri="{FF2B5EF4-FFF2-40B4-BE49-F238E27FC236}">
                <a16:creationId xmlns:a16="http://schemas.microsoft.com/office/drawing/2014/main" id="{802AB4B4-0D9E-4528-874F-84A55965182A}"/>
              </a:ext>
            </a:extLst>
          </p:cNvPr>
          <p:cNvSpPr>
            <a:spLocks noGrp="1"/>
          </p:cNvSpPr>
          <p:nvPr/>
        </p:nvSpPr>
        <p:spPr>
          <a:xfrm>
            <a:off x="8018719" y="4313974"/>
            <a:ext cx="75307" cy="72975"/>
          </a:xfrm>
          <a:custGeom>
            <a:avLst/>
            <a:gdLst/>
            <a:ahLst/>
            <a:cxnLst/>
            <a:rect l="l" t="t" r="r" b="b"/>
            <a:pathLst>
              <a:path w="3462" h="3107">
                <a:moveTo>
                  <a:pt x="3151" y="1"/>
                </a:moveTo>
                <a:cubicBezTo>
                  <a:pt x="3107" y="533"/>
                  <a:pt x="3107" y="1065"/>
                  <a:pt x="2973" y="1598"/>
                </a:cubicBezTo>
                <a:cubicBezTo>
                  <a:pt x="2929" y="1864"/>
                  <a:pt x="2885" y="2130"/>
                  <a:pt x="2796" y="2308"/>
                </a:cubicBezTo>
                <a:cubicBezTo>
                  <a:pt x="2707" y="2485"/>
                  <a:pt x="2574" y="2574"/>
                  <a:pt x="2397" y="2574"/>
                </a:cubicBezTo>
                <a:lnTo>
                  <a:pt x="2352" y="2574"/>
                </a:lnTo>
                <a:cubicBezTo>
                  <a:pt x="1953" y="2574"/>
                  <a:pt x="1598" y="2130"/>
                  <a:pt x="1199" y="1775"/>
                </a:cubicBezTo>
                <a:cubicBezTo>
                  <a:pt x="799" y="1376"/>
                  <a:pt x="400" y="1021"/>
                  <a:pt x="1" y="622"/>
                </a:cubicBezTo>
                <a:lnTo>
                  <a:pt x="1" y="622"/>
                </a:lnTo>
                <a:cubicBezTo>
                  <a:pt x="223" y="1110"/>
                  <a:pt x="533" y="1598"/>
                  <a:pt x="888" y="2042"/>
                </a:cubicBezTo>
                <a:cubicBezTo>
                  <a:pt x="1021" y="2308"/>
                  <a:pt x="1199" y="2485"/>
                  <a:pt x="1421" y="2707"/>
                </a:cubicBezTo>
                <a:cubicBezTo>
                  <a:pt x="1642" y="2885"/>
                  <a:pt x="1997" y="3106"/>
                  <a:pt x="2352" y="3106"/>
                </a:cubicBezTo>
                <a:cubicBezTo>
                  <a:pt x="2530" y="3106"/>
                  <a:pt x="2707" y="3062"/>
                  <a:pt x="2885" y="2973"/>
                </a:cubicBezTo>
                <a:cubicBezTo>
                  <a:pt x="3062" y="2885"/>
                  <a:pt x="3195" y="2707"/>
                  <a:pt x="3240" y="2530"/>
                </a:cubicBezTo>
                <a:cubicBezTo>
                  <a:pt x="3373" y="2219"/>
                  <a:pt x="3417" y="1953"/>
                  <a:pt x="3417" y="1642"/>
                </a:cubicBezTo>
                <a:cubicBezTo>
                  <a:pt x="3461" y="1065"/>
                  <a:pt x="3373" y="489"/>
                  <a:pt x="3151" y="1"/>
                </a:cubicBezTo>
                <a:close/>
              </a:path>
            </a:pathLst>
          </a:custGeom>
          <a:solidFill>
            <a:srgbClr val="B1946E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6" name="Google Shape;1336;p30">
            <a:extLst>
              <a:ext uri="{FF2B5EF4-FFF2-40B4-BE49-F238E27FC236}">
                <a16:creationId xmlns:a16="http://schemas.microsoft.com/office/drawing/2014/main" id="{6B0FEC87-A205-437F-8AB5-45B5CFBFDDB5}"/>
              </a:ext>
            </a:extLst>
          </p:cNvPr>
          <p:cNvSpPr>
            <a:spLocks noGrp="1"/>
          </p:cNvSpPr>
          <p:nvPr/>
        </p:nvSpPr>
        <p:spPr>
          <a:xfrm>
            <a:off x="8129722" y="4658911"/>
            <a:ext cx="74328" cy="74009"/>
          </a:xfrm>
          <a:custGeom>
            <a:avLst/>
            <a:gdLst/>
            <a:ahLst/>
            <a:cxnLst/>
            <a:rect l="l" t="t" r="r" b="b"/>
            <a:pathLst>
              <a:path w="3417" h="3151">
                <a:moveTo>
                  <a:pt x="3106" y="0"/>
                </a:moveTo>
                <a:cubicBezTo>
                  <a:pt x="3106" y="577"/>
                  <a:pt x="3061" y="1110"/>
                  <a:pt x="2973" y="1642"/>
                </a:cubicBezTo>
                <a:cubicBezTo>
                  <a:pt x="2928" y="1908"/>
                  <a:pt x="2840" y="2174"/>
                  <a:pt x="2751" y="2352"/>
                </a:cubicBezTo>
                <a:cubicBezTo>
                  <a:pt x="2662" y="2529"/>
                  <a:pt x="2573" y="2574"/>
                  <a:pt x="2352" y="2574"/>
                </a:cubicBezTo>
                <a:cubicBezTo>
                  <a:pt x="1952" y="2574"/>
                  <a:pt x="1553" y="2174"/>
                  <a:pt x="1154" y="1820"/>
                </a:cubicBezTo>
                <a:cubicBezTo>
                  <a:pt x="799" y="1420"/>
                  <a:pt x="399" y="1021"/>
                  <a:pt x="0" y="622"/>
                </a:cubicBezTo>
                <a:lnTo>
                  <a:pt x="0" y="622"/>
                </a:lnTo>
                <a:cubicBezTo>
                  <a:pt x="222" y="1154"/>
                  <a:pt x="488" y="1642"/>
                  <a:pt x="843" y="2086"/>
                </a:cubicBezTo>
                <a:cubicBezTo>
                  <a:pt x="1021" y="2308"/>
                  <a:pt x="1198" y="2529"/>
                  <a:pt x="1420" y="2751"/>
                </a:cubicBezTo>
                <a:cubicBezTo>
                  <a:pt x="1642" y="2929"/>
                  <a:pt x="1952" y="3151"/>
                  <a:pt x="2307" y="3151"/>
                </a:cubicBezTo>
                <a:lnTo>
                  <a:pt x="2352" y="3151"/>
                </a:lnTo>
                <a:cubicBezTo>
                  <a:pt x="2529" y="3151"/>
                  <a:pt x="2706" y="3106"/>
                  <a:pt x="2884" y="3017"/>
                </a:cubicBezTo>
                <a:cubicBezTo>
                  <a:pt x="3061" y="2929"/>
                  <a:pt x="3195" y="2751"/>
                  <a:pt x="3239" y="2574"/>
                </a:cubicBezTo>
                <a:cubicBezTo>
                  <a:pt x="3372" y="2263"/>
                  <a:pt x="3372" y="1997"/>
                  <a:pt x="3416" y="1686"/>
                </a:cubicBezTo>
                <a:cubicBezTo>
                  <a:pt x="3416" y="1110"/>
                  <a:pt x="3328" y="533"/>
                  <a:pt x="3106" y="0"/>
                </a:cubicBezTo>
                <a:close/>
              </a:path>
            </a:pathLst>
          </a:custGeom>
          <a:solidFill>
            <a:srgbClr val="B1946E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7" name="Google Shape;1337;p30">
            <a:extLst>
              <a:ext uri="{FF2B5EF4-FFF2-40B4-BE49-F238E27FC236}">
                <a16:creationId xmlns:a16="http://schemas.microsoft.com/office/drawing/2014/main" id="{DF131997-603D-4A08-8784-277256DA9333}"/>
              </a:ext>
            </a:extLst>
          </p:cNvPr>
          <p:cNvSpPr>
            <a:spLocks noGrp="1"/>
          </p:cNvSpPr>
          <p:nvPr/>
        </p:nvSpPr>
        <p:spPr>
          <a:xfrm>
            <a:off x="8113298" y="3703322"/>
            <a:ext cx="36696" cy="118799"/>
          </a:xfrm>
          <a:custGeom>
            <a:avLst/>
            <a:gdLst/>
            <a:ahLst/>
            <a:cxnLst/>
            <a:rect l="l" t="t" r="r" b="b"/>
            <a:pathLst>
              <a:path w="1687" h="5058">
                <a:moveTo>
                  <a:pt x="844" y="0"/>
                </a:moveTo>
                <a:cubicBezTo>
                  <a:pt x="400" y="0"/>
                  <a:pt x="1" y="1154"/>
                  <a:pt x="1" y="2529"/>
                </a:cubicBezTo>
                <a:cubicBezTo>
                  <a:pt x="1" y="3949"/>
                  <a:pt x="400" y="5058"/>
                  <a:pt x="844" y="5058"/>
                </a:cubicBezTo>
                <a:cubicBezTo>
                  <a:pt x="1332" y="5058"/>
                  <a:pt x="1687" y="3949"/>
                  <a:pt x="1687" y="2529"/>
                </a:cubicBezTo>
                <a:cubicBezTo>
                  <a:pt x="1687" y="1154"/>
                  <a:pt x="1332" y="0"/>
                  <a:pt x="844" y="0"/>
                </a:cubicBezTo>
                <a:close/>
              </a:path>
            </a:pathLst>
          </a:custGeom>
          <a:solidFill>
            <a:srgbClr val="40403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8" name="Google Shape;1338;p30">
            <a:extLst>
              <a:ext uri="{FF2B5EF4-FFF2-40B4-BE49-F238E27FC236}">
                <a16:creationId xmlns:a16="http://schemas.microsoft.com/office/drawing/2014/main" id="{CA724223-E9C3-4339-92B0-CCE6B89EDFF6}"/>
              </a:ext>
            </a:extLst>
          </p:cNvPr>
          <p:cNvSpPr>
            <a:spLocks noGrp="1"/>
          </p:cNvSpPr>
          <p:nvPr/>
        </p:nvSpPr>
        <p:spPr>
          <a:xfrm>
            <a:off x="8614193" y="3703322"/>
            <a:ext cx="36696" cy="118799"/>
          </a:xfrm>
          <a:custGeom>
            <a:avLst/>
            <a:gdLst/>
            <a:ahLst/>
            <a:cxnLst/>
            <a:rect l="l" t="t" r="r" b="b"/>
            <a:pathLst>
              <a:path w="1687" h="5058">
                <a:moveTo>
                  <a:pt x="844" y="0"/>
                </a:moveTo>
                <a:cubicBezTo>
                  <a:pt x="400" y="0"/>
                  <a:pt x="1" y="1154"/>
                  <a:pt x="1" y="2529"/>
                </a:cubicBezTo>
                <a:cubicBezTo>
                  <a:pt x="1" y="3949"/>
                  <a:pt x="400" y="5058"/>
                  <a:pt x="844" y="5058"/>
                </a:cubicBezTo>
                <a:cubicBezTo>
                  <a:pt x="1332" y="5058"/>
                  <a:pt x="1687" y="3949"/>
                  <a:pt x="1687" y="2529"/>
                </a:cubicBezTo>
                <a:cubicBezTo>
                  <a:pt x="1687" y="1154"/>
                  <a:pt x="1332" y="0"/>
                  <a:pt x="844" y="0"/>
                </a:cubicBezTo>
                <a:close/>
              </a:path>
            </a:pathLst>
          </a:custGeom>
          <a:solidFill>
            <a:srgbClr val="40403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9" name="Google Shape;1339;p30">
            <a:extLst>
              <a:ext uri="{FF2B5EF4-FFF2-40B4-BE49-F238E27FC236}">
                <a16:creationId xmlns:a16="http://schemas.microsoft.com/office/drawing/2014/main" id="{BEC9317A-0120-47AF-BF35-7DA89ECFE1E7}"/>
              </a:ext>
            </a:extLst>
          </p:cNvPr>
          <p:cNvSpPr>
            <a:spLocks noGrp="1"/>
          </p:cNvSpPr>
          <p:nvPr/>
        </p:nvSpPr>
        <p:spPr>
          <a:xfrm>
            <a:off x="8321774" y="3901298"/>
            <a:ext cx="97494" cy="105294"/>
          </a:xfrm>
          <a:custGeom>
            <a:avLst/>
            <a:gdLst/>
            <a:ahLst/>
            <a:cxnLst/>
            <a:rect l="l" t="t" r="r" b="b"/>
            <a:pathLst>
              <a:path w="4482" h="4483">
                <a:moveTo>
                  <a:pt x="0" y="1"/>
                </a:moveTo>
                <a:lnTo>
                  <a:pt x="1686" y="4482"/>
                </a:lnTo>
                <a:lnTo>
                  <a:pt x="4481" y="1"/>
                </a:lnTo>
                <a:close/>
              </a:path>
            </a:pathLst>
          </a:custGeom>
          <a:solidFill>
            <a:srgbClr val="3D3E3D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0" name="Google Shape;1340;p30">
            <a:extLst>
              <a:ext uri="{FF2B5EF4-FFF2-40B4-BE49-F238E27FC236}">
                <a16:creationId xmlns:a16="http://schemas.microsoft.com/office/drawing/2014/main" id="{7CB0C3AF-CE70-4AFB-9F7B-DFA0A5C6F172}"/>
              </a:ext>
            </a:extLst>
          </p:cNvPr>
          <p:cNvSpPr>
            <a:spLocks noGrp="1"/>
          </p:cNvSpPr>
          <p:nvPr/>
        </p:nvSpPr>
        <p:spPr>
          <a:xfrm>
            <a:off x="8052022" y="3250037"/>
            <a:ext cx="150092" cy="153185"/>
          </a:xfrm>
          <a:custGeom>
            <a:avLst/>
            <a:gdLst/>
            <a:ahLst/>
            <a:cxnLst/>
            <a:rect l="l" t="t" r="r" b="b"/>
            <a:pathLst>
              <a:path w="6900" h="6522">
                <a:moveTo>
                  <a:pt x="1457" y="0"/>
                </a:moveTo>
                <a:cubicBezTo>
                  <a:pt x="305" y="0"/>
                  <a:pt x="1" y="4885"/>
                  <a:pt x="5746" y="6521"/>
                </a:cubicBezTo>
                <a:cubicBezTo>
                  <a:pt x="6101" y="6388"/>
                  <a:pt x="6500" y="6299"/>
                  <a:pt x="6900" y="6166"/>
                </a:cubicBezTo>
                <a:cubicBezTo>
                  <a:pt x="5613" y="5101"/>
                  <a:pt x="3439" y="3060"/>
                  <a:pt x="2285" y="798"/>
                </a:cubicBezTo>
                <a:cubicBezTo>
                  <a:pt x="2005" y="237"/>
                  <a:pt x="1710" y="0"/>
                  <a:pt x="1457" y="0"/>
                </a:cubicBezTo>
                <a:close/>
              </a:path>
            </a:pathLst>
          </a:custGeom>
          <a:solidFill>
            <a:srgbClr val="7C674C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1" name="Google Shape;1341;p30">
            <a:extLst>
              <a:ext uri="{FF2B5EF4-FFF2-40B4-BE49-F238E27FC236}">
                <a16:creationId xmlns:a16="http://schemas.microsoft.com/office/drawing/2014/main" id="{9062B575-D26A-4D6B-8A5D-F36E48166F8B}"/>
              </a:ext>
            </a:extLst>
          </p:cNvPr>
          <p:cNvSpPr>
            <a:spLocks noGrp="1"/>
          </p:cNvSpPr>
          <p:nvPr/>
        </p:nvSpPr>
        <p:spPr>
          <a:xfrm>
            <a:off x="8177012" y="3394861"/>
            <a:ext cx="46332" cy="18766"/>
          </a:xfrm>
          <a:custGeom>
            <a:avLst/>
            <a:gdLst/>
            <a:ahLst/>
            <a:cxnLst/>
            <a:rect l="l" t="t" r="r" b="b"/>
            <a:pathLst>
              <a:path w="2130" h="799">
                <a:moveTo>
                  <a:pt x="1154" y="0"/>
                </a:moveTo>
                <a:cubicBezTo>
                  <a:pt x="754" y="133"/>
                  <a:pt x="355" y="222"/>
                  <a:pt x="0" y="355"/>
                </a:cubicBezTo>
                <a:cubicBezTo>
                  <a:pt x="621" y="577"/>
                  <a:pt x="1331" y="710"/>
                  <a:pt x="2130" y="799"/>
                </a:cubicBezTo>
                <a:cubicBezTo>
                  <a:pt x="2130" y="799"/>
                  <a:pt x="1730" y="488"/>
                  <a:pt x="1154" y="0"/>
                </a:cubicBezTo>
                <a:close/>
              </a:path>
            </a:pathLst>
          </a:custGeom>
          <a:solidFill>
            <a:srgbClr val="7C674C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2" name="Google Shape;1342;p30">
            <a:extLst>
              <a:ext uri="{FF2B5EF4-FFF2-40B4-BE49-F238E27FC236}">
                <a16:creationId xmlns:a16="http://schemas.microsoft.com/office/drawing/2014/main" id="{9DBE956D-0B11-4410-A154-33F19013927E}"/>
              </a:ext>
            </a:extLst>
          </p:cNvPr>
          <p:cNvSpPr>
            <a:spLocks noGrp="1"/>
          </p:cNvSpPr>
          <p:nvPr/>
        </p:nvSpPr>
        <p:spPr>
          <a:xfrm>
            <a:off x="8030095" y="3341169"/>
            <a:ext cx="145002" cy="77696"/>
          </a:xfrm>
          <a:custGeom>
            <a:avLst/>
            <a:gdLst/>
            <a:ahLst/>
            <a:cxnLst/>
            <a:rect l="l" t="t" r="r" b="b"/>
            <a:pathLst>
              <a:path w="6666" h="3308">
                <a:moveTo>
                  <a:pt x="976" y="0"/>
                </a:moveTo>
                <a:cubicBezTo>
                  <a:pt x="1" y="0"/>
                  <a:pt x="944" y="3308"/>
                  <a:pt x="4847" y="3308"/>
                </a:cubicBezTo>
                <a:cubicBezTo>
                  <a:pt x="4891" y="3308"/>
                  <a:pt x="4935" y="3307"/>
                  <a:pt x="4979" y="3307"/>
                </a:cubicBezTo>
                <a:cubicBezTo>
                  <a:pt x="5512" y="3085"/>
                  <a:pt x="6089" y="2863"/>
                  <a:pt x="6665" y="2685"/>
                </a:cubicBezTo>
                <a:cubicBezTo>
                  <a:pt x="5512" y="2330"/>
                  <a:pt x="3249" y="1621"/>
                  <a:pt x="1652" y="334"/>
                </a:cubicBezTo>
                <a:cubicBezTo>
                  <a:pt x="1372" y="100"/>
                  <a:pt x="1145" y="0"/>
                  <a:pt x="976" y="0"/>
                </a:cubicBezTo>
                <a:close/>
              </a:path>
            </a:pathLst>
          </a:custGeom>
          <a:solidFill>
            <a:srgbClr val="7C674C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3" name="Google Shape;1343;p30">
            <a:extLst>
              <a:ext uri="{FF2B5EF4-FFF2-40B4-BE49-F238E27FC236}">
                <a16:creationId xmlns:a16="http://schemas.microsoft.com/office/drawing/2014/main" id="{AB3B2182-4508-4496-890B-27A4561BA81D}"/>
              </a:ext>
            </a:extLst>
          </p:cNvPr>
          <p:cNvSpPr>
            <a:spLocks noGrp="1"/>
          </p:cNvSpPr>
          <p:nvPr/>
        </p:nvSpPr>
        <p:spPr>
          <a:xfrm>
            <a:off x="8138401" y="3404233"/>
            <a:ext cx="55033" cy="14609"/>
          </a:xfrm>
          <a:custGeom>
            <a:avLst/>
            <a:gdLst/>
            <a:ahLst/>
            <a:cxnLst/>
            <a:rect l="l" t="t" r="r" b="b"/>
            <a:pathLst>
              <a:path w="2530" h="622">
                <a:moveTo>
                  <a:pt x="1686" y="0"/>
                </a:moveTo>
                <a:cubicBezTo>
                  <a:pt x="1110" y="178"/>
                  <a:pt x="533" y="400"/>
                  <a:pt x="0" y="622"/>
                </a:cubicBezTo>
                <a:cubicBezTo>
                  <a:pt x="710" y="622"/>
                  <a:pt x="1553" y="488"/>
                  <a:pt x="2529" y="178"/>
                </a:cubicBezTo>
                <a:cubicBezTo>
                  <a:pt x="2529" y="178"/>
                  <a:pt x="2219" y="134"/>
                  <a:pt x="1686" y="0"/>
                </a:cubicBezTo>
                <a:close/>
              </a:path>
            </a:pathLst>
          </a:custGeom>
          <a:solidFill>
            <a:srgbClr val="7C674C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4" name="Google Shape;1344;p30">
            <a:extLst>
              <a:ext uri="{FF2B5EF4-FFF2-40B4-BE49-F238E27FC236}">
                <a16:creationId xmlns:a16="http://schemas.microsoft.com/office/drawing/2014/main" id="{1ED32894-5751-40CB-91C7-D467D1ACE14F}"/>
              </a:ext>
            </a:extLst>
          </p:cNvPr>
          <p:cNvSpPr>
            <a:spLocks noGrp="1"/>
          </p:cNvSpPr>
          <p:nvPr/>
        </p:nvSpPr>
        <p:spPr>
          <a:xfrm>
            <a:off x="8590070" y="3198553"/>
            <a:ext cx="122140" cy="168193"/>
          </a:xfrm>
          <a:custGeom>
            <a:avLst/>
            <a:gdLst/>
            <a:ahLst/>
            <a:cxnLst/>
            <a:rect l="l" t="t" r="r" b="b"/>
            <a:pathLst>
              <a:path w="5615" h="7161">
                <a:moveTo>
                  <a:pt x="3214" y="0"/>
                </a:moveTo>
                <a:cubicBezTo>
                  <a:pt x="2928" y="0"/>
                  <a:pt x="2661" y="298"/>
                  <a:pt x="2529" y="993"/>
                </a:cubicBezTo>
                <a:cubicBezTo>
                  <a:pt x="2130" y="3167"/>
                  <a:pt x="932" y="5385"/>
                  <a:pt x="0" y="6850"/>
                </a:cubicBezTo>
                <a:cubicBezTo>
                  <a:pt x="400" y="6938"/>
                  <a:pt x="843" y="7027"/>
                  <a:pt x="1243" y="7160"/>
                </a:cubicBezTo>
                <a:cubicBezTo>
                  <a:pt x="5614" y="4118"/>
                  <a:pt x="4280" y="0"/>
                  <a:pt x="3214" y="0"/>
                </a:cubicBezTo>
                <a:close/>
              </a:path>
            </a:pathLst>
          </a:custGeom>
          <a:solidFill>
            <a:srgbClr val="7C674C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5" name="Google Shape;1345;p30">
            <a:extLst>
              <a:ext uri="{FF2B5EF4-FFF2-40B4-BE49-F238E27FC236}">
                <a16:creationId xmlns:a16="http://schemas.microsoft.com/office/drawing/2014/main" id="{5B321B77-2299-411E-A7B3-CC788081C890}"/>
              </a:ext>
            </a:extLst>
          </p:cNvPr>
          <p:cNvSpPr>
            <a:spLocks noGrp="1"/>
          </p:cNvSpPr>
          <p:nvPr/>
        </p:nvSpPr>
        <p:spPr>
          <a:xfrm>
            <a:off x="8564967" y="3359418"/>
            <a:ext cx="52140" cy="38589"/>
          </a:xfrm>
          <a:custGeom>
            <a:avLst/>
            <a:gdLst/>
            <a:ahLst/>
            <a:cxnLst/>
            <a:rect l="l" t="t" r="r" b="b"/>
            <a:pathLst>
              <a:path w="2397" h="1643">
                <a:moveTo>
                  <a:pt x="1154" y="1"/>
                </a:moveTo>
                <a:cubicBezTo>
                  <a:pt x="489" y="977"/>
                  <a:pt x="1" y="1642"/>
                  <a:pt x="1" y="1642"/>
                </a:cubicBezTo>
                <a:cubicBezTo>
                  <a:pt x="933" y="1243"/>
                  <a:pt x="1731" y="799"/>
                  <a:pt x="2397" y="311"/>
                </a:cubicBezTo>
                <a:cubicBezTo>
                  <a:pt x="1997" y="178"/>
                  <a:pt x="1554" y="89"/>
                  <a:pt x="1154" y="1"/>
                </a:cubicBezTo>
                <a:close/>
              </a:path>
            </a:pathLst>
          </a:custGeom>
          <a:solidFill>
            <a:srgbClr val="7C674C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6" name="Google Shape;1346;p30">
            <a:extLst>
              <a:ext uri="{FF2B5EF4-FFF2-40B4-BE49-F238E27FC236}">
                <a16:creationId xmlns:a16="http://schemas.microsoft.com/office/drawing/2014/main" id="{F50EE97B-50C6-4467-9683-5C87D6032B3D}"/>
              </a:ext>
            </a:extLst>
          </p:cNvPr>
          <p:cNvSpPr>
            <a:spLocks noGrp="1"/>
          </p:cNvSpPr>
          <p:nvPr/>
        </p:nvSpPr>
        <p:spPr>
          <a:xfrm>
            <a:off x="8618065" y="3276648"/>
            <a:ext cx="114439" cy="101559"/>
          </a:xfrm>
          <a:custGeom>
            <a:avLst/>
            <a:gdLst/>
            <a:ahLst/>
            <a:cxnLst/>
            <a:rect l="l" t="t" r="r" b="b"/>
            <a:pathLst>
              <a:path w="5261" h="4324">
                <a:moveTo>
                  <a:pt x="4388" y="0"/>
                </a:moveTo>
                <a:cubicBezTo>
                  <a:pt x="4204" y="0"/>
                  <a:pt x="3975" y="151"/>
                  <a:pt x="3727" y="508"/>
                </a:cubicBezTo>
                <a:cubicBezTo>
                  <a:pt x="2751" y="1972"/>
                  <a:pt x="1109" y="3170"/>
                  <a:pt x="0" y="3880"/>
                </a:cubicBezTo>
                <a:cubicBezTo>
                  <a:pt x="444" y="4013"/>
                  <a:pt x="887" y="4146"/>
                  <a:pt x="1331" y="4323"/>
                </a:cubicBezTo>
                <a:cubicBezTo>
                  <a:pt x="5140" y="3371"/>
                  <a:pt x="5261" y="0"/>
                  <a:pt x="4388" y="0"/>
                </a:cubicBezTo>
                <a:close/>
              </a:path>
            </a:pathLst>
          </a:custGeom>
          <a:solidFill>
            <a:srgbClr val="7C674C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7" name="Google Shape;1347;p30">
            <a:extLst>
              <a:ext uri="{FF2B5EF4-FFF2-40B4-BE49-F238E27FC236}">
                <a16:creationId xmlns:a16="http://schemas.microsoft.com/office/drawing/2014/main" id="{B9EC0094-5964-43C9-AD2C-A9ADEDE44392}"/>
              </a:ext>
            </a:extLst>
          </p:cNvPr>
          <p:cNvSpPr>
            <a:spLocks noGrp="1"/>
          </p:cNvSpPr>
          <p:nvPr/>
        </p:nvSpPr>
        <p:spPr>
          <a:xfrm>
            <a:off x="8592963" y="3367756"/>
            <a:ext cx="54076" cy="15924"/>
          </a:xfrm>
          <a:custGeom>
            <a:avLst/>
            <a:gdLst/>
            <a:ahLst/>
            <a:cxnLst/>
            <a:rect l="l" t="t" r="r" b="b"/>
            <a:pathLst>
              <a:path w="2486" h="678">
                <a:moveTo>
                  <a:pt x="1154" y="1"/>
                </a:moveTo>
                <a:cubicBezTo>
                  <a:pt x="489" y="444"/>
                  <a:pt x="1" y="666"/>
                  <a:pt x="1" y="666"/>
                </a:cubicBezTo>
                <a:cubicBezTo>
                  <a:pt x="160" y="674"/>
                  <a:pt x="318" y="677"/>
                  <a:pt x="472" y="677"/>
                </a:cubicBezTo>
                <a:cubicBezTo>
                  <a:pt x="1218" y="677"/>
                  <a:pt x="1897" y="591"/>
                  <a:pt x="2485" y="444"/>
                </a:cubicBezTo>
                <a:cubicBezTo>
                  <a:pt x="2041" y="267"/>
                  <a:pt x="1598" y="134"/>
                  <a:pt x="1154" y="1"/>
                </a:cubicBezTo>
                <a:close/>
              </a:path>
            </a:pathLst>
          </a:custGeom>
          <a:solidFill>
            <a:srgbClr val="7C674C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8" name="Google Shape;1348;p30">
            <a:extLst>
              <a:ext uri="{FF2B5EF4-FFF2-40B4-BE49-F238E27FC236}">
                <a16:creationId xmlns:a16="http://schemas.microsoft.com/office/drawing/2014/main" id="{6D124607-ECA3-4C3E-913E-1DA85273FD4B}"/>
              </a:ext>
            </a:extLst>
          </p:cNvPr>
          <p:cNvSpPr>
            <a:spLocks noGrp="1"/>
          </p:cNvSpPr>
          <p:nvPr/>
        </p:nvSpPr>
        <p:spPr>
          <a:xfrm>
            <a:off x="7925118" y="3346500"/>
            <a:ext cx="926525" cy="370374"/>
          </a:xfrm>
          <a:custGeom>
            <a:avLst/>
            <a:gdLst/>
            <a:ahLst/>
            <a:cxnLst/>
            <a:rect l="l" t="t" r="r" b="b"/>
            <a:pathLst>
              <a:path w="42594" h="15769">
                <a:moveTo>
                  <a:pt x="25646" y="1"/>
                </a:moveTo>
                <a:cubicBezTo>
                  <a:pt x="24265" y="1"/>
                  <a:pt x="22814" y="109"/>
                  <a:pt x="21297" y="329"/>
                </a:cubicBezTo>
                <a:cubicBezTo>
                  <a:pt x="9628" y="2015"/>
                  <a:pt x="2884" y="4632"/>
                  <a:pt x="0" y="14127"/>
                </a:cubicBezTo>
                <a:cubicBezTo>
                  <a:pt x="2307" y="11509"/>
                  <a:pt x="6034" y="8226"/>
                  <a:pt x="10338" y="7916"/>
                </a:cubicBezTo>
                <a:cubicBezTo>
                  <a:pt x="10580" y="7897"/>
                  <a:pt x="10819" y="7887"/>
                  <a:pt x="11055" y="7887"/>
                </a:cubicBezTo>
                <a:cubicBezTo>
                  <a:pt x="17950" y="7887"/>
                  <a:pt x="22140" y="15769"/>
                  <a:pt x="22140" y="15769"/>
                </a:cubicBezTo>
                <a:cubicBezTo>
                  <a:pt x="22140" y="15769"/>
                  <a:pt x="25642" y="7821"/>
                  <a:pt x="34016" y="7821"/>
                </a:cubicBezTo>
                <a:cubicBezTo>
                  <a:pt x="34535" y="7821"/>
                  <a:pt x="35071" y="7851"/>
                  <a:pt x="35627" y="7916"/>
                </a:cubicBezTo>
                <a:cubicBezTo>
                  <a:pt x="38600" y="8271"/>
                  <a:pt x="40863" y="9735"/>
                  <a:pt x="42593" y="11554"/>
                </a:cubicBezTo>
                <a:cubicBezTo>
                  <a:pt x="39850" y="4011"/>
                  <a:pt x="34032" y="1"/>
                  <a:pt x="25646" y="1"/>
                </a:cubicBezTo>
                <a:close/>
              </a:path>
            </a:pathLst>
          </a:custGeom>
          <a:solidFill>
            <a:srgbClr val="7C674C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1" name="Google Shape;1351;p30">
            <a:extLst>
              <a:ext uri="{FF2B5EF4-FFF2-40B4-BE49-F238E27FC236}">
                <a16:creationId xmlns:a16="http://schemas.microsoft.com/office/drawing/2014/main" id="{B02283D5-C378-4EFE-B1D0-EA548BE8EA15}"/>
              </a:ext>
            </a:extLst>
          </p:cNvPr>
          <p:cNvSpPr>
            <a:spLocks noGrp="1"/>
          </p:cNvSpPr>
          <p:nvPr/>
        </p:nvSpPr>
        <p:spPr>
          <a:xfrm flipH="1">
            <a:off x="8173175" y="605950"/>
            <a:ext cx="191100" cy="191100"/>
          </a:xfrm>
          <a:prstGeom prst="leftArrow">
            <a:avLst>
              <a:gd name="adj1" fmla="val 50000"/>
              <a:gd name="adj2" fmla="val 50000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3" name="Google Shape;1353;p30">
            <a:extLst>
              <a:ext uri="{FF2B5EF4-FFF2-40B4-BE49-F238E27FC236}">
                <a16:creationId xmlns:a16="http://schemas.microsoft.com/office/drawing/2014/main" id="{DFCB9444-C8C1-4306-A0AF-D5399FCF68D9}"/>
              </a:ext>
            </a:extLst>
          </p:cNvPr>
          <p:cNvSpPr>
            <a:spLocks noGrp="1"/>
          </p:cNvSpPr>
          <p:nvPr/>
        </p:nvSpPr>
        <p:spPr>
          <a:xfrm>
            <a:off x="7815775" y="605950"/>
            <a:ext cx="191100" cy="191100"/>
          </a:xfrm>
          <a:prstGeom prst="leftArrow">
            <a:avLst>
              <a:gd name="adj1" fmla="val 50000"/>
              <a:gd name="adj2" fmla="val 50000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296;p30">
            <a:extLst>
              <a:ext uri="{FF2B5EF4-FFF2-40B4-BE49-F238E27FC236}">
                <a16:creationId xmlns:a16="http://schemas.microsoft.com/office/drawing/2014/main" id="{79D08198-8DC7-4303-8DC0-0E49D22566C6}"/>
              </a:ext>
            </a:extLst>
          </p:cNvPr>
          <p:cNvSpPr>
            <a:spLocks noGrp="1"/>
          </p:cNvSpPr>
          <p:nvPr/>
        </p:nvSpPr>
        <p:spPr>
          <a:xfrm>
            <a:off x="1352550" y="1428750"/>
            <a:ext cx="6572250" cy="233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38100" rIns="76200" bIns="38100" anchor="ctr">
            <a:normAutofit/>
          </a:bodyPr>
          <a:lstStyle>
            <a:lvl1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Sriracha"/>
              <a:buNone/>
              <a:defRPr sz="2800" b="0" i="0" u="none" cap="none">
                <a:solidFill>
                  <a:schemeClr val="dk2"/>
                </a:solidFill>
                <a:latin typeface="Sriracha"/>
                <a:ea typeface="Sriracha"/>
                <a:cs typeface="Sriracha"/>
              </a:defRPr>
            </a:lvl1pPr>
            <a:lvl2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angers"/>
              <a:buNone/>
              <a:defRPr sz="2800" b="0" i="0" u="none" cap="none">
                <a:solidFill>
                  <a:schemeClr val="dk1"/>
                </a:solidFill>
                <a:latin typeface="Bangers"/>
                <a:ea typeface="Bangers"/>
                <a:cs typeface="Bangers"/>
              </a:defRPr>
            </a:lvl2pPr>
            <a:lvl3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angers"/>
              <a:buNone/>
              <a:defRPr sz="2800" b="0" i="0" u="none" cap="none">
                <a:solidFill>
                  <a:schemeClr val="dk1"/>
                </a:solidFill>
                <a:latin typeface="Bangers"/>
                <a:ea typeface="Bangers"/>
                <a:cs typeface="Bangers"/>
              </a:defRPr>
            </a:lvl3pPr>
            <a:lvl4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angers"/>
              <a:buNone/>
              <a:defRPr sz="2800" b="0" i="0" u="none" cap="none">
                <a:solidFill>
                  <a:schemeClr val="dk1"/>
                </a:solidFill>
                <a:latin typeface="Bangers"/>
                <a:ea typeface="Bangers"/>
                <a:cs typeface="Bangers"/>
              </a:defRPr>
            </a:lvl4pPr>
            <a:lvl5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angers"/>
              <a:buNone/>
              <a:defRPr sz="2800" b="0" i="0" u="none" cap="none">
                <a:solidFill>
                  <a:schemeClr val="dk1"/>
                </a:solidFill>
                <a:latin typeface="Bangers"/>
                <a:ea typeface="Bangers"/>
                <a:cs typeface="Bangers"/>
              </a:defRPr>
            </a:lvl5pPr>
            <a:lvl6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angers"/>
              <a:buNone/>
              <a:defRPr sz="2800" b="0" i="0" u="none" cap="none">
                <a:solidFill>
                  <a:schemeClr val="dk1"/>
                </a:solidFill>
                <a:latin typeface="Bangers"/>
                <a:ea typeface="Bangers"/>
                <a:cs typeface="Bangers"/>
              </a:defRPr>
            </a:lvl6pPr>
            <a:lvl7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angers"/>
              <a:buNone/>
              <a:defRPr sz="2800" b="0" i="0" u="none" cap="none">
                <a:solidFill>
                  <a:schemeClr val="dk1"/>
                </a:solidFill>
                <a:latin typeface="Bangers"/>
                <a:ea typeface="Bangers"/>
                <a:cs typeface="Bangers"/>
              </a:defRPr>
            </a:lvl7pPr>
            <a:lvl8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angers"/>
              <a:buNone/>
              <a:defRPr sz="2800" b="0" i="0" u="none" cap="none">
                <a:solidFill>
                  <a:schemeClr val="dk1"/>
                </a:solidFill>
                <a:latin typeface="Bangers"/>
                <a:ea typeface="Bangers"/>
                <a:cs typeface="Bangers"/>
              </a:defRPr>
            </a:lvl8pPr>
            <a:lvl9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angers"/>
              <a:buNone/>
              <a:defRPr sz="2800" b="0" i="0" u="none" cap="none">
                <a:solidFill>
                  <a:schemeClr val="dk1"/>
                </a:solidFill>
                <a:latin typeface="Bangers"/>
                <a:ea typeface="Bangers"/>
                <a:cs typeface="Bangers"/>
              </a:defRPr>
            </a:lvl9pPr>
          </a:lstStyle>
          <a:p>
            <a:pPr algn="ctr">
              <a:lnSpc>
                <a:spcPct val="108000"/>
              </a:lnSpc>
              <a:buNone/>
              <a:defRPr sz="1875">
                <a:solidFill>
                  <a:srgbClr val="565656"/>
                </a:solidFill>
                <a:latin typeface="新細明體"/>
                <a:ea typeface="新細明體"/>
                <a:cs typeface="新細明體"/>
              </a:defRPr>
            </a:pPr>
            <a:r>
              <a:rPr sz="1875">
                <a:solidFill>
                  <a:srgbClr val="565656"/>
                </a:solidFill>
                <a:latin typeface="新細明體"/>
                <a:ea typeface="新細明體"/>
                <a:cs typeface="新細明體"/>
              </a:rPr>
              <a:t>STEAM 5大精神包含：</a:t>
            </a:r>
            <a:r>
              <a:rPr sz="1875" b="1">
                <a:solidFill>
                  <a:srgbClr val="565656"/>
                </a:solidFill>
                <a:latin typeface="新細明體"/>
                <a:ea typeface="新細明體"/>
                <a:cs typeface="新細明體"/>
              </a:rPr>
              <a:t>跨領域、動手做、
生活應用、解決問題、五感學習。</a:t>
            </a:r>
          </a:p>
          <a:p>
            <a:pPr algn="ctr">
              <a:lnSpc>
                <a:spcPct val="108000"/>
              </a:lnSpc>
              <a:buNone/>
              <a:defRPr sz="1875">
                <a:solidFill>
                  <a:srgbClr val="565656"/>
                </a:solidFill>
                <a:latin typeface="新細明體"/>
                <a:ea typeface="新細明體"/>
                <a:cs typeface="新細明體"/>
              </a:defRPr>
            </a:pPr>
            <a:r>
              <a:rPr sz="1875">
                <a:solidFill>
                  <a:srgbClr val="565656"/>
                </a:solidFill>
                <a:latin typeface="新細明體"/>
                <a:ea typeface="新細明體"/>
                <a:cs typeface="新細明體"/>
              </a:rPr>
              <a:t>教育部在12年國民基本教育課程綱要總綱的
「核心素養」中表示：素養指人在適應現在生活
和面對未來挑戰時，所應具備的知識、能力和態度。與STEAM所倡導的學習精神符合。</a:t>
            </a:r>
          </a:p>
        </p:txBody>
      </p:sp>
    </p:spTree>
    <p:extLst>
      <p:ext uri="{BB962C8B-B14F-4D97-AF65-F5344CB8AC3E}">
        <p14:creationId xmlns:p14="http://schemas.microsoft.com/office/powerpoint/2010/main" val="18662948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9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" name="Google Shape;1249;p30">
            <a:extLst>
              <a:ext uri="{FF2B5EF4-FFF2-40B4-BE49-F238E27FC236}">
                <a16:creationId xmlns:a16="http://schemas.microsoft.com/office/drawing/2014/main" id="{E5C15640-FE7C-4F0D-9C7A-D1D4B5BA6779}"/>
              </a:ext>
            </a:extLst>
          </p:cNvPr>
          <p:cNvSpPr>
            <a:spLocks noGrp="1"/>
          </p:cNvSpPr>
          <p:nvPr/>
        </p:nvSpPr>
        <p:spPr>
          <a:xfrm flipH="1">
            <a:off x="-1509251" y="1487354"/>
            <a:ext cx="2842524" cy="1533883"/>
          </a:xfrm>
          <a:custGeom>
            <a:avLst/>
            <a:gdLst/>
            <a:ahLst/>
            <a:cxnLst/>
            <a:rect l="l" t="t" r="r" b="b"/>
            <a:pathLst>
              <a:path w="31500" h="25215">
                <a:moveTo>
                  <a:pt x="3702" y="1"/>
                </a:moveTo>
                <a:cubicBezTo>
                  <a:pt x="2458" y="1"/>
                  <a:pt x="1221" y="88"/>
                  <a:pt x="0" y="266"/>
                </a:cubicBezTo>
                <a:cubicBezTo>
                  <a:pt x="1598" y="3256"/>
                  <a:pt x="3653" y="5973"/>
                  <a:pt x="5250" y="8940"/>
                </a:cubicBezTo>
                <a:cubicBezTo>
                  <a:pt x="7168" y="12615"/>
                  <a:pt x="9405" y="16518"/>
                  <a:pt x="12691" y="19325"/>
                </a:cubicBezTo>
                <a:cubicBezTo>
                  <a:pt x="17462" y="23274"/>
                  <a:pt x="25588" y="24598"/>
                  <a:pt x="31499" y="25214"/>
                </a:cubicBezTo>
                <a:cubicBezTo>
                  <a:pt x="31479" y="10329"/>
                  <a:pt x="17249" y="1"/>
                  <a:pt x="3702" y="1"/>
                </a:cubicBezTo>
                <a:close/>
              </a:path>
            </a:pathLst>
          </a:custGeom>
          <a:solidFill>
            <a:srgbClr val="11564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0" name="Google Shape;1250;p30">
            <a:extLst>
              <a:ext uri="{FF2B5EF4-FFF2-40B4-BE49-F238E27FC236}">
                <a16:creationId xmlns:a16="http://schemas.microsoft.com/office/drawing/2014/main" id="{333C2DDA-5213-417C-984A-B04819DD0AD8}"/>
              </a:ext>
            </a:extLst>
          </p:cNvPr>
          <p:cNvSpPr>
            <a:spLocks noGrp="1"/>
          </p:cNvSpPr>
          <p:nvPr/>
        </p:nvSpPr>
        <p:spPr>
          <a:xfrm flipH="1">
            <a:off x="-1534079" y="1671984"/>
            <a:ext cx="2381854" cy="1329244"/>
          </a:xfrm>
          <a:custGeom>
            <a:avLst/>
            <a:gdLst/>
            <a:ahLst/>
            <a:cxnLst/>
            <a:rect l="l" t="t" r="r" b="b"/>
            <a:pathLst>
              <a:path w="26395" h="21851">
                <a:moveTo>
                  <a:pt x="480" y="1"/>
                </a:moveTo>
                <a:cubicBezTo>
                  <a:pt x="186" y="1"/>
                  <a:pt x="0" y="446"/>
                  <a:pt x="304" y="655"/>
                </a:cubicBezTo>
                <a:cubicBezTo>
                  <a:pt x="4960" y="3851"/>
                  <a:pt x="8932" y="7845"/>
                  <a:pt x="13406" y="11246"/>
                </a:cubicBezTo>
                <a:cubicBezTo>
                  <a:pt x="17674" y="14487"/>
                  <a:pt x="22330" y="17454"/>
                  <a:pt x="25686" y="21723"/>
                </a:cubicBezTo>
                <a:cubicBezTo>
                  <a:pt x="25753" y="21813"/>
                  <a:pt x="25835" y="21850"/>
                  <a:pt x="25915" y="21850"/>
                </a:cubicBezTo>
                <a:cubicBezTo>
                  <a:pt x="26160" y="21850"/>
                  <a:pt x="26394" y="21501"/>
                  <a:pt x="26188" y="21243"/>
                </a:cubicBezTo>
                <a:cubicBezTo>
                  <a:pt x="22970" y="17158"/>
                  <a:pt x="18587" y="14236"/>
                  <a:pt x="14456" y="11177"/>
                </a:cubicBezTo>
                <a:cubicBezTo>
                  <a:pt x="9708" y="7640"/>
                  <a:pt x="5554" y="3417"/>
                  <a:pt x="669" y="62"/>
                </a:cubicBezTo>
                <a:cubicBezTo>
                  <a:pt x="604" y="19"/>
                  <a:pt x="540" y="1"/>
                  <a:pt x="480" y="1"/>
                </a:cubicBezTo>
                <a:close/>
              </a:path>
            </a:pathLst>
          </a:custGeom>
          <a:solidFill>
            <a:srgbClr val="46AA9E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1" name="Google Shape;1251;p30">
            <a:extLst>
              <a:ext uri="{FF2B5EF4-FFF2-40B4-BE49-F238E27FC236}">
                <a16:creationId xmlns:a16="http://schemas.microsoft.com/office/drawing/2014/main" id="{92E38F20-B920-40AE-B2EB-458C348BE581}"/>
              </a:ext>
            </a:extLst>
          </p:cNvPr>
          <p:cNvSpPr>
            <a:spLocks noGrp="1"/>
          </p:cNvSpPr>
          <p:nvPr/>
        </p:nvSpPr>
        <p:spPr>
          <a:xfrm flipH="1">
            <a:off x="-1280642" y="2801784"/>
            <a:ext cx="35104" cy="22326"/>
          </a:xfrm>
          <a:custGeom>
            <a:avLst/>
            <a:gdLst/>
            <a:ahLst/>
            <a:cxnLst/>
            <a:rect l="l" t="t" r="r" b="b"/>
            <a:pathLst>
              <a:path w="389" h="367">
                <a:moveTo>
                  <a:pt x="1" y="1"/>
                </a:moveTo>
                <a:cubicBezTo>
                  <a:pt x="24" y="138"/>
                  <a:pt x="24" y="252"/>
                  <a:pt x="46" y="366"/>
                </a:cubicBezTo>
                <a:cubicBezTo>
                  <a:pt x="161" y="252"/>
                  <a:pt x="275" y="138"/>
                  <a:pt x="389" y="24"/>
                </a:cubicBezTo>
                <a:cubicBezTo>
                  <a:pt x="252" y="24"/>
                  <a:pt x="138" y="24"/>
                  <a:pt x="1" y="1"/>
                </a:cubicBezTo>
                <a:close/>
              </a:path>
            </a:pathLst>
          </a:custGeom>
          <a:solidFill>
            <a:srgbClr val="46AA9E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2" name="Google Shape;1252;p30">
            <a:extLst>
              <a:ext uri="{FF2B5EF4-FFF2-40B4-BE49-F238E27FC236}">
                <a16:creationId xmlns:a16="http://schemas.microsoft.com/office/drawing/2014/main" id="{BDBD7002-23B7-41C6-B016-F0A889222966}"/>
              </a:ext>
            </a:extLst>
          </p:cNvPr>
          <p:cNvSpPr>
            <a:spLocks noGrp="1"/>
          </p:cNvSpPr>
          <p:nvPr/>
        </p:nvSpPr>
        <p:spPr>
          <a:xfrm flipH="1">
            <a:off x="-1342446" y="2484051"/>
            <a:ext cx="624182" cy="360977"/>
          </a:xfrm>
          <a:custGeom>
            <a:avLst/>
            <a:gdLst/>
            <a:ahLst/>
            <a:cxnLst/>
            <a:rect l="l" t="t" r="r" b="b"/>
            <a:pathLst>
              <a:path w="6917" h="5934">
                <a:moveTo>
                  <a:pt x="5844" y="5224"/>
                </a:moveTo>
                <a:lnTo>
                  <a:pt x="5844" y="5224"/>
                </a:lnTo>
                <a:cubicBezTo>
                  <a:pt x="5981" y="5247"/>
                  <a:pt x="6095" y="5247"/>
                  <a:pt x="6232" y="5247"/>
                </a:cubicBezTo>
                <a:cubicBezTo>
                  <a:pt x="6118" y="5361"/>
                  <a:pt x="6004" y="5475"/>
                  <a:pt x="5889" y="5589"/>
                </a:cubicBezTo>
                <a:cubicBezTo>
                  <a:pt x="5867" y="5475"/>
                  <a:pt x="5867" y="5361"/>
                  <a:pt x="5844" y="5224"/>
                </a:cubicBezTo>
                <a:close/>
                <a:moveTo>
                  <a:pt x="5509" y="1"/>
                </a:moveTo>
                <a:cubicBezTo>
                  <a:pt x="5265" y="1"/>
                  <a:pt x="5029" y="244"/>
                  <a:pt x="5205" y="499"/>
                </a:cubicBezTo>
                <a:cubicBezTo>
                  <a:pt x="6163" y="1891"/>
                  <a:pt x="5730" y="3626"/>
                  <a:pt x="5844" y="5224"/>
                </a:cubicBezTo>
                <a:cubicBezTo>
                  <a:pt x="4041" y="5155"/>
                  <a:pt x="2237" y="5201"/>
                  <a:pt x="457" y="5064"/>
                </a:cubicBezTo>
                <a:cubicBezTo>
                  <a:pt x="450" y="5064"/>
                  <a:pt x="442" y="5064"/>
                  <a:pt x="435" y="5064"/>
                </a:cubicBezTo>
                <a:cubicBezTo>
                  <a:pt x="1" y="5064"/>
                  <a:pt x="8" y="5727"/>
                  <a:pt x="457" y="5772"/>
                </a:cubicBezTo>
                <a:cubicBezTo>
                  <a:pt x="2374" y="5909"/>
                  <a:pt x="4314" y="5817"/>
                  <a:pt x="6232" y="5931"/>
                </a:cubicBezTo>
                <a:cubicBezTo>
                  <a:pt x="6241" y="5933"/>
                  <a:pt x="6250" y="5933"/>
                  <a:pt x="6260" y="5933"/>
                </a:cubicBezTo>
                <a:cubicBezTo>
                  <a:pt x="6414" y="5933"/>
                  <a:pt x="6596" y="5761"/>
                  <a:pt x="6574" y="5589"/>
                </a:cubicBezTo>
                <a:cubicBezTo>
                  <a:pt x="6323" y="3763"/>
                  <a:pt x="6917" y="1777"/>
                  <a:pt x="5798" y="157"/>
                </a:cubicBezTo>
                <a:cubicBezTo>
                  <a:pt x="5722" y="46"/>
                  <a:pt x="5615" y="1"/>
                  <a:pt x="5509" y="1"/>
                </a:cubicBezTo>
                <a:close/>
              </a:path>
            </a:pathLst>
          </a:custGeom>
          <a:solidFill>
            <a:srgbClr val="46AA9E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3" name="Google Shape;1253;p30">
            <a:extLst>
              <a:ext uri="{FF2B5EF4-FFF2-40B4-BE49-F238E27FC236}">
                <a16:creationId xmlns:a16="http://schemas.microsoft.com/office/drawing/2014/main" id="{81181B58-3207-49E8-A73B-FA7C5D69708E}"/>
              </a:ext>
            </a:extLst>
          </p:cNvPr>
          <p:cNvSpPr>
            <a:spLocks noGrp="1"/>
          </p:cNvSpPr>
          <p:nvPr/>
        </p:nvSpPr>
        <p:spPr>
          <a:xfrm flipH="1">
            <a:off x="-1017050" y="2647693"/>
            <a:ext cx="39253" cy="26401"/>
          </a:xfrm>
          <a:custGeom>
            <a:avLst/>
            <a:gdLst/>
            <a:ahLst/>
            <a:cxnLst/>
            <a:rect l="l" t="t" r="r" b="b"/>
            <a:pathLst>
              <a:path w="435" h="434">
                <a:moveTo>
                  <a:pt x="0" y="0"/>
                </a:moveTo>
                <a:cubicBezTo>
                  <a:pt x="0" y="160"/>
                  <a:pt x="0" y="297"/>
                  <a:pt x="0" y="434"/>
                </a:cubicBezTo>
                <a:cubicBezTo>
                  <a:pt x="137" y="320"/>
                  <a:pt x="297" y="206"/>
                  <a:pt x="434" y="92"/>
                </a:cubicBezTo>
                <a:cubicBezTo>
                  <a:pt x="297" y="69"/>
                  <a:pt x="137" y="46"/>
                  <a:pt x="0" y="0"/>
                </a:cubicBezTo>
                <a:close/>
              </a:path>
            </a:pathLst>
          </a:custGeom>
          <a:solidFill>
            <a:srgbClr val="46AA9E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4" name="Google Shape;1254;p30">
            <a:extLst>
              <a:ext uri="{FF2B5EF4-FFF2-40B4-BE49-F238E27FC236}">
                <a16:creationId xmlns:a16="http://schemas.microsoft.com/office/drawing/2014/main" id="{06DD5542-933F-48B9-A3B8-3BF82FAEF71D}"/>
              </a:ext>
            </a:extLst>
          </p:cNvPr>
          <p:cNvSpPr>
            <a:spLocks noGrp="1"/>
          </p:cNvSpPr>
          <p:nvPr/>
        </p:nvSpPr>
        <p:spPr>
          <a:xfrm flipH="1">
            <a:off x="-1047894" y="2250206"/>
            <a:ext cx="823971" cy="445230"/>
          </a:xfrm>
          <a:custGeom>
            <a:avLst/>
            <a:gdLst/>
            <a:ahLst/>
            <a:cxnLst/>
            <a:rect l="l" t="t" r="r" b="b"/>
            <a:pathLst>
              <a:path w="9131" h="7319">
                <a:moveTo>
                  <a:pt x="7246" y="0"/>
                </a:moveTo>
                <a:cubicBezTo>
                  <a:pt x="7010" y="0"/>
                  <a:pt x="6757" y="260"/>
                  <a:pt x="6916" y="531"/>
                </a:cubicBezTo>
                <a:cubicBezTo>
                  <a:pt x="7852" y="2312"/>
                  <a:pt x="8354" y="4503"/>
                  <a:pt x="8354" y="6534"/>
                </a:cubicBezTo>
                <a:cubicBezTo>
                  <a:pt x="8491" y="6580"/>
                  <a:pt x="8651" y="6603"/>
                  <a:pt x="8788" y="6626"/>
                </a:cubicBezTo>
                <a:cubicBezTo>
                  <a:pt x="8651" y="6740"/>
                  <a:pt x="8491" y="6854"/>
                  <a:pt x="8354" y="6968"/>
                </a:cubicBezTo>
                <a:cubicBezTo>
                  <a:pt x="8354" y="6831"/>
                  <a:pt x="8354" y="6694"/>
                  <a:pt x="8354" y="6534"/>
                </a:cubicBezTo>
                <a:cubicBezTo>
                  <a:pt x="6091" y="6078"/>
                  <a:pt x="3793" y="5759"/>
                  <a:pt x="1475" y="5759"/>
                </a:cubicBezTo>
                <a:cubicBezTo>
                  <a:pt x="1128" y="5759"/>
                  <a:pt x="781" y="5766"/>
                  <a:pt x="434" y="5781"/>
                </a:cubicBezTo>
                <a:cubicBezTo>
                  <a:pt x="7" y="5781"/>
                  <a:pt x="1" y="6466"/>
                  <a:pt x="414" y="6466"/>
                </a:cubicBezTo>
                <a:cubicBezTo>
                  <a:pt x="420" y="6466"/>
                  <a:pt x="427" y="6466"/>
                  <a:pt x="434" y="6466"/>
                </a:cubicBezTo>
                <a:cubicBezTo>
                  <a:pt x="774" y="6452"/>
                  <a:pt x="1113" y="6445"/>
                  <a:pt x="1451" y="6445"/>
                </a:cubicBezTo>
                <a:cubicBezTo>
                  <a:pt x="3864" y="6445"/>
                  <a:pt x="6243" y="6790"/>
                  <a:pt x="8606" y="7310"/>
                </a:cubicBezTo>
                <a:cubicBezTo>
                  <a:pt x="8632" y="7316"/>
                  <a:pt x="8658" y="7318"/>
                  <a:pt x="8684" y="7318"/>
                </a:cubicBezTo>
                <a:cubicBezTo>
                  <a:pt x="8879" y="7318"/>
                  <a:pt x="9039" y="7170"/>
                  <a:pt x="9039" y="6968"/>
                </a:cubicBezTo>
                <a:cubicBezTo>
                  <a:pt x="9131" y="4685"/>
                  <a:pt x="8583" y="2175"/>
                  <a:pt x="7510" y="166"/>
                </a:cubicBezTo>
                <a:cubicBezTo>
                  <a:pt x="7448" y="49"/>
                  <a:pt x="7349" y="0"/>
                  <a:pt x="7246" y="0"/>
                </a:cubicBezTo>
                <a:close/>
              </a:path>
            </a:pathLst>
          </a:custGeom>
          <a:solidFill>
            <a:srgbClr val="46AA9E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5" name="Google Shape;1255;p30">
            <a:extLst>
              <a:ext uri="{FF2B5EF4-FFF2-40B4-BE49-F238E27FC236}">
                <a16:creationId xmlns:a16="http://schemas.microsoft.com/office/drawing/2014/main" id="{F695BBEB-AF38-4298-A855-33330FC67EDD}"/>
              </a:ext>
            </a:extLst>
          </p:cNvPr>
          <p:cNvSpPr>
            <a:spLocks noGrp="1"/>
          </p:cNvSpPr>
          <p:nvPr/>
        </p:nvSpPr>
        <p:spPr>
          <a:xfrm flipH="1">
            <a:off x="-551484" y="1957659"/>
            <a:ext cx="654952" cy="472118"/>
          </a:xfrm>
          <a:custGeom>
            <a:avLst/>
            <a:gdLst/>
            <a:ahLst/>
            <a:cxnLst/>
            <a:rect l="l" t="t" r="r" b="b"/>
            <a:pathLst>
              <a:path w="7258" h="7761">
                <a:moveTo>
                  <a:pt x="5332" y="1"/>
                </a:moveTo>
                <a:cubicBezTo>
                  <a:pt x="5104" y="1"/>
                  <a:pt x="4857" y="257"/>
                  <a:pt x="4998" y="524"/>
                </a:cubicBezTo>
                <a:cubicBezTo>
                  <a:pt x="5774" y="2168"/>
                  <a:pt x="6116" y="4130"/>
                  <a:pt x="6276" y="5934"/>
                </a:cubicBezTo>
                <a:cubicBezTo>
                  <a:pt x="6299" y="6230"/>
                  <a:pt x="6299" y="6527"/>
                  <a:pt x="6276" y="6824"/>
                </a:cubicBezTo>
                <a:cubicBezTo>
                  <a:pt x="6276" y="6938"/>
                  <a:pt x="5888" y="6967"/>
                  <a:pt x="5477" y="6967"/>
                </a:cubicBezTo>
                <a:cubicBezTo>
                  <a:pt x="5066" y="6967"/>
                  <a:pt x="4633" y="6938"/>
                  <a:pt x="4541" y="6938"/>
                </a:cubicBezTo>
                <a:cubicBezTo>
                  <a:pt x="3195" y="6961"/>
                  <a:pt x="1825" y="7006"/>
                  <a:pt x="456" y="7052"/>
                </a:cubicBezTo>
                <a:cubicBezTo>
                  <a:pt x="29" y="7075"/>
                  <a:pt x="0" y="7760"/>
                  <a:pt x="434" y="7760"/>
                </a:cubicBezTo>
                <a:cubicBezTo>
                  <a:pt x="441" y="7760"/>
                  <a:pt x="448" y="7760"/>
                  <a:pt x="456" y="7760"/>
                </a:cubicBezTo>
                <a:cubicBezTo>
                  <a:pt x="2215" y="7700"/>
                  <a:pt x="3991" y="7641"/>
                  <a:pt x="5755" y="7641"/>
                </a:cubicBezTo>
                <a:cubicBezTo>
                  <a:pt x="6028" y="7641"/>
                  <a:pt x="6301" y="7643"/>
                  <a:pt x="6573" y="7646"/>
                </a:cubicBezTo>
                <a:cubicBezTo>
                  <a:pt x="6710" y="7646"/>
                  <a:pt x="6892" y="7531"/>
                  <a:pt x="6915" y="7395"/>
                </a:cubicBezTo>
                <a:cubicBezTo>
                  <a:pt x="7258" y="5089"/>
                  <a:pt x="6573" y="2259"/>
                  <a:pt x="5591" y="182"/>
                </a:cubicBezTo>
                <a:cubicBezTo>
                  <a:pt x="5534" y="54"/>
                  <a:pt x="5435" y="1"/>
                  <a:pt x="5332" y="1"/>
                </a:cubicBezTo>
                <a:close/>
              </a:path>
            </a:pathLst>
          </a:custGeom>
          <a:solidFill>
            <a:srgbClr val="46AA9E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6" name="Google Shape;1256;p30">
            <a:extLst>
              <a:ext uri="{FF2B5EF4-FFF2-40B4-BE49-F238E27FC236}">
                <a16:creationId xmlns:a16="http://schemas.microsoft.com/office/drawing/2014/main" id="{1343FCD1-56D6-4BC1-B0B9-626BB7879B83}"/>
              </a:ext>
            </a:extLst>
          </p:cNvPr>
          <p:cNvSpPr>
            <a:spLocks noGrp="1"/>
          </p:cNvSpPr>
          <p:nvPr/>
        </p:nvSpPr>
        <p:spPr>
          <a:xfrm flipH="1">
            <a:off x="-100383" y="2154759"/>
            <a:ext cx="30952" cy="20865"/>
          </a:xfrm>
          <a:custGeom>
            <a:avLst/>
            <a:gdLst/>
            <a:ahLst/>
            <a:cxnLst/>
            <a:rect l="l" t="t" r="r" b="b"/>
            <a:pathLst>
              <a:path w="343" h="343">
                <a:moveTo>
                  <a:pt x="1" y="0"/>
                </a:moveTo>
                <a:cubicBezTo>
                  <a:pt x="1" y="114"/>
                  <a:pt x="1" y="229"/>
                  <a:pt x="1" y="343"/>
                </a:cubicBezTo>
                <a:cubicBezTo>
                  <a:pt x="115" y="229"/>
                  <a:pt x="229" y="114"/>
                  <a:pt x="343" y="0"/>
                </a:cubicBezTo>
                <a:close/>
              </a:path>
            </a:pathLst>
          </a:custGeom>
          <a:solidFill>
            <a:srgbClr val="46AA9E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7" name="Google Shape;1257;p30">
            <a:extLst>
              <a:ext uri="{FF2B5EF4-FFF2-40B4-BE49-F238E27FC236}">
                <a16:creationId xmlns:a16="http://schemas.microsoft.com/office/drawing/2014/main" id="{3A4B4299-4FEE-489D-B684-F6371754E727}"/>
              </a:ext>
            </a:extLst>
          </p:cNvPr>
          <p:cNvSpPr>
            <a:spLocks noGrp="1"/>
          </p:cNvSpPr>
          <p:nvPr/>
        </p:nvSpPr>
        <p:spPr>
          <a:xfrm flipH="1">
            <a:off x="-137459" y="1853451"/>
            <a:ext cx="580868" cy="344370"/>
          </a:xfrm>
          <a:custGeom>
            <a:avLst/>
            <a:gdLst/>
            <a:ahLst/>
            <a:cxnLst/>
            <a:rect l="l" t="t" r="r" b="b"/>
            <a:pathLst>
              <a:path w="6437" h="5661">
                <a:moveTo>
                  <a:pt x="5963" y="0"/>
                </a:moveTo>
                <a:cubicBezTo>
                  <a:pt x="5792" y="0"/>
                  <a:pt x="5626" y="114"/>
                  <a:pt x="5638" y="343"/>
                </a:cubicBezTo>
                <a:cubicBezTo>
                  <a:pt x="5684" y="1872"/>
                  <a:pt x="5729" y="3401"/>
                  <a:pt x="5684" y="4953"/>
                </a:cubicBezTo>
                <a:lnTo>
                  <a:pt x="6026" y="4953"/>
                </a:lnTo>
                <a:cubicBezTo>
                  <a:pt x="5912" y="5067"/>
                  <a:pt x="5798" y="5182"/>
                  <a:pt x="5684" y="5296"/>
                </a:cubicBezTo>
                <a:cubicBezTo>
                  <a:pt x="5684" y="5182"/>
                  <a:pt x="5684" y="5067"/>
                  <a:pt x="5684" y="4953"/>
                </a:cubicBezTo>
                <a:cubicBezTo>
                  <a:pt x="5105" y="4923"/>
                  <a:pt x="4525" y="4913"/>
                  <a:pt x="3942" y="4913"/>
                </a:cubicBezTo>
                <a:cubicBezTo>
                  <a:pt x="2777" y="4913"/>
                  <a:pt x="1605" y="4953"/>
                  <a:pt x="434" y="4953"/>
                </a:cubicBezTo>
                <a:cubicBezTo>
                  <a:pt x="0" y="4953"/>
                  <a:pt x="0" y="5661"/>
                  <a:pt x="434" y="5661"/>
                </a:cubicBezTo>
                <a:cubicBezTo>
                  <a:pt x="1771" y="5661"/>
                  <a:pt x="3096" y="5603"/>
                  <a:pt x="4426" y="5603"/>
                </a:cubicBezTo>
                <a:cubicBezTo>
                  <a:pt x="4958" y="5603"/>
                  <a:pt x="5491" y="5612"/>
                  <a:pt x="6026" y="5638"/>
                </a:cubicBezTo>
                <a:cubicBezTo>
                  <a:pt x="6036" y="5639"/>
                  <a:pt x="6047" y="5640"/>
                  <a:pt x="6057" y="5640"/>
                </a:cubicBezTo>
                <a:cubicBezTo>
                  <a:pt x="6226" y="5640"/>
                  <a:pt x="6368" y="5468"/>
                  <a:pt x="6368" y="5296"/>
                </a:cubicBezTo>
                <a:cubicBezTo>
                  <a:pt x="6437" y="3652"/>
                  <a:pt x="6391" y="1986"/>
                  <a:pt x="6323" y="343"/>
                </a:cubicBezTo>
                <a:cubicBezTo>
                  <a:pt x="6311" y="114"/>
                  <a:pt x="6134" y="0"/>
                  <a:pt x="5963" y="0"/>
                </a:cubicBezTo>
                <a:close/>
              </a:path>
            </a:pathLst>
          </a:custGeom>
          <a:solidFill>
            <a:srgbClr val="46AA9E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8" name="Google Shape;1258;p30">
            <a:extLst>
              <a:ext uri="{FF2B5EF4-FFF2-40B4-BE49-F238E27FC236}">
                <a16:creationId xmlns:a16="http://schemas.microsoft.com/office/drawing/2014/main" id="{85A93163-EAA8-4689-8C53-AA92DEB8B9FD}"/>
              </a:ext>
            </a:extLst>
          </p:cNvPr>
          <p:cNvSpPr>
            <a:spLocks noGrp="1"/>
          </p:cNvSpPr>
          <p:nvPr/>
        </p:nvSpPr>
        <p:spPr>
          <a:xfrm flipH="1">
            <a:off x="352717" y="1906192"/>
            <a:ext cx="39253" cy="18128"/>
          </a:xfrm>
          <a:custGeom>
            <a:avLst/>
            <a:gdLst/>
            <a:ahLst/>
            <a:cxnLst/>
            <a:rect l="l" t="t" r="r" b="b"/>
            <a:pathLst>
              <a:path w="435" h="298">
                <a:moveTo>
                  <a:pt x="46" y="1"/>
                </a:moveTo>
                <a:cubicBezTo>
                  <a:pt x="23" y="92"/>
                  <a:pt x="23" y="183"/>
                  <a:pt x="1" y="297"/>
                </a:cubicBezTo>
                <a:cubicBezTo>
                  <a:pt x="160" y="206"/>
                  <a:pt x="297" y="138"/>
                  <a:pt x="434" y="46"/>
                </a:cubicBezTo>
                <a:cubicBezTo>
                  <a:pt x="297" y="23"/>
                  <a:pt x="183" y="23"/>
                  <a:pt x="46" y="1"/>
                </a:cubicBezTo>
                <a:close/>
              </a:path>
            </a:pathLst>
          </a:custGeom>
          <a:solidFill>
            <a:srgbClr val="46AA9E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9" name="Google Shape;1259;p30">
            <a:extLst>
              <a:ext uri="{FF2B5EF4-FFF2-40B4-BE49-F238E27FC236}">
                <a16:creationId xmlns:a16="http://schemas.microsoft.com/office/drawing/2014/main" id="{7437CB77-473A-4837-A9CF-D6F80167A9D8}"/>
              </a:ext>
            </a:extLst>
          </p:cNvPr>
          <p:cNvSpPr>
            <a:spLocks noGrp="1"/>
          </p:cNvSpPr>
          <p:nvPr/>
        </p:nvSpPr>
        <p:spPr>
          <a:xfrm flipH="1">
            <a:off x="309501" y="1621187"/>
            <a:ext cx="455255" cy="328919"/>
          </a:xfrm>
          <a:custGeom>
            <a:avLst/>
            <a:gdLst/>
            <a:ahLst/>
            <a:cxnLst/>
            <a:rect l="l" t="t" r="r" b="b"/>
            <a:pathLst>
              <a:path w="5045" h="5407">
                <a:moveTo>
                  <a:pt x="3832" y="1"/>
                </a:moveTo>
                <a:cubicBezTo>
                  <a:pt x="3658" y="1"/>
                  <a:pt x="3493" y="109"/>
                  <a:pt x="3515" y="326"/>
                </a:cubicBezTo>
                <a:cubicBezTo>
                  <a:pt x="3629" y="1787"/>
                  <a:pt x="4269" y="3225"/>
                  <a:pt x="4177" y="4686"/>
                </a:cubicBezTo>
                <a:cubicBezTo>
                  <a:pt x="4314" y="4708"/>
                  <a:pt x="4428" y="4708"/>
                  <a:pt x="4565" y="4731"/>
                </a:cubicBezTo>
                <a:cubicBezTo>
                  <a:pt x="4428" y="4823"/>
                  <a:pt x="4291" y="4891"/>
                  <a:pt x="4132" y="4982"/>
                </a:cubicBezTo>
                <a:cubicBezTo>
                  <a:pt x="4154" y="4868"/>
                  <a:pt x="4154" y="4777"/>
                  <a:pt x="4177" y="4686"/>
                </a:cubicBezTo>
                <a:cubicBezTo>
                  <a:pt x="3477" y="4597"/>
                  <a:pt x="2785" y="4550"/>
                  <a:pt x="2091" y="4550"/>
                </a:cubicBezTo>
                <a:cubicBezTo>
                  <a:pt x="1541" y="4550"/>
                  <a:pt x="990" y="4579"/>
                  <a:pt x="434" y="4640"/>
                </a:cubicBezTo>
                <a:cubicBezTo>
                  <a:pt x="14" y="4684"/>
                  <a:pt x="1" y="5327"/>
                  <a:pt x="393" y="5327"/>
                </a:cubicBezTo>
                <a:cubicBezTo>
                  <a:pt x="406" y="5327"/>
                  <a:pt x="420" y="5326"/>
                  <a:pt x="434" y="5325"/>
                </a:cubicBezTo>
                <a:cubicBezTo>
                  <a:pt x="1029" y="5263"/>
                  <a:pt x="1619" y="5229"/>
                  <a:pt x="2209" y="5229"/>
                </a:cubicBezTo>
                <a:cubicBezTo>
                  <a:pt x="2932" y="5229"/>
                  <a:pt x="3654" y="5280"/>
                  <a:pt x="4383" y="5393"/>
                </a:cubicBezTo>
                <a:cubicBezTo>
                  <a:pt x="4414" y="5402"/>
                  <a:pt x="4448" y="5407"/>
                  <a:pt x="4483" y="5407"/>
                </a:cubicBezTo>
                <a:cubicBezTo>
                  <a:pt x="4625" y="5407"/>
                  <a:pt x="4780" y="5330"/>
                  <a:pt x="4816" y="5165"/>
                </a:cubicBezTo>
                <a:cubicBezTo>
                  <a:pt x="5045" y="3476"/>
                  <a:pt x="4337" y="1969"/>
                  <a:pt x="4200" y="326"/>
                </a:cubicBezTo>
                <a:cubicBezTo>
                  <a:pt x="4189" y="109"/>
                  <a:pt x="4006" y="1"/>
                  <a:pt x="3832" y="1"/>
                </a:cubicBezTo>
                <a:close/>
              </a:path>
            </a:pathLst>
          </a:custGeom>
          <a:solidFill>
            <a:srgbClr val="46AA9E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0" name="Google Shape;1260;p30">
            <a:extLst>
              <a:ext uri="{FF2B5EF4-FFF2-40B4-BE49-F238E27FC236}">
                <a16:creationId xmlns:a16="http://schemas.microsoft.com/office/drawing/2014/main" id="{C7059AC5-D3CC-479C-B68D-6DD3F13D5909}"/>
              </a:ext>
            </a:extLst>
          </p:cNvPr>
          <p:cNvSpPr>
            <a:spLocks noGrp="1"/>
          </p:cNvSpPr>
          <p:nvPr/>
        </p:nvSpPr>
        <p:spPr>
          <a:xfrm flipH="1">
            <a:off x="4659" y="1789574"/>
            <a:ext cx="121552" cy="63935"/>
          </a:xfrm>
          <a:custGeom>
            <a:avLst/>
            <a:gdLst/>
            <a:ahLst/>
            <a:cxnLst/>
            <a:rect l="l" t="t" r="r" b="b"/>
            <a:pathLst>
              <a:path w="1347" h="1051">
                <a:moveTo>
                  <a:pt x="662" y="0"/>
                </a:moveTo>
                <a:cubicBezTo>
                  <a:pt x="0" y="0"/>
                  <a:pt x="0" y="1050"/>
                  <a:pt x="662" y="1050"/>
                </a:cubicBezTo>
                <a:cubicBezTo>
                  <a:pt x="1347" y="1050"/>
                  <a:pt x="1347" y="0"/>
                  <a:pt x="662" y="0"/>
                </a:cubicBezTo>
                <a:close/>
              </a:path>
            </a:pathLst>
          </a:custGeom>
          <a:solidFill>
            <a:srgbClr val="46AA9E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1" name="Google Shape;1261;p30">
            <a:extLst>
              <a:ext uri="{FF2B5EF4-FFF2-40B4-BE49-F238E27FC236}">
                <a16:creationId xmlns:a16="http://schemas.microsoft.com/office/drawing/2014/main" id="{BCDB9CB2-061D-412C-B78D-CCDAB3AC3C0A}"/>
              </a:ext>
            </a:extLst>
          </p:cNvPr>
          <p:cNvSpPr>
            <a:spLocks noGrp="1"/>
          </p:cNvSpPr>
          <p:nvPr/>
        </p:nvSpPr>
        <p:spPr>
          <a:xfrm flipH="1">
            <a:off x="115836" y="1722902"/>
            <a:ext cx="121642" cy="63935"/>
          </a:xfrm>
          <a:custGeom>
            <a:avLst/>
            <a:gdLst/>
            <a:ahLst/>
            <a:cxnLst/>
            <a:rect l="l" t="t" r="r" b="b"/>
            <a:pathLst>
              <a:path w="1348" h="1051">
                <a:moveTo>
                  <a:pt x="685" y="1"/>
                </a:moveTo>
                <a:cubicBezTo>
                  <a:pt x="1" y="1"/>
                  <a:pt x="1" y="1051"/>
                  <a:pt x="685" y="1051"/>
                </a:cubicBezTo>
                <a:cubicBezTo>
                  <a:pt x="1347" y="1051"/>
                  <a:pt x="1347" y="1"/>
                  <a:pt x="685" y="1"/>
                </a:cubicBezTo>
                <a:close/>
              </a:path>
            </a:pathLst>
          </a:custGeom>
          <a:solidFill>
            <a:srgbClr val="46AA9E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2" name="Google Shape;1262;p30">
            <a:extLst>
              <a:ext uri="{FF2B5EF4-FFF2-40B4-BE49-F238E27FC236}">
                <a16:creationId xmlns:a16="http://schemas.microsoft.com/office/drawing/2014/main" id="{40DCFD48-EDC4-4FF6-9349-19CF247F08E4}"/>
              </a:ext>
            </a:extLst>
          </p:cNvPr>
          <p:cNvSpPr>
            <a:spLocks noGrp="1"/>
          </p:cNvSpPr>
          <p:nvPr/>
        </p:nvSpPr>
        <p:spPr>
          <a:xfrm flipH="1">
            <a:off x="-20066" y="1702097"/>
            <a:ext cx="121552" cy="62534"/>
          </a:xfrm>
          <a:custGeom>
            <a:avLst/>
            <a:gdLst/>
            <a:ahLst/>
            <a:cxnLst/>
            <a:rect l="l" t="t" r="r" b="b"/>
            <a:pathLst>
              <a:path w="1347" h="1028">
                <a:moveTo>
                  <a:pt x="662" y="0"/>
                </a:moveTo>
                <a:cubicBezTo>
                  <a:pt x="0" y="0"/>
                  <a:pt x="0" y="1027"/>
                  <a:pt x="662" y="1027"/>
                </a:cubicBezTo>
                <a:cubicBezTo>
                  <a:pt x="1347" y="1027"/>
                  <a:pt x="1347" y="0"/>
                  <a:pt x="662" y="0"/>
                </a:cubicBezTo>
                <a:close/>
              </a:path>
            </a:pathLst>
          </a:custGeom>
          <a:solidFill>
            <a:srgbClr val="46AA9E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3" name="Google Shape;1263;p30">
            <a:extLst>
              <a:ext uri="{FF2B5EF4-FFF2-40B4-BE49-F238E27FC236}">
                <a16:creationId xmlns:a16="http://schemas.microsoft.com/office/drawing/2014/main" id="{402F9AA6-2E23-4B9E-B692-77E301590CAE}"/>
              </a:ext>
            </a:extLst>
          </p:cNvPr>
          <p:cNvSpPr>
            <a:spLocks noGrp="1"/>
          </p:cNvSpPr>
          <p:nvPr/>
        </p:nvSpPr>
        <p:spPr>
          <a:xfrm flipH="1">
            <a:off x="208514" y="2376922"/>
            <a:ext cx="121642" cy="63935"/>
          </a:xfrm>
          <a:custGeom>
            <a:avLst/>
            <a:gdLst/>
            <a:ahLst/>
            <a:cxnLst/>
            <a:rect l="l" t="t" r="r" b="b"/>
            <a:pathLst>
              <a:path w="1348" h="1051">
                <a:moveTo>
                  <a:pt x="685" y="0"/>
                </a:moveTo>
                <a:cubicBezTo>
                  <a:pt x="0" y="0"/>
                  <a:pt x="0" y="1050"/>
                  <a:pt x="685" y="1050"/>
                </a:cubicBezTo>
                <a:cubicBezTo>
                  <a:pt x="1347" y="1050"/>
                  <a:pt x="1347" y="0"/>
                  <a:pt x="685" y="0"/>
                </a:cubicBezTo>
                <a:close/>
              </a:path>
            </a:pathLst>
          </a:custGeom>
          <a:solidFill>
            <a:srgbClr val="46AA9E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4" name="Google Shape;1264;p30">
            <a:extLst>
              <a:ext uri="{FF2B5EF4-FFF2-40B4-BE49-F238E27FC236}">
                <a16:creationId xmlns:a16="http://schemas.microsoft.com/office/drawing/2014/main" id="{F090696F-0091-493F-86B5-A69F4EE2B1BE}"/>
              </a:ext>
            </a:extLst>
          </p:cNvPr>
          <p:cNvSpPr>
            <a:spLocks noGrp="1"/>
          </p:cNvSpPr>
          <p:nvPr/>
        </p:nvSpPr>
        <p:spPr>
          <a:xfrm flipH="1">
            <a:off x="332144" y="2315846"/>
            <a:ext cx="121642" cy="63873"/>
          </a:xfrm>
          <a:custGeom>
            <a:avLst/>
            <a:gdLst/>
            <a:ahLst/>
            <a:cxnLst/>
            <a:rect l="l" t="t" r="r" b="b"/>
            <a:pathLst>
              <a:path w="1348" h="1050">
                <a:moveTo>
                  <a:pt x="686" y="0"/>
                </a:moveTo>
                <a:cubicBezTo>
                  <a:pt x="1" y="0"/>
                  <a:pt x="1" y="1050"/>
                  <a:pt x="686" y="1050"/>
                </a:cubicBezTo>
                <a:cubicBezTo>
                  <a:pt x="1348" y="1050"/>
                  <a:pt x="1348" y="0"/>
                  <a:pt x="686" y="0"/>
                </a:cubicBezTo>
                <a:close/>
              </a:path>
            </a:pathLst>
          </a:custGeom>
          <a:solidFill>
            <a:srgbClr val="46AA9E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5" name="Google Shape;1265;p30">
            <a:extLst>
              <a:ext uri="{FF2B5EF4-FFF2-40B4-BE49-F238E27FC236}">
                <a16:creationId xmlns:a16="http://schemas.microsoft.com/office/drawing/2014/main" id="{ECCD549D-0465-4762-8F3E-112EB8F68768}"/>
              </a:ext>
            </a:extLst>
          </p:cNvPr>
          <p:cNvSpPr>
            <a:spLocks noGrp="1"/>
          </p:cNvSpPr>
          <p:nvPr/>
        </p:nvSpPr>
        <p:spPr>
          <a:xfrm flipH="1">
            <a:off x="169439" y="2283909"/>
            <a:ext cx="121552" cy="63935"/>
          </a:xfrm>
          <a:custGeom>
            <a:avLst/>
            <a:gdLst/>
            <a:ahLst/>
            <a:cxnLst/>
            <a:rect l="l" t="t" r="r" b="b"/>
            <a:pathLst>
              <a:path w="1347" h="1051">
                <a:moveTo>
                  <a:pt x="662" y="0"/>
                </a:moveTo>
                <a:cubicBezTo>
                  <a:pt x="0" y="0"/>
                  <a:pt x="0" y="1050"/>
                  <a:pt x="662" y="1050"/>
                </a:cubicBezTo>
                <a:cubicBezTo>
                  <a:pt x="1347" y="1050"/>
                  <a:pt x="1347" y="0"/>
                  <a:pt x="662" y="0"/>
                </a:cubicBezTo>
                <a:close/>
              </a:path>
            </a:pathLst>
          </a:custGeom>
          <a:solidFill>
            <a:srgbClr val="46AA9E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6" name="Google Shape;1266;p30">
            <a:extLst>
              <a:ext uri="{FF2B5EF4-FFF2-40B4-BE49-F238E27FC236}">
                <a16:creationId xmlns:a16="http://schemas.microsoft.com/office/drawing/2014/main" id="{DC5FBD29-C962-4C3E-88FA-1CAEF8C16A65}"/>
              </a:ext>
            </a:extLst>
          </p:cNvPr>
          <p:cNvSpPr>
            <a:spLocks noGrp="1"/>
          </p:cNvSpPr>
          <p:nvPr/>
        </p:nvSpPr>
        <p:spPr>
          <a:xfrm flipH="1">
            <a:off x="847058" y="1581282"/>
            <a:ext cx="121642" cy="63935"/>
          </a:xfrm>
          <a:custGeom>
            <a:avLst/>
            <a:gdLst/>
            <a:ahLst/>
            <a:cxnLst/>
            <a:rect l="l" t="t" r="r" b="b"/>
            <a:pathLst>
              <a:path w="1348" h="1051">
                <a:moveTo>
                  <a:pt x="662" y="0"/>
                </a:moveTo>
                <a:cubicBezTo>
                  <a:pt x="1" y="0"/>
                  <a:pt x="1" y="1050"/>
                  <a:pt x="662" y="1050"/>
                </a:cubicBezTo>
                <a:cubicBezTo>
                  <a:pt x="1347" y="1050"/>
                  <a:pt x="1347" y="0"/>
                  <a:pt x="662" y="0"/>
                </a:cubicBezTo>
                <a:close/>
              </a:path>
            </a:pathLst>
          </a:custGeom>
          <a:solidFill>
            <a:srgbClr val="46AA9E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7" name="Google Shape;1267;p30">
            <a:extLst>
              <a:ext uri="{FF2B5EF4-FFF2-40B4-BE49-F238E27FC236}">
                <a16:creationId xmlns:a16="http://schemas.microsoft.com/office/drawing/2014/main" id="{2CE3073E-36FB-4492-9999-277173DC892E}"/>
              </a:ext>
            </a:extLst>
          </p:cNvPr>
          <p:cNvSpPr>
            <a:spLocks noGrp="1"/>
          </p:cNvSpPr>
          <p:nvPr/>
        </p:nvSpPr>
        <p:spPr>
          <a:xfrm flipH="1">
            <a:off x="-590659" y="1899258"/>
            <a:ext cx="119567" cy="63935"/>
          </a:xfrm>
          <a:custGeom>
            <a:avLst/>
            <a:gdLst/>
            <a:ahLst/>
            <a:cxnLst/>
            <a:rect l="l" t="t" r="r" b="b"/>
            <a:pathLst>
              <a:path w="1325" h="1051">
                <a:moveTo>
                  <a:pt x="662" y="0"/>
                </a:moveTo>
                <a:cubicBezTo>
                  <a:pt x="0" y="0"/>
                  <a:pt x="0" y="1050"/>
                  <a:pt x="662" y="1050"/>
                </a:cubicBezTo>
                <a:cubicBezTo>
                  <a:pt x="1324" y="1050"/>
                  <a:pt x="1324" y="0"/>
                  <a:pt x="662" y="0"/>
                </a:cubicBezTo>
                <a:close/>
              </a:path>
            </a:pathLst>
          </a:custGeom>
          <a:solidFill>
            <a:srgbClr val="46AA9E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8" name="Google Shape;1268;p30">
            <a:extLst>
              <a:ext uri="{FF2B5EF4-FFF2-40B4-BE49-F238E27FC236}">
                <a16:creationId xmlns:a16="http://schemas.microsoft.com/office/drawing/2014/main" id="{482C8EAC-76F1-43EB-AFCA-AFEEB39BCB25}"/>
              </a:ext>
            </a:extLst>
          </p:cNvPr>
          <p:cNvSpPr>
            <a:spLocks noGrp="1"/>
          </p:cNvSpPr>
          <p:nvPr/>
        </p:nvSpPr>
        <p:spPr>
          <a:xfrm flipH="1">
            <a:off x="-489679" y="1842317"/>
            <a:ext cx="121552" cy="62534"/>
          </a:xfrm>
          <a:custGeom>
            <a:avLst/>
            <a:gdLst/>
            <a:ahLst/>
            <a:cxnLst/>
            <a:rect l="l" t="t" r="r" b="b"/>
            <a:pathLst>
              <a:path w="1347" h="1028">
                <a:moveTo>
                  <a:pt x="662" y="1"/>
                </a:moveTo>
                <a:cubicBezTo>
                  <a:pt x="0" y="1"/>
                  <a:pt x="0" y="1028"/>
                  <a:pt x="662" y="1028"/>
                </a:cubicBezTo>
                <a:cubicBezTo>
                  <a:pt x="1347" y="1028"/>
                  <a:pt x="1347" y="1"/>
                  <a:pt x="662" y="1"/>
                </a:cubicBezTo>
                <a:close/>
              </a:path>
            </a:pathLst>
          </a:custGeom>
          <a:solidFill>
            <a:srgbClr val="46AA9E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9" name="Google Shape;1269;p30">
            <a:extLst>
              <a:ext uri="{FF2B5EF4-FFF2-40B4-BE49-F238E27FC236}">
                <a16:creationId xmlns:a16="http://schemas.microsoft.com/office/drawing/2014/main" id="{C805FB29-0288-495B-81CF-379CA3B83B49}"/>
              </a:ext>
            </a:extLst>
          </p:cNvPr>
          <p:cNvSpPr>
            <a:spLocks noGrp="1"/>
          </p:cNvSpPr>
          <p:nvPr/>
        </p:nvSpPr>
        <p:spPr>
          <a:xfrm flipH="1">
            <a:off x="-254873" y="2678232"/>
            <a:ext cx="121552" cy="63935"/>
          </a:xfrm>
          <a:custGeom>
            <a:avLst/>
            <a:gdLst/>
            <a:ahLst/>
            <a:cxnLst/>
            <a:rect l="l" t="t" r="r" b="b"/>
            <a:pathLst>
              <a:path w="1347" h="1051">
                <a:moveTo>
                  <a:pt x="662" y="0"/>
                </a:moveTo>
                <a:cubicBezTo>
                  <a:pt x="0" y="0"/>
                  <a:pt x="0" y="1050"/>
                  <a:pt x="662" y="1050"/>
                </a:cubicBezTo>
                <a:cubicBezTo>
                  <a:pt x="1347" y="1050"/>
                  <a:pt x="1347" y="0"/>
                  <a:pt x="662" y="0"/>
                </a:cubicBezTo>
                <a:close/>
              </a:path>
            </a:pathLst>
          </a:custGeom>
          <a:solidFill>
            <a:srgbClr val="46AA9E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0" name="Google Shape;1270;p30">
            <a:extLst>
              <a:ext uri="{FF2B5EF4-FFF2-40B4-BE49-F238E27FC236}">
                <a16:creationId xmlns:a16="http://schemas.microsoft.com/office/drawing/2014/main" id="{F586C5A9-7C71-4CAC-97E7-160669598A52}"/>
              </a:ext>
            </a:extLst>
          </p:cNvPr>
          <p:cNvSpPr>
            <a:spLocks noGrp="1"/>
          </p:cNvSpPr>
          <p:nvPr/>
        </p:nvSpPr>
        <p:spPr>
          <a:xfrm flipH="1">
            <a:off x="-129257" y="2647693"/>
            <a:ext cx="121642" cy="63935"/>
          </a:xfrm>
          <a:custGeom>
            <a:avLst/>
            <a:gdLst/>
            <a:ahLst/>
            <a:cxnLst/>
            <a:rect l="l" t="t" r="r" b="b"/>
            <a:pathLst>
              <a:path w="1348" h="1051">
                <a:moveTo>
                  <a:pt x="686" y="0"/>
                </a:moveTo>
                <a:cubicBezTo>
                  <a:pt x="1" y="0"/>
                  <a:pt x="1" y="1050"/>
                  <a:pt x="686" y="1050"/>
                </a:cubicBezTo>
                <a:cubicBezTo>
                  <a:pt x="1347" y="1050"/>
                  <a:pt x="1347" y="0"/>
                  <a:pt x="686" y="0"/>
                </a:cubicBezTo>
                <a:close/>
              </a:path>
            </a:pathLst>
          </a:custGeom>
          <a:solidFill>
            <a:srgbClr val="46AA9E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2" name="Google Shape;1272;p30">
            <a:extLst>
              <a:ext uri="{FF2B5EF4-FFF2-40B4-BE49-F238E27FC236}">
                <a16:creationId xmlns:a16="http://schemas.microsoft.com/office/drawing/2014/main" id="{2C638C46-A4DE-4DE8-8061-8897A19F3B36}"/>
              </a:ext>
            </a:extLst>
          </p:cNvPr>
          <p:cNvSpPr>
            <a:spLocks noGrp="1"/>
          </p:cNvSpPr>
          <p:nvPr/>
        </p:nvSpPr>
        <p:spPr>
          <a:xfrm>
            <a:off x="-808966" y="3684130"/>
            <a:ext cx="2223817" cy="1139966"/>
          </a:xfrm>
          <a:custGeom>
            <a:avLst/>
            <a:gdLst/>
            <a:ahLst/>
            <a:cxnLst/>
            <a:rect l="l" t="t" r="r" b="b"/>
            <a:pathLst>
              <a:path w="25975" h="19689">
                <a:moveTo>
                  <a:pt x="7300" y="1"/>
                </a:moveTo>
                <a:cubicBezTo>
                  <a:pt x="5044" y="1"/>
                  <a:pt x="8279" y="4954"/>
                  <a:pt x="8559" y="6222"/>
                </a:cubicBezTo>
                <a:cubicBezTo>
                  <a:pt x="6796" y="4606"/>
                  <a:pt x="2825" y="2102"/>
                  <a:pt x="1058" y="2102"/>
                </a:cubicBezTo>
                <a:cubicBezTo>
                  <a:pt x="355" y="2102"/>
                  <a:pt x="0" y="2499"/>
                  <a:pt x="273" y="3506"/>
                </a:cubicBezTo>
                <a:cubicBezTo>
                  <a:pt x="1072" y="6291"/>
                  <a:pt x="5363" y="8664"/>
                  <a:pt x="7783" y="10696"/>
                </a:cubicBezTo>
                <a:cubicBezTo>
                  <a:pt x="6094" y="11221"/>
                  <a:pt x="319" y="10878"/>
                  <a:pt x="3378" y="13412"/>
                </a:cubicBezTo>
                <a:cubicBezTo>
                  <a:pt x="5295" y="15033"/>
                  <a:pt x="9837" y="14485"/>
                  <a:pt x="11640" y="16014"/>
                </a:cubicBezTo>
                <a:cubicBezTo>
                  <a:pt x="10887" y="16197"/>
                  <a:pt x="7600" y="16562"/>
                  <a:pt x="7440" y="17521"/>
                </a:cubicBezTo>
                <a:cubicBezTo>
                  <a:pt x="7052" y="19164"/>
                  <a:pt x="11549" y="19552"/>
                  <a:pt x="12576" y="19552"/>
                </a:cubicBezTo>
                <a:cubicBezTo>
                  <a:pt x="13609" y="19627"/>
                  <a:pt x="14860" y="19649"/>
                  <a:pt x="16216" y="19649"/>
                </a:cubicBezTo>
                <a:cubicBezTo>
                  <a:pt x="18120" y="19649"/>
                  <a:pt x="20229" y="19606"/>
                  <a:pt x="22227" y="19606"/>
                </a:cubicBezTo>
                <a:cubicBezTo>
                  <a:pt x="23557" y="19606"/>
                  <a:pt x="24837" y="19625"/>
                  <a:pt x="25975" y="19689"/>
                </a:cubicBezTo>
                <a:cubicBezTo>
                  <a:pt x="25084" y="17543"/>
                  <a:pt x="24514" y="14576"/>
                  <a:pt x="24103" y="12202"/>
                </a:cubicBezTo>
                <a:cubicBezTo>
                  <a:pt x="23943" y="10947"/>
                  <a:pt x="23464" y="7295"/>
                  <a:pt x="22596" y="6336"/>
                </a:cubicBezTo>
                <a:cubicBezTo>
                  <a:pt x="22205" y="5940"/>
                  <a:pt x="21880" y="5777"/>
                  <a:pt x="21600" y="5777"/>
                </a:cubicBezTo>
                <a:cubicBezTo>
                  <a:pt x="20542" y="5777"/>
                  <a:pt x="20140" y="8103"/>
                  <a:pt x="19310" y="8915"/>
                </a:cubicBezTo>
                <a:cubicBezTo>
                  <a:pt x="18283" y="6176"/>
                  <a:pt x="17780" y="4601"/>
                  <a:pt x="16434" y="2707"/>
                </a:cubicBezTo>
                <a:cubicBezTo>
                  <a:pt x="15815" y="1739"/>
                  <a:pt x="15368" y="1351"/>
                  <a:pt x="15042" y="1351"/>
                </a:cubicBezTo>
                <a:cubicBezTo>
                  <a:pt x="13961" y="1351"/>
                  <a:pt x="14214" y="5620"/>
                  <a:pt x="13969" y="7181"/>
                </a:cubicBezTo>
                <a:cubicBezTo>
                  <a:pt x="12188" y="4487"/>
                  <a:pt x="10339" y="493"/>
                  <a:pt x="7783" y="59"/>
                </a:cubicBezTo>
                <a:cubicBezTo>
                  <a:pt x="7600" y="19"/>
                  <a:pt x="7439" y="1"/>
                  <a:pt x="7300" y="1"/>
                </a:cubicBezTo>
                <a:close/>
              </a:path>
            </a:pathLst>
          </a:custGeom>
          <a:solidFill>
            <a:srgbClr val="CFD690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3" name="Google Shape;1273;p30">
            <a:extLst>
              <a:ext uri="{FF2B5EF4-FFF2-40B4-BE49-F238E27FC236}">
                <a16:creationId xmlns:a16="http://schemas.microsoft.com/office/drawing/2014/main" id="{764CA870-186F-46D4-9528-4A76E308182A}"/>
              </a:ext>
            </a:extLst>
          </p:cNvPr>
          <p:cNvSpPr>
            <a:spLocks noGrp="1"/>
          </p:cNvSpPr>
          <p:nvPr/>
        </p:nvSpPr>
        <p:spPr>
          <a:xfrm>
            <a:off x="-536107" y="3940972"/>
            <a:ext cx="2008071" cy="915666"/>
          </a:xfrm>
          <a:custGeom>
            <a:avLst/>
            <a:gdLst/>
            <a:ahLst/>
            <a:cxnLst/>
            <a:rect l="l" t="t" r="r" b="b"/>
            <a:pathLst>
              <a:path w="23455" h="15815">
                <a:moveTo>
                  <a:pt x="494" y="0"/>
                </a:moveTo>
                <a:cubicBezTo>
                  <a:pt x="193" y="0"/>
                  <a:pt x="0" y="452"/>
                  <a:pt x="328" y="645"/>
                </a:cubicBezTo>
                <a:cubicBezTo>
                  <a:pt x="8179" y="5141"/>
                  <a:pt x="15141" y="10962"/>
                  <a:pt x="22788" y="15755"/>
                </a:cubicBezTo>
                <a:cubicBezTo>
                  <a:pt x="22851" y="15796"/>
                  <a:pt x="22914" y="15814"/>
                  <a:pt x="22972" y="15814"/>
                </a:cubicBezTo>
                <a:cubicBezTo>
                  <a:pt x="23268" y="15814"/>
                  <a:pt x="23454" y="15352"/>
                  <a:pt x="23130" y="15162"/>
                </a:cubicBezTo>
                <a:cubicBezTo>
                  <a:pt x="15484" y="10368"/>
                  <a:pt x="8522" y="4525"/>
                  <a:pt x="670" y="51"/>
                </a:cubicBezTo>
                <a:cubicBezTo>
                  <a:pt x="609" y="16"/>
                  <a:pt x="550" y="0"/>
                  <a:pt x="494" y="0"/>
                </a:cubicBezTo>
                <a:close/>
              </a:path>
            </a:pathLst>
          </a:custGeom>
          <a:solidFill>
            <a:srgbClr val="0E514A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4" name="Google Shape;1274;p30">
            <a:extLst>
              <a:ext uri="{FF2B5EF4-FFF2-40B4-BE49-F238E27FC236}">
                <a16:creationId xmlns:a16="http://schemas.microsoft.com/office/drawing/2014/main" id="{CA8E2DE3-D458-480F-8387-63A53C3EDB40}"/>
              </a:ext>
            </a:extLst>
          </p:cNvPr>
          <p:cNvSpPr>
            <a:spLocks noGrp="1"/>
          </p:cNvSpPr>
          <p:nvPr/>
        </p:nvSpPr>
        <p:spPr>
          <a:xfrm>
            <a:off x="369362" y="4345693"/>
            <a:ext cx="43064" cy="25128"/>
          </a:xfrm>
          <a:custGeom>
            <a:avLst/>
            <a:gdLst/>
            <a:ahLst/>
            <a:cxnLst/>
            <a:rect l="l" t="t" r="r" b="b"/>
            <a:pathLst>
              <a:path w="503" h="434">
                <a:moveTo>
                  <a:pt x="502" y="0"/>
                </a:moveTo>
                <a:cubicBezTo>
                  <a:pt x="342" y="0"/>
                  <a:pt x="160" y="23"/>
                  <a:pt x="0" y="23"/>
                </a:cubicBezTo>
                <a:cubicBezTo>
                  <a:pt x="46" y="160"/>
                  <a:pt x="114" y="297"/>
                  <a:pt x="183" y="434"/>
                </a:cubicBezTo>
                <a:cubicBezTo>
                  <a:pt x="274" y="297"/>
                  <a:pt x="388" y="160"/>
                  <a:pt x="502" y="0"/>
                </a:cubicBezTo>
                <a:close/>
              </a:path>
            </a:pathLst>
          </a:custGeom>
          <a:solidFill>
            <a:srgbClr val="0E514A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5" name="Google Shape;1275;p30">
            <a:extLst>
              <a:ext uri="{FF2B5EF4-FFF2-40B4-BE49-F238E27FC236}">
                <a16:creationId xmlns:a16="http://schemas.microsoft.com/office/drawing/2014/main" id="{CF1B9756-B832-4DFE-87EB-74EC77F291C7}"/>
              </a:ext>
            </a:extLst>
          </p:cNvPr>
          <p:cNvSpPr>
            <a:spLocks noGrp="1"/>
          </p:cNvSpPr>
          <p:nvPr/>
        </p:nvSpPr>
        <p:spPr>
          <a:xfrm>
            <a:off x="-299981" y="3866166"/>
            <a:ext cx="749462" cy="572848"/>
          </a:xfrm>
          <a:custGeom>
            <a:avLst/>
            <a:gdLst/>
            <a:ahLst/>
            <a:cxnLst/>
            <a:rect l="l" t="t" r="r" b="b"/>
            <a:pathLst>
              <a:path w="8754" h="9894">
                <a:moveTo>
                  <a:pt x="3300" y="1"/>
                </a:moveTo>
                <a:cubicBezTo>
                  <a:pt x="3062" y="1"/>
                  <a:pt x="2819" y="250"/>
                  <a:pt x="2979" y="522"/>
                </a:cubicBezTo>
                <a:cubicBezTo>
                  <a:pt x="4554" y="3055"/>
                  <a:pt x="6586" y="5543"/>
                  <a:pt x="7818" y="8305"/>
                </a:cubicBezTo>
                <a:cubicBezTo>
                  <a:pt x="7978" y="8305"/>
                  <a:pt x="8160" y="8282"/>
                  <a:pt x="8320" y="8282"/>
                </a:cubicBezTo>
                <a:cubicBezTo>
                  <a:pt x="8206" y="8442"/>
                  <a:pt x="8092" y="8579"/>
                  <a:pt x="8001" y="8716"/>
                </a:cubicBezTo>
                <a:cubicBezTo>
                  <a:pt x="7932" y="8579"/>
                  <a:pt x="7864" y="8442"/>
                  <a:pt x="7818" y="8305"/>
                </a:cubicBezTo>
                <a:cubicBezTo>
                  <a:pt x="5307" y="8374"/>
                  <a:pt x="2819" y="8556"/>
                  <a:pt x="400" y="9218"/>
                </a:cubicBezTo>
                <a:cubicBezTo>
                  <a:pt x="0" y="9323"/>
                  <a:pt x="124" y="9893"/>
                  <a:pt x="485" y="9893"/>
                </a:cubicBezTo>
                <a:cubicBezTo>
                  <a:pt x="516" y="9893"/>
                  <a:pt x="548" y="9889"/>
                  <a:pt x="582" y="9880"/>
                </a:cubicBezTo>
                <a:cubicBezTo>
                  <a:pt x="3116" y="9195"/>
                  <a:pt x="5718" y="9035"/>
                  <a:pt x="8320" y="8990"/>
                </a:cubicBezTo>
                <a:cubicBezTo>
                  <a:pt x="8526" y="8967"/>
                  <a:pt x="8754" y="8762"/>
                  <a:pt x="8663" y="8533"/>
                </a:cubicBezTo>
                <a:cubicBezTo>
                  <a:pt x="7453" y="5543"/>
                  <a:pt x="5284" y="2895"/>
                  <a:pt x="3573" y="156"/>
                </a:cubicBezTo>
                <a:cubicBezTo>
                  <a:pt x="3504" y="47"/>
                  <a:pt x="3403" y="1"/>
                  <a:pt x="3300" y="1"/>
                </a:cubicBezTo>
                <a:close/>
              </a:path>
            </a:pathLst>
          </a:custGeom>
          <a:solidFill>
            <a:srgbClr val="0E514A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6" name="Google Shape;1276;p30">
            <a:extLst>
              <a:ext uri="{FF2B5EF4-FFF2-40B4-BE49-F238E27FC236}">
                <a16:creationId xmlns:a16="http://schemas.microsoft.com/office/drawing/2014/main" id="{74FCAD37-A22C-41FF-97A3-47EBEAADCAF7}"/>
              </a:ext>
            </a:extLst>
          </p:cNvPr>
          <p:cNvSpPr>
            <a:spLocks noGrp="1"/>
          </p:cNvSpPr>
          <p:nvPr/>
        </p:nvSpPr>
        <p:spPr>
          <a:xfrm>
            <a:off x="197791" y="4022090"/>
            <a:ext cx="562482" cy="540889"/>
          </a:xfrm>
          <a:custGeom>
            <a:avLst/>
            <a:gdLst/>
            <a:ahLst/>
            <a:cxnLst/>
            <a:rect l="l" t="t" r="r" b="b"/>
            <a:pathLst>
              <a:path w="6570" h="9342">
                <a:moveTo>
                  <a:pt x="4338" y="0"/>
                </a:moveTo>
                <a:cubicBezTo>
                  <a:pt x="4133" y="0"/>
                  <a:pt x="3921" y="170"/>
                  <a:pt x="3990" y="431"/>
                </a:cubicBezTo>
                <a:cubicBezTo>
                  <a:pt x="4469" y="2462"/>
                  <a:pt x="5177" y="4471"/>
                  <a:pt x="5633" y="6525"/>
                </a:cubicBezTo>
                <a:cubicBezTo>
                  <a:pt x="5747" y="7027"/>
                  <a:pt x="5816" y="7552"/>
                  <a:pt x="5862" y="8077"/>
                </a:cubicBezTo>
                <a:cubicBezTo>
                  <a:pt x="5862" y="8260"/>
                  <a:pt x="3807" y="8305"/>
                  <a:pt x="3602" y="8328"/>
                </a:cubicBezTo>
                <a:cubicBezTo>
                  <a:pt x="2529" y="8374"/>
                  <a:pt x="1479" y="8442"/>
                  <a:pt x="406" y="8671"/>
                </a:cubicBezTo>
                <a:cubicBezTo>
                  <a:pt x="1" y="8756"/>
                  <a:pt x="134" y="9341"/>
                  <a:pt x="509" y="9341"/>
                </a:cubicBezTo>
                <a:cubicBezTo>
                  <a:pt x="534" y="9341"/>
                  <a:pt x="561" y="9338"/>
                  <a:pt x="589" y="9333"/>
                </a:cubicBezTo>
                <a:cubicBezTo>
                  <a:pt x="2483" y="8945"/>
                  <a:pt x="4401" y="9059"/>
                  <a:pt x="6295" y="8785"/>
                </a:cubicBezTo>
                <a:cubicBezTo>
                  <a:pt x="6455" y="8762"/>
                  <a:pt x="6569" y="8579"/>
                  <a:pt x="6546" y="8442"/>
                </a:cubicBezTo>
                <a:cubicBezTo>
                  <a:pt x="6478" y="5635"/>
                  <a:pt x="5314" y="2941"/>
                  <a:pt x="4652" y="248"/>
                </a:cubicBezTo>
                <a:cubicBezTo>
                  <a:pt x="4606" y="75"/>
                  <a:pt x="4474" y="0"/>
                  <a:pt x="4338" y="0"/>
                </a:cubicBezTo>
                <a:close/>
              </a:path>
            </a:pathLst>
          </a:custGeom>
          <a:solidFill>
            <a:srgbClr val="0E514A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7" name="Google Shape;1277;p30">
            <a:extLst>
              <a:ext uri="{FF2B5EF4-FFF2-40B4-BE49-F238E27FC236}">
                <a16:creationId xmlns:a16="http://schemas.microsoft.com/office/drawing/2014/main" id="{5C4DB7BB-D787-4CBA-A2E6-83DEB666AFC8}"/>
              </a:ext>
            </a:extLst>
          </p:cNvPr>
          <p:cNvSpPr>
            <a:spLocks noGrp="1"/>
          </p:cNvSpPr>
          <p:nvPr/>
        </p:nvSpPr>
        <p:spPr>
          <a:xfrm>
            <a:off x="1064990" y="4695873"/>
            <a:ext cx="35273" cy="25185"/>
          </a:xfrm>
          <a:custGeom>
            <a:avLst/>
            <a:gdLst/>
            <a:ahLst/>
            <a:cxnLst/>
            <a:rect l="l" t="t" r="r" b="b"/>
            <a:pathLst>
              <a:path w="412" h="435">
                <a:moveTo>
                  <a:pt x="1" y="1"/>
                </a:moveTo>
                <a:cubicBezTo>
                  <a:pt x="24" y="161"/>
                  <a:pt x="47" y="298"/>
                  <a:pt x="69" y="435"/>
                </a:cubicBezTo>
                <a:cubicBezTo>
                  <a:pt x="184" y="275"/>
                  <a:pt x="298" y="138"/>
                  <a:pt x="412" y="1"/>
                </a:cubicBezTo>
                <a:close/>
              </a:path>
            </a:pathLst>
          </a:custGeom>
          <a:solidFill>
            <a:srgbClr val="0E514A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8" name="Google Shape;1278;p30">
            <a:extLst>
              <a:ext uri="{FF2B5EF4-FFF2-40B4-BE49-F238E27FC236}">
                <a16:creationId xmlns:a16="http://schemas.microsoft.com/office/drawing/2014/main" id="{A3FE8335-554A-4959-AF41-7C2FEBEFFA70}"/>
              </a:ext>
            </a:extLst>
          </p:cNvPr>
          <p:cNvSpPr>
            <a:spLocks noGrp="1"/>
          </p:cNvSpPr>
          <p:nvPr/>
        </p:nvSpPr>
        <p:spPr>
          <a:xfrm>
            <a:off x="486571" y="4229547"/>
            <a:ext cx="644929" cy="513965"/>
          </a:xfrm>
          <a:custGeom>
            <a:avLst/>
            <a:gdLst/>
            <a:ahLst/>
            <a:cxnLst/>
            <a:rect l="l" t="t" r="r" b="b"/>
            <a:pathLst>
              <a:path w="7533" h="8877">
                <a:moveTo>
                  <a:pt x="6120" y="1"/>
                </a:moveTo>
                <a:cubicBezTo>
                  <a:pt x="5920" y="1"/>
                  <a:pt x="5689" y="171"/>
                  <a:pt x="5730" y="431"/>
                </a:cubicBezTo>
                <a:cubicBezTo>
                  <a:pt x="6072" y="2988"/>
                  <a:pt x="6323" y="5544"/>
                  <a:pt x="6757" y="8055"/>
                </a:cubicBezTo>
                <a:lnTo>
                  <a:pt x="7168" y="8055"/>
                </a:lnTo>
                <a:cubicBezTo>
                  <a:pt x="7054" y="8192"/>
                  <a:pt x="6940" y="8329"/>
                  <a:pt x="6825" y="8489"/>
                </a:cubicBezTo>
                <a:cubicBezTo>
                  <a:pt x="6803" y="8352"/>
                  <a:pt x="6780" y="8215"/>
                  <a:pt x="6757" y="8055"/>
                </a:cubicBezTo>
                <a:cubicBezTo>
                  <a:pt x="4657" y="8169"/>
                  <a:pt x="2557" y="8192"/>
                  <a:pt x="457" y="8192"/>
                </a:cubicBezTo>
                <a:cubicBezTo>
                  <a:pt x="1" y="8192"/>
                  <a:pt x="1" y="8877"/>
                  <a:pt x="457" y="8877"/>
                </a:cubicBezTo>
                <a:cubicBezTo>
                  <a:pt x="2694" y="8877"/>
                  <a:pt x="4931" y="8854"/>
                  <a:pt x="7168" y="8740"/>
                </a:cubicBezTo>
                <a:cubicBezTo>
                  <a:pt x="7396" y="8740"/>
                  <a:pt x="7533" y="8534"/>
                  <a:pt x="7487" y="8306"/>
                </a:cubicBezTo>
                <a:cubicBezTo>
                  <a:pt x="7008" y="5635"/>
                  <a:pt x="6757" y="2942"/>
                  <a:pt x="6392" y="249"/>
                </a:cubicBezTo>
                <a:cubicBezTo>
                  <a:pt x="6373" y="76"/>
                  <a:pt x="6254" y="1"/>
                  <a:pt x="6120" y="1"/>
                </a:cubicBezTo>
                <a:close/>
              </a:path>
            </a:pathLst>
          </a:custGeom>
          <a:solidFill>
            <a:srgbClr val="0E514A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0" name="Google Shape;1280;p30">
            <a:extLst>
              <a:ext uri="{FF2B5EF4-FFF2-40B4-BE49-F238E27FC236}">
                <a16:creationId xmlns:a16="http://schemas.microsoft.com/office/drawing/2014/main" id="{B46FF82E-ACB8-4523-BCE2-3CD67112FD4C}"/>
              </a:ext>
            </a:extLst>
          </p:cNvPr>
          <p:cNvSpPr>
            <a:spLocks noGrp="1"/>
          </p:cNvSpPr>
          <p:nvPr/>
        </p:nvSpPr>
        <p:spPr>
          <a:xfrm>
            <a:off x="-741738" y="2570329"/>
            <a:ext cx="525669" cy="400127"/>
          </a:xfrm>
          <a:custGeom>
            <a:avLst/>
            <a:gdLst/>
            <a:ahLst/>
            <a:cxnLst/>
            <a:rect l="l" t="t" r="r" b="b"/>
            <a:pathLst>
              <a:path w="7922" h="8945">
                <a:moveTo>
                  <a:pt x="4485" y="1"/>
                </a:moveTo>
                <a:cubicBezTo>
                  <a:pt x="4111" y="1"/>
                  <a:pt x="3697" y="127"/>
                  <a:pt x="3242" y="408"/>
                </a:cubicBezTo>
                <a:cubicBezTo>
                  <a:pt x="1" y="2439"/>
                  <a:pt x="5547" y="7644"/>
                  <a:pt x="7396" y="8945"/>
                </a:cubicBezTo>
                <a:lnTo>
                  <a:pt x="7579" y="8945"/>
                </a:lnTo>
                <a:cubicBezTo>
                  <a:pt x="7921" y="7131"/>
                  <a:pt x="7303" y="1"/>
                  <a:pt x="4485" y="1"/>
                </a:cubicBezTo>
                <a:close/>
              </a:path>
            </a:pathLst>
          </a:custGeom>
          <a:solidFill>
            <a:srgbClr val="EDF4C3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1" name="Google Shape;1281;p30">
            <a:extLst>
              <a:ext uri="{FF2B5EF4-FFF2-40B4-BE49-F238E27FC236}">
                <a16:creationId xmlns:a16="http://schemas.microsoft.com/office/drawing/2014/main" id="{327C900B-99C5-4B4A-B853-C69898D4F3BC}"/>
              </a:ext>
            </a:extLst>
          </p:cNvPr>
          <p:cNvSpPr>
            <a:spLocks noGrp="1"/>
          </p:cNvSpPr>
          <p:nvPr/>
        </p:nvSpPr>
        <p:spPr>
          <a:xfrm>
            <a:off x="-114662" y="2986749"/>
            <a:ext cx="6104" cy="8230"/>
          </a:xfrm>
          <a:custGeom>
            <a:avLst/>
            <a:gdLst/>
            <a:ahLst/>
            <a:cxnLst/>
            <a:rect l="l" t="t" r="r" b="b"/>
            <a:pathLst>
              <a:path w="92" h="184">
                <a:moveTo>
                  <a:pt x="92" y="1"/>
                </a:moveTo>
                <a:cubicBezTo>
                  <a:pt x="69" y="69"/>
                  <a:pt x="23" y="115"/>
                  <a:pt x="0" y="183"/>
                </a:cubicBezTo>
                <a:lnTo>
                  <a:pt x="92" y="92"/>
                </a:lnTo>
                <a:lnTo>
                  <a:pt x="92" y="1"/>
                </a:lnTo>
                <a:close/>
              </a:path>
            </a:pathLst>
          </a:custGeom>
          <a:solidFill>
            <a:srgbClr val="EDF4C3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2" name="Google Shape;1282;p30">
            <a:extLst>
              <a:ext uri="{FF2B5EF4-FFF2-40B4-BE49-F238E27FC236}">
                <a16:creationId xmlns:a16="http://schemas.microsoft.com/office/drawing/2014/main" id="{39251DFB-8F52-4ADA-B56B-3154FC15274A}"/>
              </a:ext>
            </a:extLst>
          </p:cNvPr>
          <p:cNvSpPr>
            <a:spLocks noGrp="1"/>
          </p:cNvSpPr>
          <p:nvPr/>
        </p:nvSpPr>
        <p:spPr>
          <a:xfrm>
            <a:off x="-232048" y="2596588"/>
            <a:ext cx="387052" cy="390197"/>
          </a:xfrm>
          <a:custGeom>
            <a:avLst/>
            <a:gdLst/>
            <a:ahLst/>
            <a:cxnLst/>
            <a:rect l="l" t="t" r="r" b="b"/>
            <a:pathLst>
              <a:path w="5833" h="8723">
                <a:moveTo>
                  <a:pt x="3017" y="0"/>
                </a:moveTo>
                <a:cubicBezTo>
                  <a:pt x="0" y="0"/>
                  <a:pt x="2154" y="6785"/>
                  <a:pt x="1861" y="8723"/>
                </a:cubicBezTo>
                <a:cubicBezTo>
                  <a:pt x="2523" y="7582"/>
                  <a:pt x="3550" y="6532"/>
                  <a:pt x="4257" y="5299"/>
                </a:cubicBezTo>
                <a:cubicBezTo>
                  <a:pt x="4919" y="3998"/>
                  <a:pt x="5832" y="186"/>
                  <a:pt x="3139" y="4"/>
                </a:cubicBezTo>
                <a:cubicBezTo>
                  <a:pt x="3098" y="1"/>
                  <a:pt x="3057" y="0"/>
                  <a:pt x="3017" y="0"/>
                </a:cubicBezTo>
                <a:close/>
              </a:path>
            </a:pathLst>
          </a:custGeom>
          <a:solidFill>
            <a:srgbClr val="EDF4C3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3" name="Google Shape;1283;p30">
            <a:extLst>
              <a:ext uri="{FF2B5EF4-FFF2-40B4-BE49-F238E27FC236}">
                <a16:creationId xmlns:a16="http://schemas.microsoft.com/office/drawing/2014/main" id="{7099F59D-7F87-4C29-B32C-B1E605C08A72}"/>
              </a:ext>
            </a:extLst>
          </p:cNvPr>
          <p:cNvSpPr>
            <a:spLocks noGrp="1"/>
          </p:cNvSpPr>
          <p:nvPr/>
        </p:nvSpPr>
        <p:spPr>
          <a:xfrm>
            <a:off x="-787125" y="3160716"/>
            <a:ext cx="428657" cy="238601"/>
          </a:xfrm>
          <a:custGeom>
            <a:avLst/>
            <a:gdLst/>
            <a:ahLst/>
            <a:cxnLst/>
            <a:rect l="l" t="t" r="r" b="b"/>
            <a:pathLst>
              <a:path w="6460" h="5334">
                <a:moveTo>
                  <a:pt x="1499" y="1"/>
                </a:moveTo>
                <a:cubicBezTo>
                  <a:pt x="785" y="1"/>
                  <a:pt x="229" y="406"/>
                  <a:pt x="137" y="1521"/>
                </a:cubicBezTo>
                <a:cubicBezTo>
                  <a:pt x="0" y="3918"/>
                  <a:pt x="4702" y="4945"/>
                  <a:pt x="6460" y="5333"/>
                </a:cubicBezTo>
                <a:lnTo>
                  <a:pt x="6460" y="5242"/>
                </a:lnTo>
                <a:cubicBezTo>
                  <a:pt x="6300" y="4329"/>
                  <a:pt x="5684" y="2914"/>
                  <a:pt x="5044" y="2069"/>
                </a:cubicBezTo>
                <a:cubicBezTo>
                  <a:pt x="4464" y="1228"/>
                  <a:pt x="2743" y="1"/>
                  <a:pt x="1499" y="1"/>
                </a:cubicBezTo>
                <a:close/>
              </a:path>
            </a:pathLst>
          </a:custGeom>
          <a:solidFill>
            <a:srgbClr val="EDF4C3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4" name="Google Shape;1284;p30">
            <a:extLst>
              <a:ext uri="{FF2B5EF4-FFF2-40B4-BE49-F238E27FC236}">
                <a16:creationId xmlns:a16="http://schemas.microsoft.com/office/drawing/2014/main" id="{09A0FBDC-3B2F-4FBB-B480-FC7ED1172A9A}"/>
              </a:ext>
            </a:extLst>
          </p:cNvPr>
          <p:cNvSpPr>
            <a:spLocks noGrp="1"/>
          </p:cNvSpPr>
          <p:nvPr/>
        </p:nvSpPr>
        <p:spPr>
          <a:xfrm>
            <a:off x="-96480" y="3385006"/>
            <a:ext cx="430183" cy="252198"/>
          </a:xfrm>
          <a:custGeom>
            <a:avLst/>
            <a:gdLst/>
            <a:ahLst/>
            <a:cxnLst/>
            <a:rect l="l" t="t" r="r" b="b"/>
            <a:pathLst>
              <a:path w="6483" h="5638">
                <a:moveTo>
                  <a:pt x="3902" y="1"/>
                </a:moveTo>
                <a:cubicBezTo>
                  <a:pt x="2291" y="1"/>
                  <a:pt x="483" y="4536"/>
                  <a:pt x="183" y="5455"/>
                </a:cubicBezTo>
                <a:lnTo>
                  <a:pt x="0" y="5637"/>
                </a:lnTo>
                <a:cubicBezTo>
                  <a:pt x="1667" y="5637"/>
                  <a:pt x="6483" y="3241"/>
                  <a:pt x="4908" y="730"/>
                </a:cubicBezTo>
                <a:cubicBezTo>
                  <a:pt x="4594" y="216"/>
                  <a:pt x="4252" y="1"/>
                  <a:pt x="3902" y="1"/>
                </a:cubicBezTo>
                <a:close/>
              </a:path>
            </a:pathLst>
          </a:custGeom>
          <a:solidFill>
            <a:srgbClr val="EDF4C3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5" name="Google Shape;1285;p30">
            <a:extLst>
              <a:ext uri="{FF2B5EF4-FFF2-40B4-BE49-F238E27FC236}">
                <a16:creationId xmlns:a16="http://schemas.microsoft.com/office/drawing/2014/main" id="{CEDB995B-475C-4676-90F2-35F7E87917B3}"/>
              </a:ext>
            </a:extLst>
          </p:cNvPr>
          <p:cNvSpPr>
            <a:spLocks noGrp="1"/>
          </p:cNvSpPr>
          <p:nvPr/>
        </p:nvSpPr>
        <p:spPr>
          <a:xfrm>
            <a:off x="-470934" y="2689185"/>
            <a:ext cx="688904" cy="1415186"/>
          </a:xfrm>
          <a:custGeom>
            <a:avLst/>
            <a:gdLst/>
            <a:ahLst/>
            <a:cxnLst/>
            <a:rect l="l" t="t" r="r" b="b"/>
            <a:pathLst>
              <a:path w="10382" h="31637">
                <a:moveTo>
                  <a:pt x="487" y="0"/>
                </a:moveTo>
                <a:cubicBezTo>
                  <a:pt x="251" y="0"/>
                  <a:pt x="0" y="252"/>
                  <a:pt x="142" y="536"/>
                </a:cubicBezTo>
                <a:cubicBezTo>
                  <a:pt x="827" y="1860"/>
                  <a:pt x="1329" y="3320"/>
                  <a:pt x="1969" y="4690"/>
                </a:cubicBezTo>
                <a:cubicBezTo>
                  <a:pt x="2699" y="6196"/>
                  <a:pt x="3429" y="7703"/>
                  <a:pt x="4046" y="9255"/>
                </a:cubicBezTo>
                <a:cubicBezTo>
                  <a:pt x="5301" y="12542"/>
                  <a:pt x="5210" y="15806"/>
                  <a:pt x="3909" y="19070"/>
                </a:cubicBezTo>
                <a:cubicBezTo>
                  <a:pt x="2973" y="21466"/>
                  <a:pt x="2539" y="23749"/>
                  <a:pt x="3703" y="26146"/>
                </a:cubicBezTo>
                <a:cubicBezTo>
                  <a:pt x="4844" y="28474"/>
                  <a:pt x="7241" y="30962"/>
                  <a:pt x="9798" y="31624"/>
                </a:cubicBezTo>
                <a:cubicBezTo>
                  <a:pt x="9832" y="31633"/>
                  <a:pt x="9864" y="31637"/>
                  <a:pt x="9895" y="31637"/>
                </a:cubicBezTo>
                <a:cubicBezTo>
                  <a:pt x="10256" y="31637"/>
                  <a:pt x="10381" y="31067"/>
                  <a:pt x="10003" y="30962"/>
                </a:cubicBezTo>
                <a:cubicBezTo>
                  <a:pt x="7173" y="30208"/>
                  <a:pt x="4411" y="27013"/>
                  <a:pt x="3726" y="24228"/>
                </a:cubicBezTo>
                <a:cubicBezTo>
                  <a:pt x="3041" y="21329"/>
                  <a:pt x="5187" y="18385"/>
                  <a:pt x="5598" y="15577"/>
                </a:cubicBezTo>
                <a:cubicBezTo>
                  <a:pt x="5940" y="13067"/>
                  <a:pt x="5347" y="10624"/>
                  <a:pt x="4411" y="8319"/>
                </a:cubicBezTo>
                <a:cubicBezTo>
                  <a:pt x="3931" y="7109"/>
                  <a:pt x="3338" y="5922"/>
                  <a:pt x="2767" y="4736"/>
                </a:cubicBezTo>
                <a:cubicBezTo>
                  <a:pt x="2037" y="3252"/>
                  <a:pt x="1489" y="1654"/>
                  <a:pt x="759" y="170"/>
                </a:cubicBezTo>
                <a:cubicBezTo>
                  <a:pt x="695" y="51"/>
                  <a:pt x="593" y="0"/>
                  <a:pt x="487" y="0"/>
                </a:cubicBezTo>
                <a:close/>
              </a:path>
            </a:pathLst>
          </a:custGeom>
          <a:solidFill>
            <a:srgbClr val="0E514A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6" name="Google Shape;1286;p30">
            <a:extLst>
              <a:ext uri="{FF2B5EF4-FFF2-40B4-BE49-F238E27FC236}">
                <a16:creationId xmlns:a16="http://schemas.microsoft.com/office/drawing/2014/main" id="{6A48166D-886D-4DE8-A0F8-3F4D76E06278}"/>
              </a:ext>
            </a:extLst>
          </p:cNvPr>
          <p:cNvSpPr>
            <a:spLocks noGrp="1"/>
          </p:cNvSpPr>
          <p:nvPr/>
        </p:nvSpPr>
        <p:spPr>
          <a:xfrm>
            <a:off x="-186527" y="2747517"/>
            <a:ext cx="164031" cy="371140"/>
          </a:xfrm>
          <a:custGeom>
            <a:avLst/>
            <a:gdLst/>
            <a:ahLst/>
            <a:cxnLst/>
            <a:rect l="l" t="t" r="r" b="b"/>
            <a:pathLst>
              <a:path w="2472" h="8297">
                <a:moveTo>
                  <a:pt x="2037" y="1"/>
                </a:moveTo>
                <a:cubicBezTo>
                  <a:pt x="1905" y="1"/>
                  <a:pt x="1786" y="78"/>
                  <a:pt x="1768" y="259"/>
                </a:cubicBezTo>
                <a:cubicBezTo>
                  <a:pt x="1403" y="2815"/>
                  <a:pt x="1243" y="5394"/>
                  <a:pt x="125" y="7768"/>
                </a:cubicBezTo>
                <a:cubicBezTo>
                  <a:pt x="0" y="8048"/>
                  <a:pt x="236" y="8296"/>
                  <a:pt x="457" y="8296"/>
                </a:cubicBezTo>
                <a:cubicBezTo>
                  <a:pt x="560" y="8296"/>
                  <a:pt x="660" y="8242"/>
                  <a:pt x="718" y="8111"/>
                </a:cubicBezTo>
                <a:cubicBezTo>
                  <a:pt x="1860" y="5668"/>
                  <a:pt x="2065" y="3066"/>
                  <a:pt x="2430" y="441"/>
                </a:cubicBezTo>
                <a:cubicBezTo>
                  <a:pt x="2472" y="180"/>
                  <a:pt x="2238" y="1"/>
                  <a:pt x="2037" y="1"/>
                </a:cubicBezTo>
                <a:close/>
              </a:path>
            </a:pathLst>
          </a:custGeom>
          <a:solidFill>
            <a:srgbClr val="0E514A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7" name="Google Shape;1287;p30">
            <a:extLst>
              <a:ext uri="{FF2B5EF4-FFF2-40B4-BE49-F238E27FC236}">
                <a16:creationId xmlns:a16="http://schemas.microsoft.com/office/drawing/2014/main" id="{A00175DF-0D8E-4223-B45B-2DDF7C21513D}"/>
              </a:ext>
            </a:extLst>
          </p:cNvPr>
          <p:cNvSpPr>
            <a:spLocks noGrp="1"/>
          </p:cNvSpPr>
          <p:nvPr/>
        </p:nvSpPr>
        <p:spPr>
          <a:xfrm>
            <a:off x="-664099" y="3232198"/>
            <a:ext cx="546505" cy="225538"/>
          </a:xfrm>
          <a:custGeom>
            <a:avLst/>
            <a:gdLst/>
            <a:ahLst/>
            <a:cxnLst/>
            <a:rect l="l" t="t" r="r" b="b"/>
            <a:pathLst>
              <a:path w="8236" h="5042">
                <a:moveTo>
                  <a:pt x="498" y="1"/>
                </a:moveTo>
                <a:cubicBezTo>
                  <a:pt x="240" y="1"/>
                  <a:pt x="1" y="340"/>
                  <a:pt x="246" y="585"/>
                </a:cubicBezTo>
                <a:cubicBezTo>
                  <a:pt x="2277" y="2731"/>
                  <a:pt x="4651" y="4511"/>
                  <a:pt x="7619" y="5036"/>
                </a:cubicBezTo>
                <a:cubicBezTo>
                  <a:pt x="7640" y="5040"/>
                  <a:pt x="7661" y="5041"/>
                  <a:pt x="7681" y="5041"/>
                </a:cubicBezTo>
                <a:cubicBezTo>
                  <a:pt x="8071" y="5041"/>
                  <a:pt x="8235" y="4439"/>
                  <a:pt x="7801" y="4374"/>
                </a:cubicBezTo>
                <a:cubicBezTo>
                  <a:pt x="4925" y="3872"/>
                  <a:pt x="2711" y="2183"/>
                  <a:pt x="725" y="106"/>
                </a:cubicBezTo>
                <a:cubicBezTo>
                  <a:pt x="656" y="32"/>
                  <a:pt x="576" y="1"/>
                  <a:pt x="498" y="1"/>
                </a:cubicBezTo>
                <a:close/>
              </a:path>
            </a:pathLst>
          </a:custGeom>
          <a:solidFill>
            <a:srgbClr val="0E514A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8" name="Google Shape;1288;p30">
            <a:extLst>
              <a:ext uri="{FF2B5EF4-FFF2-40B4-BE49-F238E27FC236}">
                <a16:creationId xmlns:a16="http://schemas.microsoft.com/office/drawing/2014/main" id="{5F6C277F-189F-458D-A41D-0A3C6C090530}"/>
              </a:ext>
            </a:extLst>
          </p:cNvPr>
          <p:cNvSpPr>
            <a:spLocks noGrp="1"/>
          </p:cNvSpPr>
          <p:nvPr/>
        </p:nvSpPr>
        <p:spPr>
          <a:xfrm>
            <a:off x="-272260" y="3439625"/>
            <a:ext cx="452346" cy="234843"/>
          </a:xfrm>
          <a:custGeom>
            <a:avLst/>
            <a:gdLst/>
            <a:ahLst/>
            <a:cxnLst/>
            <a:rect l="l" t="t" r="r" b="b"/>
            <a:pathLst>
              <a:path w="6817" h="5250">
                <a:moveTo>
                  <a:pt x="6338" y="0"/>
                </a:moveTo>
                <a:cubicBezTo>
                  <a:pt x="6230" y="0"/>
                  <a:pt x="6121" y="50"/>
                  <a:pt x="6050" y="171"/>
                </a:cubicBezTo>
                <a:cubicBezTo>
                  <a:pt x="5031" y="1797"/>
                  <a:pt x="3167" y="4577"/>
                  <a:pt x="948" y="4577"/>
                </a:cubicBezTo>
                <a:cubicBezTo>
                  <a:pt x="832" y="4577"/>
                  <a:pt x="714" y="4569"/>
                  <a:pt x="595" y="4553"/>
                </a:cubicBezTo>
                <a:cubicBezTo>
                  <a:pt x="574" y="4550"/>
                  <a:pt x="553" y="4548"/>
                  <a:pt x="533" y="4548"/>
                </a:cubicBezTo>
                <a:cubicBezTo>
                  <a:pt x="145" y="4548"/>
                  <a:pt x="0" y="5150"/>
                  <a:pt x="412" y="5215"/>
                </a:cubicBezTo>
                <a:cubicBezTo>
                  <a:pt x="578" y="5238"/>
                  <a:pt x="741" y="5249"/>
                  <a:pt x="901" y="5249"/>
                </a:cubicBezTo>
                <a:cubicBezTo>
                  <a:pt x="3451" y="5249"/>
                  <a:pt x="5441" y="2467"/>
                  <a:pt x="6644" y="513"/>
                </a:cubicBezTo>
                <a:cubicBezTo>
                  <a:pt x="6817" y="246"/>
                  <a:pt x="6578" y="0"/>
                  <a:pt x="6338" y="0"/>
                </a:cubicBezTo>
                <a:close/>
              </a:path>
            </a:pathLst>
          </a:custGeom>
          <a:solidFill>
            <a:srgbClr val="0E514A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9" name="Google Shape;1289;p30">
            <a:extLst>
              <a:ext uri="{FF2B5EF4-FFF2-40B4-BE49-F238E27FC236}">
                <a16:creationId xmlns:a16="http://schemas.microsoft.com/office/drawing/2014/main" id="{2D923D35-9D11-436A-B0A9-6F25458D7DF3}"/>
              </a:ext>
            </a:extLst>
          </p:cNvPr>
          <p:cNvSpPr>
            <a:spLocks noGrp="1"/>
          </p:cNvSpPr>
          <p:nvPr/>
        </p:nvSpPr>
        <p:spPr>
          <a:xfrm rot="980710">
            <a:off x="349912" y="1120197"/>
            <a:ext cx="7046469" cy="3653882"/>
          </a:xfrm>
          <a:prstGeom prst="cloud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0" name="Google Shape;1290;p30">
            <a:extLst>
              <a:ext uri="{FF2B5EF4-FFF2-40B4-BE49-F238E27FC236}">
                <a16:creationId xmlns:a16="http://schemas.microsoft.com/office/drawing/2014/main" id="{D2238CD0-B436-44BF-BB77-D95D3449A0A3}"/>
              </a:ext>
            </a:extLst>
          </p:cNvPr>
          <p:cNvSpPr>
            <a:spLocks noGrp="1"/>
          </p:cNvSpPr>
          <p:nvPr/>
        </p:nvSpPr>
        <p:spPr>
          <a:xfrm>
            <a:off x="8789524" y="2050498"/>
            <a:ext cx="464402" cy="306908"/>
          </a:xfrm>
          <a:custGeom>
            <a:avLst/>
            <a:gdLst/>
            <a:ahLst/>
            <a:cxnLst/>
            <a:rect l="l" t="t" r="r" b="b"/>
            <a:pathLst>
              <a:path w="13986" h="13711">
                <a:moveTo>
                  <a:pt x="13233" y="6843"/>
                </a:moveTo>
                <a:cubicBezTo>
                  <a:pt x="12457" y="10026"/>
                  <a:pt x="8446" y="13710"/>
                  <a:pt x="6918" y="13710"/>
                </a:cubicBezTo>
                <a:cubicBezTo>
                  <a:pt x="5013" y="13710"/>
                  <a:pt x="1479" y="10026"/>
                  <a:pt x="752" y="6843"/>
                </a:cubicBezTo>
                <a:cubicBezTo>
                  <a:pt x="0" y="3510"/>
                  <a:pt x="2732" y="1"/>
                  <a:pt x="6993" y="3885"/>
                </a:cubicBezTo>
                <a:cubicBezTo>
                  <a:pt x="11153" y="101"/>
                  <a:pt x="13985" y="3710"/>
                  <a:pt x="13233" y="684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1" name="Google Shape;1291;p30">
            <a:extLst>
              <a:ext uri="{FF2B5EF4-FFF2-40B4-BE49-F238E27FC236}">
                <a16:creationId xmlns:a16="http://schemas.microsoft.com/office/drawing/2014/main" id="{0826E577-C1C7-4360-B17E-35737AD90073}"/>
              </a:ext>
            </a:extLst>
          </p:cNvPr>
          <p:cNvSpPr>
            <a:spLocks noGrp="1"/>
          </p:cNvSpPr>
          <p:nvPr/>
        </p:nvSpPr>
        <p:spPr>
          <a:xfrm>
            <a:off x="-1652645" y="2484272"/>
            <a:ext cx="343736" cy="227221"/>
          </a:xfrm>
          <a:custGeom>
            <a:avLst/>
            <a:gdLst/>
            <a:ahLst/>
            <a:cxnLst/>
            <a:rect l="l" t="t" r="r" b="b"/>
            <a:pathLst>
              <a:path w="10352" h="10151">
                <a:moveTo>
                  <a:pt x="9800" y="5063"/>
                </a:moveTo>
                <a:cubicBezTo>
                  <a:pt x="9248" y="7419"/>
                  <a:pt x="6266" y="10151"/>
                  <a:pt x="5113" y="10151"/>
                </a:cubicBezTo>
                <a:cubicBezTo>
                  <a:pt x="3710" y="10151"/>
                  <a:pt x="1103" y="7419"/>
                  <a:pt x="552" y="5063"/>
                </a:cubicBezTo>
                <a:cubicBezTo>
                  <a:pt x="0" y="2582"/>
                  <a:pt x="2030" y="0"/>
                  <a:pt x="5188" y="2883"/>
                </a:cubicBezTo>
                <a:cubicBezTo>
                  <a:pt x="8246" y="76"/>
                  <a:pt x="10351" y="2757"/>
                  <a:pt x="9800" y="506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2" name="Google Shape;1292;p30">
            <a:extLst>
              <a:ext uri="{FF2B5EF4-FFF2-40B4-BE49-F238E27FC236}">
                <a16:creationId xmlns:a16="http://schemas.microsoft.com/office/drawing/2014/main" id="{D26220ED-02DA-486C-84B7-2181675E022F}"/>
              </a:ext>
            </a:extLst>
          </p:cNvPr>
          <p:cNvSpPr>
            <a:spLocks noGrp="1"/>
          </p:cNvSpPr>
          <p:nvPr/>
        </p:nvSpPr>
        <p:spPr>
          <a:xfrm>
            <a:off x="608817" y="1218568"/>
            <a:ext cx="343736" cy="227221"/>
          </a:xfrm>
          <a:custGeom>
            <a:avLst/>
            <a:gdLst/>
            <a:ahLst/>
            <a:cxnLst/>
            <a:rect l="l" t="t" r="r" b="b"/>
            <a:pathLst>
              <a:path w="10352" h="10151">
                <a:moveTo>
                  <a:pt x="9800" y="5063"/>
                </a:moveTo>
                <a:cubicBezTo>
                  <a:pt x="9223" y="7419"/>
                  <a:pt x="6266" y="10151"/>
                  <a:pt x="5113" y="10151"/>
                </a:cubicBezTo>
                <a:cubicBezTo>
                  <a:pt x="3709" y="10151"/>
                  <a:pt x="1103" y="7419"/>
                  <a:pt x="551" y="5063"/>
                </a:cubicBezTo>
                <a:cubicBezTo>
                  <a:pt x="0" y="2582"/>
                  <a:pt x="2030" y="0"/>
                  <a:pt x="5163" y="2883"/>
                </a:cubicBezTo>
                <a:cubicBezTo>
                  <a:pt x="8246" y="76"/>
                  <a:pt x="10351" y="2757"/>
                  <a:pt x="9800" y="506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3" name="Google Shape;1293;p30">
            <a:extLst>
              <a:ext uri="{FF2B5EF4-FFF2-40B4-BE49-F238E27FC236}">
                <a16:creationId xmlns:a16="http://schemas.microsoft.com/office/drawing/2014/main" id="{2B780B86-59B2-4693-8960-6E24A8A4B7AF}"/>
              </a:ext>
            </a:extLst>
          </p:cNvPr>
          <p:cNvSpPr>
            <a:spLocks noGrp="1"/>
          </p:cNvSpPr>
          <p:nvPr/>
        </p:nvSpPr>
        <p:spPr>
          <a:xfrm>
            <a:off x="-1652633" y="2050498"/>
            <a:ext cx="238045" cy="157651"/>
          </a:xfrm>
          <a:custGeom>
            <a:avLst/>
            <a:gdLst/>
            <a:ahLst/>
            <a:cxnLst/>
            <a:rect l="l" t="t" r="r" b="b"/>
            <a:pathLst>
              <a:path w="7169" h="7043">
                <a:moveTo>
                  <a:pt x="6793" y="3509"/>
                </a:moveTo>
                <a:cubicBezTo>
                  <a:pt x="6417" y="5138"/>
                  <a:pt x="4337" y="7043"/>
                  <a:pt x="3560" y="7043"/>
                </a:cubicBezTo>
                <a:cubicBezTo>
                  <a:pt x="2582" y="7043"/>
                  <a:pt x="778" y="5138"/>
                  <a:pt x="402" y="3509"/>
                </a:cubicBezTo>
                <a:cubicBezTo>
                  <a:pt x="1" y="1805"/>
                  <a:pt x="1404" y="0"/>
                  <a:pt x="3585" y="2005"/>
                </a:cubicBezTo>
                <a:cubicBezTo>
                  <a:pt x="5740" y="50"/>
                  <a:pt x="7169" y="1905"/>
                  <a:pt x="6793" y="350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4" name="Google Shape;1294;p30">
            <a:extLst>
              <a:ext uri="{FF2B5EF4-FFF2-40B4-BE49-F238E27FC236}">
                <a16:creationId xmlns:a16="http://schemas.microsoft.com/office/drawing/2014/main" id="{EE362915-26DD-44F1-9107-1C5D8C45C3BD}"/>
              </a:ext>
            </a:extLst>
          </p:cNvPr>
          <p:cNvSpPr>
            <a:spLocks noGrp="1"/>
          </p:cNvSpPr>
          <p:nvPr/>
        </p:nvSpPr>
        <p:spPr>
          <a:xfrm>
            <a:off x="9141482" y="2868324"/>
            <a:ext cx="238045" cy="157651"/>
          </a:xfrm>
          <a:custGeom>
            <a:avLst/>
            <a:gdLst/>
            <a:ahLst/>
            <a:cxnLst/>
            <a:rect l="l" t="t" r="r" b="b"/>
            <a:pathLst>
              <a:path w="7169" h="7043">
                <a:moveTo>
                  <a:pt x="6768" y="3509"/>
                </a:moveTo>
                <a:cubicBezTo>
                  <a:pt x="6392" y="5138"/>
                  <a:pt x="4337" y="7043"/>
                  <a:pt x="3535" y="7043"/>
                </a:cubicBezTo>
                <a:cubicBezTo>
                  <a:pt x="2557" y="7043"/>
                  <a:pt x="753" y="5138"/>
                  <a:pt x="377" y="3509"/>
                </a:cubicBezTo>
                <a:cubicBezTo>
                  <a:pt x="1" y="1805"/>
                  <a:pt x="1404" y="0"/>
                  <a:pt x="3585" y="2005"/>
                </a:cubicBezTo>
                <a:cubicBezTo>
                  <a:pt x="5715" y="50"/>
                  <a:pt x="7169" y="1905"/>
                  <a:pt x="6768" y="350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5" name="Google Shape;1295;p30">
            <a:extLst>
              <a:ext uri="{FF2B5EF4-FFF2-40B4-BE49-F238E27FC236}">
                <a16:creationId xmlns:a16="http://schemas.microsoft.com/office/drawing/2014/main" id="{E73F0462-48AD-44E8-AF73-EC9BE74C5209}"/>
              </a:ext>
            </a:extLst>
          </p:cNvPr>
          <p:cNvSpPr>
            <a:spLocks noGrp="1"/>
          </p:cNvSpPr>
          <p:nvPr/>
        </p:nvSpPr>
        <p:spPr>
          <a:xfrm>
            <a:off x="7727044" y="2050767"/>
            <a:ext cx="238045" cy="157092"/>
          </a:xfrm>
          <a:custGeom>
            <a:avLst/>
            <a:gdLst/>
            <a:ahLst/>
            <a:cxnLst/>
            <a:rect l="l" t="t" r="r" b="b"/>
            <a:pathLst>
              <a:path w="7169" h="7018">
                <a:moveTo>
                  <a:pt x="6793" y="3509"/>
                </a:moveTo>
                <a:cubicBezTo>
                  <a:pt x="6392" y="5138"/>
                  <a:pt x="4336" y="7018"/>
                  <a:pt x="3559" y="7018"/>
                </a:cubicBezTo>
                <a:cubicBezTo>
                  <a:pt x="2582" y="7018"/>
                  <a:pt x="752" y="5138"/>
                  <a:pt x="402" y="3484"/>
                </a:cubicBezTo>
                <a:cubicBezTo>
                  <a:pt x="1" y="1780"/>
                  <a:pt x="1404" y="0"/>
                  <a:pt x="3585" y="1980"/>
                </a:cubicBezTo>
                <a:cubicBezTo>
                  <a:pt x="5715" y="50"/>
                  <a:pt x="7168" y="1905"/>
                  <a:pt x="6793" y="350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6" name="Google Shape;1296;p30">
            <a:extLst>
              <a:ext uri="{FF2B5EF4-FFF2-40B4-BE49-F238E27FC236}">
                <a16:creationId xmlns:a16="http://schemas.microsoft.com/office/drawing/2014/main" id="{0C15693E-ED0E-4892-BE7D-52373987E3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3950" y="247650"/>
            <a:ext cx="6905625" cy="1085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spcFirstLastPara="1" wrap="square" lIns="76200" tIns="38100" rIns="76200" bIns="38100" anchor="ctr">
            <a:normAutofit fontScale="90000"/>
          </a:bodyPr>
          <a:lstStyle/>
          <a:p>
            <a:pPr algn="ctr">
              <a:lnSpc>
                <a:spcPct val="110000"/>
              </a:lnSpc>
              <a:buNone/>
              <a:defRPr sz="2325" b="1">
                <a:solidFill>
                  <a:srgbClr val="565656"/>
                </a:solidFill>
                <a:latin typeface="標楷體"/>
                <a:ea typeface="標楷體"/>
                <a:cs typeface="標楷體"/>
              </a:defRPr>
            </a:pPr>
            <a:r>
              <a:rPr sz="2325" b="1">
                <a:solidFill>
                  <a:srgbClr val="565656"/>
                </a:solidFill>
                <a:latin typeface="標楷體"/>
                <a:ea typeface="標楷體"/>
                <a:cs typeface="標楷體"/>
              </a:rPr>
              <a:t>學生運用 物體發生彈性形變後，</a:t>
            </a:r>
            <a:br>
              <a:rPr sz="2325" b="1">
                <a:solidFill>
                  <a:srgbClr val="565656"/>
                </a:solidFill>
                <a:latin typeface="標楷體"/>
                <a:ea typeface="標楷體"/>
                <a:cs typeface="標楷體"/>
              </a:rPr>
            </a:br>
            <a:r>
              <a:rPr sz="2325" b="1">
                <a:solidFill>
                  <a:srgbClr val="565656"/>
                </a:solidFill>
                <a:latin typeface="標楷體"/>
                <a:ea typeface="標楷體"/>
                <a:cs typeface="標楷體"/>
              </a:rPr>
              <a:t>為了恢復原狀而對接觸的物體施加的力。</a:t>
            </a:r>
            <a:br>
              <a:rPr sz="2325" b="1">
                <a:solidFill>
                  <a:srgbClr val="565656"/>
                </a:solidFill>
                <a:latin typeface="標楷體"/>
                <a:ea typeface="標楷體"/>
                <a:cs typeface="標楷體"/>
              </a:rPr>
            </a:br>
            <a:r>
              <a:rPr sz="2325" b="1">
                <a:solidFill>
                  <a:srgbClr val="565656"/>
                </a:solidFill>
                <a:latin typeface="標楷體"/>
                <a:ea typeface="標楷體"/>
                <a:cs typeface="標楷體"/>
              </a:rPr>
              <a:t>也就是彈力原理製作投石器</a:t>
            </a:r>
          </a:p>
        </p:txBody>
      </p:sp>
      <p:sp>
        <p:nvSpPr>
          <p:cNvPr id="1297" name="Google Shape;1297;p30">
            <a:extLst>
              <a:ext uri="{FF2B5EF4-FFF2-40B4-BE49-F238E27FC236}">
                <a16:creationId xmlns:a16="http://schemas.microsoft.com/office/drawing/2014/main" id="{03EB8EF0-BFDF-473C-AB0A-0BC55335D6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97991" y="1567594"/>
            <a:ext cx="4779302" cy="20878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0" name="Google Shape;1350;p30">
            <a:hlinkClick r:id="" action="ppaction://noaction"/>
            <a:extLst>
              <a:ext uri="{FF2B5EF4-FFF2-40B4-BE49-F238E27FC236}">
                <a16:creationId xmlns:a16="http://schemas.microsoft.com/office/drawing/2014/main" id="{0A1C5724-34D5-4922-9C32-13576776518E}"/>
              </a:ext>
            </a:extLst>
          </p:cNvPr>
          <p:cNvSpPr>
            <a:spLocks noGrp="1"/>
          </p:cNvSpPr>
          <p:nvPr/>
        </p:nvSpPr>
        <p:spPr>
          <a:xfrm>
            <a:off x="8106725" y="539500"/>
            <a:ext cx="324000" cy="324000"/>
          </a:xfrm>
          <a:prstGeom prst="roundRect">
            <a:avLst>
              <a:gd name="adj" fmla="val 16667"/>
            </a:avLst>
          </a:prstGeom>
          <a:solidFill>
            <a:srgbClr val="ACD3CE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  <p:sp>
        <p:nvSpPr>
          <p:cNvPr id="1351" name="Google Shape;1351;p30">
            <a:extLst>
              <a:ext uri="{FF2B5EF4-FFF2-40B4-BE49-F238E27FC236}">
                <a16:creationId xmlns:a16="http://schemas.microsoft.com/office/drawing/2014/main" id="{1073677F-4C5A-46CD-83BE-CE3DC433109B}"/>
              </a:ext>
            </a:extLst>
          </p:cNvPr>
          <p:cNvSpPr>
            <a:spLocks noGrp="1"/>
          </p:cNvSpPr>
          <p:nvPr/>
        </p:nvSpPr>
        <p:spPr>
          <a:xfrm flipH="1">
            <a:off x="8173175" y="605950"/>
            <a:ext cx="191100" cy="191100"/>
          </a:xfrm>
          <a:prstGeom prst="leftArrow">
            <a:avLst>
              <a:gd name="adj1" fmla="val 50000"/>
              <a:gd name="adj2" fmla="val 50000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2" name="Google Shape;1352;p30">
            <a:hlinkClick r:id="" action="ppaction://noaction"/>
            <a:extLst>
              <a:ext uri="{FF2B5EF4-FFF2-40B4-BE49-F238E27FC236}">
                <a16:creationId xmlns:a16="http://schemas.microsoft.com/office/drawing/2014/main" id="{229F7398-9FC4-4DE7-BEC8-0B7D727783BB}"/>
              </a:ext>
            </a:extLst>
          </p:cNvPr>
          <p:cNvSpPr>
            <a:spLocks noGrp="1"/>
          </p:cNvSpPr>
          <p:nvPr/>
        </p:nvSpPr>
        <p:spPr>
          <a:xfrm>
            <a:off x="7749325" y="539500"/>
            <a:ext cx="324000" cy="324000"/>
          </a:xfrm>
          <a:prstGeom prst="roundRect">
            <a:avLst>
              <a:gd name="adj" fmla="val 16667"/>
            </a:avLst>
          </a:prstGeom>
          <a:solidFill>
            <a:srgbClr val="ACD3CE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3" name="Google Shape;1353;p30">
            <a:extLst>
              <a:ext uri="{FF2B5EF4-FFF2-40B4-BE49-F238E27FC236}">
                <a16:creationId xmlns:a16="http://schemas.microsoft.com/office/drawing/2014/main" id="{1215DE1E-2524-4E4F-9CA3-DC1785CC187E}"/>
              </a:ext>
            </a:extLst>
          </p:cNvPr>
          <p:cNvSpPr>
            <a:spLocks noGrp="1"/>
          </p:cNvSpPr>
          <p:nvPr/>
        </p:nvSpPr>
        <p:spPr>
          <a:xfrm>
            <a:off x="7815775" y="605950"/>
            <a:ext cx="191100" cy="191100"/>
          </a:xfrm>
          <a:prstGeom prst="leftArrow">
            <a:avLst>
              <a:gd name="adj1" fmla="val 50000"/>
              <a:gd name="adj2" fmla="val 50000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2" name="Google Shape;1302;p30">
            <a:extLst>
              <a:ext uri="{FF2B5EF4-FFF2-40B4-BE49-F238E27FC236}">
                <a16:creationId xmlns:a16="http://schemas.microsoft.com/office/drawing/2014/main" id="{A9CB0E25-5B2F-48A6-BF39-FF756114EDF9}"/>
              </a:ext>
            </a:extLst>
          </p:cNvPr>
          <p:cNvSpPr>
            <a:spLocks noGrp="1"/>
          </p:cNvSpPr>
          <p:nvPr/>
        </p:nvSpPr>
        <p:spPr>
          <a:xfrm>
            <a:off x="8611827" y="4913027"/>
            <a:ext cx="25602" cy="163097"/>
          </a:xfrm>
          <a:custGeom>
            <a:avLst/>
            <a:gdLst/>
            <a:ahLst/>
            <a:cxnLst/>
            <a:rect l="l" t="t" r="r" b="b"/>
            <a:pathLst>
              <a:path w="1177" h="6944">
                <a:moveTo>
                  <a:pt x="400" y="0"/>
                </a:moveTo>
                <a:cubicBezTo>
                  <a:pt x="267" y="0"/>
                  <a:pt x="134" y="45"/>
                  <a:pt x="1" y="45"/>
                </a:cubicBezTo>
                <a:cubicBezTo>
                  <a:pt x="223" y="2307"/>
                  <a:pt x="489" y="4526"/>
                  <a:pt x="755" y="6744"/>
                </a:cubicBezTo>
                <a:cubicBezTo>
                  <a:pt x="755" y="6877"/>
                  <a:pt x="866" y="6944"/>
                  <a:pt x="971" y="6944"/>
                </a:cubicBezTo>
                <a:cubicBezTo>
                  <a:pt x="1077" y="6944"/>
                  <a:pt x="1177" y="6877"/>
                  <a:pt x="1154" y="6744"/>
                </a:cubicBezTo>
                <a:cubicBezTo>
                  <a:pt x="888" y="4481"/>
                  <a:pt x="666" y="2263"/>
                  <a:pt x="400" y="0"/>
                </a:cubicBezTo>
                <a:close/>
              </a:path>
            </a:pathLst>
          </a:custGeom>
          <a:solidFill>
            <a:srgbClr val="40403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3" name="Google Shape;1303;p30">
            <a:extLst>
              <a:ext uri="{FF2B5EF4-FFF2-40B4-BE49-F238E27FC236}">
                <a16:creationId xmlns:a16="http://schemas.microsoft.com/office/drawing/2014/main" id="{4C9808F1-DD91-4428-A5DD-17CA09BEFCB3}"/>
              </a:ext>
            </a:extLst>
          </p:cNvPr>
          <p:cNvSpPr>
            <a:spLocks noGrp="1"/>
          </p:cNvSpPr>
          <p:nvPr/>
        </p:nvSpPr>
        <p:spPr>
          <a:xfrm>
            <a:off x="8608455" y="4882282"/>
            <a:ext cx="12094" cy="31802"/>
          </a:xfrm>
          <a:custGeom>
            <a:avLst/>
            <a:gdLst/>
            <a:ahLst/>
            <a:cxnLst/>
            <a:rect l="l" t="t" r="r" b="b"/>
            <a:pathLst>
              <a:path w="556" h="1354">
                <a:moveTo>
                  <a:pt x="189" y="0"/>
                </a:moveTo>
                <a:cubicBezTo>
                  <a:pt x="89" y="0"/>
                  <a:pt x="1" y="67"/>
                  <a:pt x="23" y="200"/>
                </a:cubicBezTo>
                <a:cubicBezTo>
                  <a:pt x="67" y="599"/>
                  <a:pt x="112" y="999"/>
                  <a:pt x="156" y="1354"/>
                </a:cubicBezTo>
                <a:cubicBezTo>
                  <a:pt x="289" y="1354"/>
                  <a:pt x="422" y="1309"/>
                  <a:pt x="555" y="1309"/>
                </a:cubicBezTo>
                <a:cubicBezTo>
                  <a:pt x="511" y="910"/>
                  <a:pt x="466" y="555"/>
                  <a:pt x="422" y="200"/>
                </a:cubicBezTo>
                <a:cubicBezTo>
                  <a:pt x="400" y="67"/>
                  <a:pt x="289" y="0"/>
                  <a:pt x="189" y="0"/>
                </a:cubicBezTo>
                <a:close/>
              </a:path>
            </a:pathLst>
          </a:custGeom>
          <a:solidFill>
            <a:srgbClr val="40403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4" name="Google Shape;1304;p30">
            <a:extLst>
              <a:ext uri="{FF2B5EF4-FFF2-40B4-BE49-F238E27FC236}">
                <a16:creationId xmlns:a16="http://schemas.microsoft.com/office/drawing/2014/main" id="{B274DDF0-B3E8-4C9D-9FC0-8F5E5CA16E5F}"/>
              </a:ext>
            </a:extLst>
          </p:cNvPr>
          <p:cNvSpPr>
            <a:spLocks noGrp="1"/>
          </p:cNvSpPr>
          <p:nvPr/>
        </p:nvSpPr>
        <p:spPr>
          <a:xfrm>
            <a:off x="8510482" y="5069242"/>
            <a:ext cx="131950" cy="86340"/>
          </a:xfrm>
          <a:custGeom>
            <a:avLst/>
            <a:gdLst/>
            <a:ahLst/>
            <a:cxnLst/>
            <a:rect l="l" t="t" r="r" b="b"/>
            <a:pathLst>
              <a:path w="6066" h="3676">
                <a:moveTo>
                  <a:pt x="5765" y="1"/>
                </a:moveTo>
                <a:cubicBezTo>
                  <a:pt x="5752" y="1"/>
                  <a:pt x="5739" y="2"/>
                  <a:pt x="5725" y="4"/>
                </a:cubicBezTo>
                <a:cubicBezTo>
                  <a:pt x="3506" y="492"/>
                  <a:pt x="1599" y="1646"/>
                  <a:pt x="134" y="3332"/>
                </a:cubicBezTo>
                <a:cubicBezTo>
                  <a:pt x="1" y="3466"/>
                  <a:pt x="119" y="3675"/>
                  <a:pt x="261" y="3675"/>
                </a:cubicBezTo>
                <a:cubicBezTo>
                  <a:pt x="308" y="3675"/>
                  <a:pt x="357" y="3653"/>
                  <a:pt x="401" y="3598"/>
                </a:cubicBezTo>
                <a:cubicBezTo>
                  <a:pt x="1865" y="1957"/>
                  <a:pt x="3684" y="892"/>
                  <a:pt x="5813" y="404"/>
                </a:cubicBezTo>
                <a:cubicBezTo>
                  <a:pt x="6066" y="362"/>
                  <a:pt x="5999" y="1"/>
                  <a:pt x="5765" y="1"/>
                </a:cubicBezTo>
                <a:close/>
              </a:path>
            </a:pathLst>
          </a:custGeom>
          <a:solidFill>
            <a:srgbClr val="40403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5" name="Google Shape;1305;p30">
            <a:extLst>
              <a:ext uri="{FF2B5EF4-FFF2-40B4-BE49-F238E27FC236}">
                <a16:creationId xmlns:a16="http://schemas.microsoft.com/office/drawing/2014/main" id="{00818899-EA3D-4184-A518-E9F4938291FB}"/>
              </a:ext>
            </a:extLst>
          </p:cNvPr>
          <p:cNvSpPr>
            <a:spLocks noGrp="1"/>
          </p:cNvSpPr>
          <p:nvPr/>
        </p:nvSpPr>
        <p:spPr>
          <a:xfrm>
            <a:off x="8588682" y="5066940"/>
            <a:ext cx="53184" cy="131107"/>
          </a:xfrm>
          <a:custGeom>
            <a:avLst/>
            <a:gdLst/>
            <a:ahLst/>
            <a:cxnLst/>
            <a:rect l="l" t="t" r="r" b="b"/>
            <a:pathLst>
              <a:path w="2445" h="5582">
                <a:moveTo>
                  <a:pt x="2132" y="0"/>
                </a:moveTo>
                <a:cubicBezTo>
                  <a:pt x="2085" y="0"/>
                  <a:pt x="2037" y="17"/>
                  <a:pt x="1997" y="58"/>
                </a:cubicBezTo>
                <a:cubicBezTo>
                  <a:pt x="666" y="1522"/>
                  <a:pt x="0" y="3386"/>
                  <a:pt x="133" y="5382"/>
                </a:cubicBezTo>
                <a:cubicBezTo>
                  <a:pt x="133" y="5515"/>
                  <a:pt x="244" y="5582"/>
                  <a:pt x="355" y="5582"/>
                </a:cubicBezTo>
                <a:cubicBezTo>
                  <a:pt x="466" y="5582"/>
                  <a:pt x="577" y="5515"/>
                  <a:pt x="577" y="5382"/>
                </a:cubicBezTo>
                <a:cubicBezTo>
                  <a:pt x="444" y="3519"/>
                  <a:pt x="1021" y="1744"/>
                  <a:pt x="2307" y="369"/>
                </a:cubicBezTo>
                <a:cubicBezTo>
                  <a:pt x="2444" y="198"/>
                  <a:pt x="2291" y="0"/>
                  <a:pt x="2132" y="0"/>
                </a:cubicBezTo>
                <a:close/>
              </a:path>
            </a:pathLst>
          </a:custGeom>
          <a:solidFill>
            <a:srgbClr val="40403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6" name="Google Shape;1306;p30">
            <a:extLst>
              <a:ext uri="{FF2B5EF4-FFF2-40B4-BE49-F238E27FC236}">
                <a16:creationId xmlns:a16="http://schemas.microsoft.com/office/drawing/2014/main" id="{DD2F2B70-ABB6-47ED-9AC7-1195F4C66CF7}"/>
              </a:ext>
            </a:extLst>
          </p:cNvPr>
          <p:cNvSpPr>
            <a:spLocks noGrp="1"/>
          </p:cNvSpPr>
          <p:nvPr/>
        </p:nvSpPr>
        <p:spPr>
          <a:xfrm>
            <a:off x="8634993" y="5069853"/>
            <a:ext cx="83464" cy="96698"/>
          </a:xfrm>
          <a:custGeom>
            <a:avLst/>
            <a:gdLst/>
            <a:ahLst/>
            <a:cxnLst/>
            <a:rect l="l" t="t" r="r" b="b"/>
            <a:pathLst>
              <a:path w="3837" h="4117">
                <a:moveTo>
                  <a:pt x="206" y="1"/>
                </a:moveTo>
                <a:cubicBezTo>
                  <a:pt x="101" y="1"/>
                  <a:pt x="1" y="67"/>
                  <a:pt x="1" y="200"/>
                </a:cubicBezTo>
                <a:cubicBezTo>
                  <a:pt x="134" y="2152"/>
                  <a:pt x="1554" y="3794"/>
                  <a:pt x="3506" y="4105"/>
                </a:cubicBezTo>
                <a:cubicBezTo>
                  <a:pt x="3530" y="4113"/>
                  <a:pt x="3553" y="4116"/>
                  <a:pt x="3574" y="4116"/>
                </a:cubicBezTo>
                <a:cubicBezTo>
                  <a:pt x="3785" y="4116"/>
                  <a:pt x="3837" y="3746"/>
                  <a:pt x="3595" y="3705"/>
                </a:cubicBezTo>
                <a:cubicBezTo>
                  <a:pt x="1864" y="3395"/>
                  <a:pt x="533" y="1975"/>
                  <a:pt x="444" y="200"/>
                </a:cubicBezTo>
                <a:cubicBezTo>
                  <a:pt x="422" y="67"/>
                  <a:pt x="311" y="1"/>
                  <a:pt x="206" y="1"/>
                </a:cubicBezTo>
                <a:close/>
              </a:path>
            </a:pathLst>
          </a:custGeom>
          <a:solidFill>
            <a:srgbClr val="40403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7" name="Google Shape;1307;p30">
            <a:extLst>
              <a:ext uri="{FF2B5EF4-FFF2-40B4-BE49-F238E27FC236}">
                <a16:creationId xmlns:a16="http://schemas.microsoft.com/office/drawing/2014/main" id="{FDEB0FDB-DF96-42C9-9C36-3B63E56290C4}"/>
              </a:ext>
            </a:extLst>
          </p:cNvPr>
          <p:cNvSpPr>
            <a:spLocks noGrp="1"/>
          </p:cNvSpPr>
          <p:nvPr/>
        </p:nvSpPr>
        <p:spPr>
          <a:xfrm>
            <a:off x="8354146" y="4901565"/>
            <a:ext cx="15466" cy="164271"/>
          </a:xfrm>
          <a:custGeom>
            <a:avLst/>
            <a:gdLst/>
            <a:ahLst/>
            <a:cxnLst/>
            <a:rect l="l" t="t" r="r" b="b"/>
            <a:pathLst>
              <a:path w="711" h="6994">
                <a:moveTo>
                  <a:pt x="311" y="0"/>
                </a:moveTo>
                <a:cubicBezTo>
                  <a:pt x="223" y="2263"/>
                  <a:pt x="134" y="4526"/>
                  <a:pt x="1" y="6744"/>
                </a:cubicBezTo>
                <a:cubicBezTo>
                  <a:pt x="1" y="6899"/>
                  <a:pt x="136" y="6994"/>
                  <a:pt x="257" y="6994"/>
                </a:cubicBezTo>
                <a:cubicBezTo>
                  <a:pt x="345" y="6994"/>
                  <a:pt x="426" y="6944"/>
                  <a:pt x="444" y="6833"/>
                </a:cubicBezTo>
                <a:cubicBezTo>
                  <a:pt x="533" y="4570"/>
                  <a:pt x="622" y="2352"/>
                  <a:pt x="711" y="133"/>
                </a:cubicBezTo>
                <a:cubicBezTo>
                  <a:pt x="578" y="89"/>
                  <a:pt x="444" y="45"/>
                  <a:pt x="311" y="0"/>
                </a:cubicBezTo>
                <a:close/>
              </a:path>
            </a:pathLst>
          </a:custGeom>
          <a:solidFill>
            <a:srgbClr val="40403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8" name="Google Shape;1308;p30">
            <a:extLst>
              <a:ext uri="{FF2B5EF4-FFF2-40B4-BE49-F238E27FC236}">
                <a16:creationId xmlns:a16="http://schemas.microsoft.com/office/drawing/2014/main" id="{8D7E8E7B-17B3-4E4D-BADD-194DA0D5401C}"/>
              </a:ext>
            </a:extLst>
          </p:cNvPr>
          <p:cNvSpPr>
            <a:spLocks noGrp="1"/>
          </p:cNvSpPr>
          <p:nvPr/>
        </p:nvSpPr>
        <p:spPr>
          <a:xfrm>
            <a:off x="8360912" y="4870679"/>
            <a:ext cx="10636" cy="34033"/>
          </a:xfrm>
          <a:custGeom>
            <a:avLst/>
            <a:gdLst/>
            <a:ahLst/>
            <a:cxnLst/>
            <a:rect l="l" t="t" r="r" b="b"/>
            <a:pathLst>
              <a:path w="489" h="1449">
                <a:moveTo>
                  <a:pt x="213" y="1"/>
                </a:moveTo>
                <a:cubicBezTo>
                  <a:pt x="123" y="1"/>
                  <a:pt x="45" y="50"/>
                  <a:pt x="45" y="162"/>
                </a:cubicBezTo>
                <a:cubicBezTo>
                  <a:pt x="45" y="561"/>
                  <a:pt x="0" y="916"/>
                  <a:pt x="0" y="1315"/>
                </a:cubicBezTo>
                <a:cubicBezTo>
                  <a:pt x="133" y="1360"/>
                  <a:pt x="267" y="1404"/>
                  <a:pt x="400" y="1448"/>
                </a:cubicBezTo>
                <a:cubicBezTo>
                  <a:pt x="444" y="1049"/>
                  <a:pt x="444" y="650"/>
                  <a:pt x="488" y="250"/>
                </a:cubicBezTo>
                <a:cubicBezTo>
                  <a:pt x="488" y="96"/>
                  <a:pt x="339" y="1"/>
                  <a:pt x="213" y="1"/>
                </a:cubicBezTo>
                <a:close/>
              </a:path>
            </a:pathLst>
          </a:custGeom>
          <a:solidFill>
            <a:srgbClr val="40403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9" name="Google Shape;1309;p30">
            <a:extLst>
              <a:ext uri="{FF2B5EF4-FFF2-40B4-BE49-F238E27FC236}">
                <a16:creationId xmlns:a16="http://schemas.microsoft.com/office/drawing/2014/main" id="{372D1CC8-37A5-407B-ABCC-16564061691D}"/>
              </a:ext>
            </a:extLst>
          </p:cNvPr>
          <p:cNvSpPr>
            <a:spLocks noGrp="1"/>
          </p:cNvSpPr>
          <p:nvPr/>
        </p:nvSpPr>
        <p:spPr>
          <a:xfrm>
            <a:off x="8226720" y="5058908"/>
            <a:ext cx="141935" cy="65764"/>
          </a:xfrm>
          <a:custGeom>
            <a:avLst/>
            <a:gdLst/>
            <a:ahLst/>
            <a:cxnLst/>
            <a:rect l="l" t="t" r="r" b="b"/>
            <a:pathLst>
              <a:path w="6525" h="2800">
                <a:moveTo>
                  <a:pt x="6214" y="1"/>
                </a:moveTo>
                <a:cubicBezTo>
                  <a:pt x="3951" y="178"/>
                  <a:pt x="1910" y="977"/>
                  <a:pt x="180" y="2397"/>
                </a:cubicBezTo>
                <a:cubicBezTo>
                  <a:pt x="0" y="2540"/>
                  <a:pt x="111" y="2800"/>
                  <a:pt x="277" y="2800"/>
                </a:cubicBezTo>
                <a:cubicBezTo>
                  <a:pt x="317" y="2800"/>
                  <a:pt x="359" y="2785"/>
                  <a:pt x="401" y="2752"/>
                </a:cubicBezTo>
                <a:cubicBezTo>
                  <a:pt x="2087" y="1376"/>
                  <a:pt x="4084" y="577"/>
                  <a:pt x="6258" y="444"/>
                </a:cubicBezTo>
                <a:cubicBezTo>
                  <a:pt x="6524" y="400"/>
                  <a:pt x="6480" y="1"/>
                  <a:pt x="6214" y="1"/>
                </a:cubicBezTo>
                <a:close/>
              </a:path>
            </a:pathLst>
          </a:custGeom>
          <a:solidFill>
            <a:srgbClr val="40403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0" name="Google Shape;1310;p30">
            <a:extLst>
              <a:ext uri="{FF2B5EF4-FFF2-40B4-BE49-F238E27FC236}">
                <a16:creationId xmlns:a16="http://schemas.microsoft.com/office/drawing/2014/main" id="{D6338C5D-C2BB-46FD-AF2B-E9795A029BC3}"/>
              </a:ext>
            </a:extLst>
          </p:cNvPr>
          <p:cNvSpPr>
            <a:spLocks noGrp="1"/>
          </p:cNvSpPr>
          <p:nvPr/>
        </p:nvSpPr>
        <p:spPr>
          <a:xfrm>
            <a:off x="8301070" y="5056723"/>
            <a:ext cx="67628" cy="123755"/>
          </a:xfrm>
          <a:custGeom>
            <a:avLst/>
            <a:gdLst/>
            <a:ahLst/>
            <a:cxnLst/>
            <a:rect l="l" t="t" r="r" b="b"/>
            <a:pathLst>
              <a:path w="3109" h="5269">
                <a:moveTo>
                  <a:pt x="2814" y="1"/>
                </a:moveTo>
                <a:cubicBezTo>
                  <a:pt x="2778" y="1"/>
                  <a:pt x="2741" y="15"/>
                  <a:pt x="2707" y="49"/>
                </a:cubicBezTo>
                <a:cubicBezTo>
                  <a:pt x="1110" y="1292"/>
                  <a:pt x="178" y="3022"/>
                  <a:pt x="0" y="5019"/>
                </a:cubicBezTo>
                <a:cubicBezTo>
                  <a:pt x="0" y="5173"/>
                  <a:pt x="135" y="5268"/>
                  <a:pt x="248" y="5268"/>
                </a:cubicBezTo>
                <a:cubicBezTo>
                  <a:pt x="330" y="5268"/>
                  <a:pt x="400" y="5219"/>
                  <a:pt x="400" y="5107"/>
                </a:cubicBezTo>
                <a:cubicBezTo>
                  <a:pt x="577" y="3199"/>
                  <a:pt x="1465" y="1558"/>
                  <a:pt x="2929" y="404"/>
                </a:cubicBezTo>
                <a:cubicBezTo>
                  <a:pt x="3108" y="261"/>
                  <a:pt x="2968" y="1"/>
                  <a:pt x="2814" y="1"/>
                </a:cubicBezTo>
                <a:close/>
              </a:path>
            </a:pathLst>
          </a:custGeom>
          <a:solidFill>
            <a:srgbClr val="40403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1" name="Google Shape;1311;p30">
            <a:extLst>
              <a:ext uri="{FF2B5EF4-FFF2-40B4-BE49-F238E27FC236}">
                <a16:creationId xmlns:a16="http://schemas.microsoft.com/office/drawing/2014/main" id="{FC3A9DC2-F861-445E-BC83-6DCEAA7202A6}"/>
              </a:ext>
            </a:extLst>
          </p:cNvPr>
          <p:cNvSpPr>
            <a:spLocks noGrp="1"/>
          </p:cNvSpPr>
          <p:nvPr/>
        </p:nvSpPr>
        <p:spPr>
          <a:xfrm>
            <a:off x="8358018" y="5060528"/>
            <a:ext cx="73762" cy="108136"/>
          </a:xfrm>
          <a:custGeom>
            <a:avLst/>
            <a:gdLst/>
            <a:ahLst/>
            <a:cxnLst/>
            <a:rect l="l" t="t" r="r" b="b"/>
            <a:pathLst>
              <a:path w="3391" h="4604">
                <a:moveTo>
                  <a:pt x="336" y="1"/>
                </a:moveTo>
                <a:cubicBezTo>
                  <a:pt x="242" y="1"/>
                  <a:pt x="153" y="60"/>
                  <a:pt x="133" y="198"/>
                </a:cubicBezTo>
                <a:cubicBezTo>
                  <a:pt x="0" y="2106"/>
                  <a:pt x="1154" y="3925"/>
                  <a:pt x="2973" y="4590"/>
                </a:cubicBezTo>
                <a:cubicBezTo>
                  <a:pt x="2999" y="4599"/>
                  <a:pt x="3025" y="4603"/>
                  <a:pt x="3049" y="4603"/>
                </a:cubicBezTo>
                <a:cubicBezTo>
                  <a:pt x="3270" y="4603"/>
                  <a:pt x="3390" y="4271"/>
                  <a:pt x="3150" y="4191"/>
                </a:cubicBezTo>
                <a:cubicBezTo>
                  <a:pt x="1509" y="3614"/>
                  <a:pt x="400" y="2017"/>
                  <a:pt x="577" y="242"/>
                </a:cubicBezTo>
                <a:cubicBezTo>
                  <a:pt x="577" y="94"/>
                  <a:pt x="453" y="1"/>
                  <a:pt x="336" y="1"/>
                </a:cubicBezTo>
                <a:close/>
              </a:path>
            </a:pathLst>
          </a:custGeom>
          <a:solidFill>
            <a:srgbClr val="40403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2" name="Google Shape;1312;p30">
            <a:extLst>
              <a:ext uri="{FF2B5EF4-FFF2-40B4-BE49-F238E27FC236}">
                <a16:creationId xmlns:a16="http://schemas.microsoft.com/office/drawing/2014/main" id="{A76C62F1-F4DE-45C7-80C3-1986B421B32B}"/>
              </a:ext>
            </a:extLst>
          </p:cNvPr>
          <p:cNvSpPr>
            <a:spLocks noGrp="1"/>
          </p:cNvSpPr>
          <p:nvPr/>
        </p:nvSpPr>
        <p:spPr>
          <a:xfrm>
            <a:off x="7857124" y="3227587"/>
            <a:ext cx="1208329" cy="1696619"/>
          </a:xfrm>
          <a:custGeom>
            <a:avLst/>
            <a:gdLst/>
            <a:ahLst/>
            <a:cxnLst/>
            <a:rect l="l" t="t" r="r" b="b"/>
            <a:pathLst>
              <a:path w="55549" h="72235">
                <a:moveTo>
                  <a:pt x="27909" y="0"/>
                </a:moveTo>
                <a:cubicBezTo>
                  <a:pt x="26529" y="0"/>
                  <a:pt x="25078" y="109"/>
                  <a:pt x="23560" y="327"/>
                </a:cubicBezTo>
                <a:cubicBezTo>
                  <a:pt x="7853" y="2590"/>
                  <a:pt x="1110" y="6494"/>
                  <a:pt x="533" y="26726"/>
                </a:cubicBezTo>
                <a:cubicBezTo>
                  <a:pt x="0" y="46913"/>
                  <a:pt x="5058" y="65459"/>
                  <a:pt x="22450" y="71049"/>
                </a:cubicBezTo>
                <a:cubicBezTo>
                  <a:pt x="25016" y="71880"/>
                  <a:pt x="27545" y="72235"/>
                  <a:pt x="29992" y="72235"/>
                </a:cubicBezTo>
                <a:cubicBezTo>
                  <a:pt x="44134" y="72235"/>
                  <a:pt x="55548" y="60402"/>
                  <a:pt x="55549" y="60401"/>
                </a:cubicBezTo>
                <a:lnTo>
                  <a:pt x="55549" y="60401"/>
                </a:lnTo>
                <a:cubicBezTo>
                  <a:pt x="54951" y="60678"/>
                  <a:pt x="54383" y="60811"/>
                  <a:pt x="53845" y="60811"/>
                </a:cubicBezTo>
                <a:cubicBezTo>
                  <a:pt x="47839" y="60811"/>
                  <a:pt x="45568" y="44236"/>
                  <a:pt x="46586" y="26726"/>
                </a:cubicBezTo>
                <a:cubicBezTo>
                  <a:pt x="47589" y="9487"/>
                  <a:pt x="40839" y="0"/>
                  <a:pt x="27909" y="0"/>
                </a:cubicBezTo>
                <a:close/>
              </a:path>
            </a:pathLst>
          </a:custGeom>
          <a:solidFill>
            <a:srgbClr val="E6C29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3" name="Google Shape;1313;p30">
            <a:extLst>
              <a:ext uri="{FF2B5EF4-FFF2-40B4-BE49-F238E27FC236}">
                <a16:creationId xmlns:a16="http://schemas.microsoft.com/office/drawing/2014/main" id="{B97418EB-8A96-4672-B97E-58C24B327F6E}"/>
              </a:ext>
            </a:extLst>
          </p:cNvPr>
          <p:cNvSpPr>
            <a:spLocks noGrp="1"/>
          </p:cNvSpPr>
          <p:nvPr/>
        </p:nvSpPr>
        <p:spPr>
          <a:xfrm>
            <a:off x="8852583" y="3909476"/>
            <a:ext cx="403965" cy="891374"/>
          </a:xfrm>
          <a:custGeom>
            <a:avLst/>
            <a:gdLst/>
            <a:ahLst/>
            <a:cxnLst/>
            <a:rect l="l" t="t" r="r" b="b"/>
            <a:pathLst>
              <a:path w="18571" h="37951">
                <a:moveTo>
                  <a:pt x="690" y="1"/>
                </a:moveTo>
                <a:lnTo>
                  <a:pt x="690" y="1"/>
                </a:lnTo>
                <a:cubicBezTo>
                  <a:pt x="1" y="16632"/>
                  <a:pt x="2352" y="31780"/>
                  <a:pt x="8084" y="31780"/>
                </a:cubicBezTo>
                <a:cubicBezTo>
                  <a:pt x="8621" y="31780"/>
                  <a:pt x="9189" y="31647"/>
                  <a:pt x="9786" y="31369"/>
                </a:cubicBezTo>
                <a:lnTo>
                  <a:pt x="9786" y="31369"/>
                </a:lnTo>
                <a:cubicBezTo>
                  <a:pt x="9786" y="31369"/>
                  <a:pt x="7345" y="33942"/>
                  <a:pt x="3264" y="36649"/>
                </a:cubicBezTo>
                <a:cubicBezTo>
                  <a:pt x="6567" y="37575"/>
                  <a:pt x="9772" y="37950"/>
                  <a:pt x="12640" y="37950"/>
                </a:cubicBezTo>
                <a:cubicBezTo>
                  <a:pt x="14855" y="37950"/>
                  <a:pt x="16869" y="37726"/>
                  <a:pt x="18571" y="37359"/>
                </a:cubicBezTo>
                <a:cubicBezTo>
                  <a:pt x="18571" y="37359"/>
                  <a:pt x="11782" y="30570"/>
                  <a:pt x="9919" y="20676"/>
                </a:cubicBezTo>
                <a:cubicBezTo>
                  <a:pt x="8677" y="14065"/>
                  <a:pt x="6369" y="4171"/>
                  <a:pt x="690" y="1"/>
                </a:cubicBezTo>
                <a:close/>
              </a:path>
            </a:pathLst>
          </a:custGeom>
          <a:solidFill>
            <a:srgbClr val="7C674C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4" name="Google Shape;1314;p30">
            <a:extLst>
              <a:ext uri="{FF2B5EF4-FFF2-40B4-BE49-F238E27FC236}">
                <a16:creationId xmlns:a16="http://schemas.microsoft.com/office/drawing/2014/main" id="{7C3B4E04-60E3-4F5E-A51F-57638CC921C6}"/>
              </a:ext>
            </a:extLst>
          </p:cNvPr>
          <p:cNvSpPr>
            <a:spLocks noGrp="1"/>
          </p:cNvSpPr>
          <p:nvPr/>
        </p:nvSpPr>
        <p:spPr>
          <a:xfrm>
            <a:off x="8275968" y="3861773"/>
            <a:ext cx="789485" cy="908496"/>
          </a:xfrm>
          <a:custGeom>
            <a:avLst/>
            <a:gdLst/>
            <a:ahLst/>
            <a:cxnLst/>
            <a:rect l="l" t="t" r="r" b="b"/>
            <a:pathLst>
              <a:path w="36294" h="38680">
                <a:moveTo>
                  <a:pt x="21194" y="0"/>
                </a:moveTo>
                <a:cubicBezTo>
                  <a:pt x="19643" y="0"/>
                  <a:pt x="17937" y="330"/>
                  <a:pt x="16062" y="1056"/>
                </a:cubicBezTo>
                <a:cubicBezTo>
                  <a:pt x="16062" y="1056"/>
                  <a:pt x="1" y="8510"/>
                  <a:pt x="9851" y="23950"/>
                </a:cubicBezTo>
                <a:cubicBezTo>
                  <a:pt x="15263" y="32380"/>
                  <a:pt x="22717" y="36772"/>
                  <a:pt x="29772" y="38680"/>
                </a:cubicBezTo>
                <a:cubicBezTo>
                  <a:pt x="33853" y="35973"/>
                  <a:pt x="36294" y="33400"/>
                  <a:pt x="36294" y="33400"/>
                </a:cubicBezTo>
                <a:lnTo>
                  <a:pt x="36294" y="33400"/>
                </a:lnTo>
                <a:cubicBezTo>
                  <a:pt x="35697" y="33678"/>
                  <a:pt x="35129" y="33811"/>
                  <a:pt x="34592" y="33811"/>
                </a:cubicBezTo>
                <a:cubicBezTo>
                  <a:pt x="28860" y="33811"/>
                  <a:pt x="26509" y="18663"/>
                  <a:pt x="27198" y="2032"/>
                </a:cubicBezTo>
                <a:cubicBezTo>
                  <a:pt x="25518" y="751"/>
                  <a:pt x="23532" y="0"/>
                  <a:pt x="21194" y="0"/>
                </a:cubicBezTo>
                <a:close/>
              </a:path>
            </a:pathLst>
          </a:custGeom>
          <a:solidFill>
            <a:srgbClr val="7C674C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5" name="Google Shape;1315;p30">
            <a:extLst>
              <a:ext uri="{FF2B5EF4-FFF2-40B4-BE49-F238E27FC236}">
                <a16:creationId xmlns:a16="http://schemas.microsoft.com/office/drawing/2014/main" id="{B347E4EB-FF14-49D6-BDBB-3C43696363A2}"/>
              </a:ext>
            </a:extLst>
          </p:cNvPr>
          <p:cNvSpPr>
            <a:spLocks noGrp="1"/>
          </p:cNvSpPr>
          <p:nvPr/>
        </p:nvSpPr>
        <p:spPr>
          <a:xfrm>
            <a:off x="8620528" y="4426366"/>
            <a:ext cx="126447" cy="122416"/>
          </a:xfrm>
          <a:custGeom>
            <a:avLst/>
            <a:gdLst/>
            <a:ahLst/>
            <a:cxnLst/>
            <a:rect l="l" t="t" r="r" b="b"/>
            <a:pathLst>
              <a:path w="5813" h="5212">
                <a:moveTo>
                  <a:pt x="4836" y="0"/>
                </a:moveTo>
                <a:lnTo>
                  <a:pt x="4836" y="0"/>
                </a:lnTo>
                <a:cubicBezTo>
                  <a:pt x="4969" y="932"/>
                  <a:pt x="5014" y="1775"/>
                  <a:pt x="5014" y="2662"/>
                </a:cubicBezTo>
                <a:cubicBezTo>
                  <a:pt x="4969" y="3062"/>
                  <a:pt x="4969" y="3550"/>
                  <a:pt x="4881" y="3816"/>
                </a:cubicBezTo>
                <a:cubicBezTo>
                  <a:pt x="4748" y="4127"/>
                  <a:pt x="4570" y="4260"/>
                  <a:pt x="4260" y="4304"/>
                </a:cubicBezTo>
                <a:cubicBezTo>
                  <a:pt x="4198" y="4317"/>
                  <a:pt x="4135" y="4323"/>
                  <a:pt x="4072" y="4323"/>
                </a:cubicBezTo>
                <a:cubicBezTo>
                  <a:pt x="3497" y="4323"/>
                  <a:pt x="2854" y="3812"/>
                  <a:pt x="2174" y="3372"/>
                </a:cubicBezTo>
                <a:cubicBezTo>
                  <a:pt x="1464" y="2884"/>
                  <a:pt x="754" y="2352"/>
                  <a:pt x="0" y="1819"/>
                </a:cubicBezTo>
                <a:lnTo>
                  <a:pt x="0" y="1819"/>
                </a:lnTo>
                <a:cubicBezTo>
                  <a:pt x="488" y="2574"/>
                  <a:pt x="1065" y="3284"/>
                  <a:pt x="1731" y="3905"/>
                </a:cubicBezTo>
                <a:cubicBezTo>
                  <a:pt x="2086" y="4215"/>
                  <a:pt x="2440" y="4526"/>
                  <a:pt x="2840" y="4792"/>
                </a:cubicBezTo>
                <a:cubicBezTo>
                  <a:pt x="3178" y="5018"/>
                  <a:pt x="3612" y="5211"/>
                  <a:pt x="4114" y="5211"/>
                </a:cubicBezTo>
                <a:cubicBezTo>
                  <a:pt x="4205" y="5211"/>
                  <a:pt x="4298" y="5205"/>
                  <a:pt x="4393" y="5191"/>
                </a:cubicBezTo>
                <a:cubicBezTo>
                  <a:pt x="4659" y="5147"/>
                  <a:pt x="4969" y="5058"/>
                  <a:pt x="5191" y="4836"/>
                </a:cubicBezTo>
                <a:cubicBezTo>
                  <a:pt x="5457" y="4659"/>
                  <a:pt x="5635" y="4348"/>
                  <a:pt x="5679" y="4082"/>
                </a:cubicBezTo>
                <a:cubicBezTo>
                  <a:pt x="5812" y="3505"/>
                  <a:pt x="5768" y="3062"/>
                  <a:pt x="5724" y="2618"/>
                </a:cubicBezTo>
                <a:cubicBezTo>
                  <a:pt x="5591" y="1686"/>
                  <a:pt x="5324" y="799"/>
                  <a:pt x="4836" y="0"/>
                </a:cubicBezTo>
                <a:close/>
              </a:path>
            </a:pathLst>
          </a:custGeom>
          <a:solidFill>
            <a:srgbClr val="E6C29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6" name="Google Shape;1316;p30">
            <a:extLst>
              <a:ext uri="{FF2B5EF4-FFF2-40B4-BE49-F238E27FC236}">
                <a16:creationId xmlns:a16="http://schemas.microsoft.com/office/drawing/2014/main" id="{A3912D48-CE61-4E8A-AA4E-3E58ED9801FE}"/>
              </a:ext>
            </a:extLst>
          </p:cNvPr>
          <p:cNvSpPr>
            <a:spLocks noGrp="1"/>
          </p:cNvSpPr>
          <p:nvPr/>
        </p:nvSpPr>
        <p:spPr>
          <a:xfrm>
            <a:off x="8887866" y="4385709"/>
            <a:ext cx="14487" cy="74032"/>
          </a:xfrm>
          <a:custGeom>
            <a:avLst/>
            <a:gdLst/>
            <a:ahLst/>
            <a:cxnLst/>
            <a:rect l="l" t="t" r="r" b="b"/>
            <a:pathLst>
              <a:path w="666" h="3152">
                <a:moveTo>
                  <a:pt x="0" y="1"/>
                </a:moveTo>
                <a:lnTo>
                  <a:pt x="0" y="1"/>
                </a:lnTo>
                <a:cubicBezTo>
                  <a:pt x="222" y="1110"/>
                  <a:pt x="399" y="2175"/>
                  <a:pt x="666" y="3151"/>
                </a:cubicBezTo>
                <a:cubicBezTo>
                  <a:pt x="666" y="2752"/>
                  <a:pt x="666" y="2441"/>
                  <a:pt x="621" y="2086"/>
                </a:cubicBezTo>
                <a:cubicBezTo>
                  <a:pt x="532" y="1376"/>
                  <a:pt x="355" y="667"/>
                  <a:pt x="0" y="1"/>
                </a:cubicBezTo>
                <a:close/>
              </a:path>
            </a:pathLst>
          </a:custGeom>
          <a:solidFill>
            <a:srgbClr val="E6C29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7" name="Google Shape;1317;p30">
            <a:extLst>
              <a:ext uri="{FF2B5EF4-FFF2-40B4-BE49-F238E27FC236}">
                <a16:creationId xmlns:a16="http://schemas.microsoft.com/office/drawing/2014/main" id="{41F2BB32-17F4-40F7-8FC2-24A6A1D9C7B4}"/>
              </a:ext>
            </a:extLst>
          </p:cNvPr>
          <p:cNvSpPr>
            <a:spLocks noGrp="1"/>
          </p:cNvSpPr>
          <p:nvPr/>
        </p:nvSpPr>
        <p:spPr>
          <a:xfrm>
            <a:off x="8777842" y="4374247"/>
            <a:ext cx="124511" cy="122088"/>
          </a:xfrm>
          <a:custGeom>
            <a:avLst/>
            <a:gdLst/>
            <a:ahLst/>
            <a:cxnLst/>
            <a:rect l="l" t="t" r="r" b="b"/>
            <a:pathLst>
              <a:path w="5724" h="5198">
                <a:moveTo>
                  <a:pt x="4792" y="1"/>
                </a:moveTo>
                <a:lnTo>
                  <a:pt x="4792" y="1"/>
                </a:lnTo>
                <a:cubicBezTo>
                  <a:pt x="4925" y="888"/>
                  <a:pt x="5014" y="1776"/>
                  <a:pt x="4969" y="2619"/>
                </a:cubicBezTo>
                <a:cubicBezTo>
                  <a:pt x="4925" y="3018"/>
                  <a:pt x="4925" y="3506"/>
                  <a:pt x="4836" y="3817"/>
                </a:cubicBezTo>
                <a:cubicBezTo>
                  <a:pt x="4748" y="4127"/>
                  <a:pt x="4526" y="4216"/>
                  <a:pt x="4215" y="4305"/>
                </a:cubicBezTo>
                <a:cubicBezTo>
                  <a:pt x="4172" y="4311"/>
                  <a:pt x="4128" y="4314"/>
                  <a:pt x="4085" y="4314"/>
                </a:cubicBezTo>
                <a:cubicBezTo>
                  <a:pt x="3495" y="4314"/>
                  <a:pt x="2835" y="3783"/>
                  <a:pt x="2174" y="3329"/>
                </a:cubicBezTo>
                <a:cubicBezTo>
                  <a:pt x="1420" y="2840"/>
                  <a:pt x="710" y="2308"/>
                  <a:pt x="0" y="1776"/>
                </a:cubicBezTo>
                <a:lnTo>
                  <a:pt x="0" y="1776"/>
                </a:lnTo>
                <a:cubicBezTo>
                  <a:pt x="444" y="2574"/>
                  <a:pt x="1065" y="3240"/>
                  <a:pt x="1730" y="3861"/>
                </a:cubicBezTo>
                <a:cubicBezTo>
                  <a:pt x="2041" y="4216"/>
                  <a:pt x="2396" y="4482"/>
                  <a:pt x="2795" y="4748"/>
                </a:cubicBezTo>
                <a:cubicBezTo>
                  <a:pt x="3160" y="4992"/>
                  <a:pt x="3673" y="5198"/>
                  <a:pt x="4199" y="5198"/>
                </a:cubicBezTo>
                <a:cubicBezTo>
                  <a:pt x="4248" y="5198"/>
                  <a:pt x="4298" y="5196"/>
                  <a:pt x="4348" y="5192"/>
                </a:cubicBezTo>
                <a:cubicBezTo>
                  <a:pt x="4614" y="5148"/>
                  <a:pt x="4925" y="5015"/>
                  <a:pt x="5191" y="4837"/>
                </a:cubicBezTo>
                <a:cubicBezTo>
                  <a:pt x="5413" y="4615"/>
                  <a:pt x="5590" y="4305"/>
                  <a:pt x="5635" y="4038"/>
                </a:cubicBezTo>
                <a:cubicBezTo>
                  <a:pt x="5679" y="3905"/>
                  <a:pt x="5679" y="3772"/>
                  <a:pt x="5724" y="3639"/>
                </a:cubicBezTo>
                <a:cubicBezTo>
                  <a:pt x="5457" y="2663"/>
                  <a:pt x="5280" y="1598"/>
                  <a:pt x="5058" y="489"/>
                </a:cubicBezTo>
                <a:cubicBezTo>
                  <a:pt x="4969" y="312"/>
                  <a:pt x="4881" y="134"/>
                  <a:pt x="4792" y="1"/>
                </a:cubicBezTo>
                <a:close/>
              </a:path>
            </a:pathLst>
          </a:custGeom>
          <a:solidFill>
            <a:srgbClr val="E6C29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8" name="Google Shape;1318;p30">
            <a:extLst>
              <a:ext uri="{FF2B5EF4-FFF2-40B4-BE49-F238E27FC236}">
                <a16:creationId xmlns:a16="http://schemas.microsoft.com/office/drawing/2014/main" id="{BF568417-D13A-4A6C-8CA3-79292C3E4368}"/>
              </a:ext>
            </a:extLst>
          </p:cNvPr>
          <p:cNvSpPr>
            <a:spLocks noGrp="1"/>
          </p:cNvSpPr>
          <p:nvPr/>
        </p:nvSpPr>
        <p:spPr>
          <a:xfrm>
            <a:off x="8939963" y="4533704"/>
            <a:ext cx="124533" cy="122064"/>
          </a:xfrm>
          <a:custGeom>
            <a:avLst/>
            <a:gdLst/>
            <a:ahLst/>
            <a:cxnLst/>
            <a:rect l="l" t="t" r="r" b="b"/>
            <a:pathLst>
              <a:path w="5725" h="5197">
                <a:moveTo>
                  <a:pt x="4748" y="0"/>
                </a:moveTo>
                <a:lnTo>
                  <a:pt x="4748" y="0"/>
                </a:lnTo>
                <a:cubicBezTo>
                  <a:pt x="4881" y="888"/>
                  <a:pt x="4970" y="1775"/>
                  <a:pt x="4926" y="2618"/>
                </a:cubicBezTo>
                <a:cubicBezTo>
                  <a:pt x="4926" y="3017"/>
                  <a:pt x="4926" y="3505"/>
                  <a:pt x="4793" y="3816"/>
                </a:cubicBezTo>
                <a:cubicBezTo>
                  <a:pt x="4704" y="4126"/>
                  <a:pt x="4526" y="4260"/>
                  <a:pt x="4172" y="4304"/>
                </a:cubicBezTo>
                <a:cubicBezTo>
                  <a:pt x="4131" y="4310"/>
                  <a:pt x="4091" y="4313"/>
                  <a:pt x="4049" y="4313"/>
                </a:cubicBezTo>
                <a:cubicBezTo>
                  <a:pt x="3490" y="4313"/>
                  <a:pt x="2791" y="3782"/>
                  <a:pt x="2131" y="3328"/>
                </a:cubicBezTo>
                <a:cubicBezTo>
                  <a:pt x="1421" y="2840"/>
                  <a:pt x="711" y="2352"/>
                  <a:pt x="1" y="1819"/>
                </a:cubicBezTo>
                <a:lnTo>
                  <a:pt x="1" y="1819"/>
                </a:lnTo>
                <a:lnTo>
                  <a:pt x="45" y="1952"/>
                </a:lnTo>
                <a:cubicBezTo>
                  <a:pt x="489" y="2662"/>
                  <a:pt x="1066" y="3328"/>
                  <a:pt x="1687" y="3905"/>
                </a:cubicBezTo>
                <a:cubicBezTo>
                  <a:pt x="1997" y="4215"/>
                  <a:pt x="2352" y="4481"/>
                  <a:pt x="2752" y="4748"/>
                </a:cubicBezTo>
                <a:cubicBezTo>
                  <a:pt x="3117" y="4991"/>
                  <a:pt x="3629" y="5197"/>
                  <a:pt x="4155" y="5197"/>
                </a:cubicBezTo>
                <a:cubicBezTo>
                  <a:pt x="4205" y="5197"/>
                  <a:pt x="4255" y="5195"/>
                  <a:pt x="4305" y="5191"/>
                </a:cubicBezTo>
                <a:cubicBezTo>
                  <a:pt x="4571" y="5147"/>
                  <a:pt x="4881" y="5014"/>
                  <a:pt x="5148" y="4836"/>
                </a:cubicBezTo>
                <a:cubicBezTo>
                  <a:pt x="5369" y="4615"/>
                  <a:pt x="5547" y="4304"/>
                  <a:pt x="5591" y="4038"/>
                </a:cubicBezTo>
                <a:cubicBezTo>
                  <a:pt x="5724" y="3505"/>
                  <a:pt x="5680" y="3062"/>
                  <a:pt x="5636" y="2574"/>
                </a:cubicBezTo>
                <a:cubicBezTo>
                  <a:pt x="5547" y="1686"/>
                  <a:pt x="5236" y="755"/>
                  <a:pt x="4748" y="0"/>
                </a:cubicBezTo>
                <a:close/>
              </a:path>
            </a:pathLst>
          </a:custGeom>
          <a:solidFill>
            <a:srgbClr val="E6C29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9" name="Google Shape;1319;p30">
            <a:extLst>
              <a:ext uri="{FF2B5EF4-FFF2-40B4-BE49-F238E27FC236}">
                <a16:creationId xmlns:a16="http://schemas.microsoft.com/office/drawing/2014/main" id="{EEFA7A52-998D-4881-A338-FC5A930E9067}"/>
              </a:ext>
            </a:extLst>
          </p:cNvPr>
          <p:cNvSpPr>
            <a:spLocks noGrp="1"/>
          </p:cNvSpPr>
          <p:nvPr/>
        </p:nvSpPr>
        <p:spPr>
          <a:xfrm>
            <a:off x="8939006" y="4575370"/>
            <a:ext cx="1957" cy="4204"/>
          </a:xfrm>
          <a:custGeom>
            <a:avLst/>
            <a:gdLst/>
            <a:ahLst/>
            <a:cxnLst/>
            <a:rect l="l" t="t" r="r" b="b"/>
            <a:pathLst>
              <a:path w="90" h="179">
                <a:moveTo>
                  <a:pt x="1" y="1"/>
                </a:moveTo>
                <a:lnTo>
                  <a:pt x="89" y="178"/>
                </a:lnTo>
                <a:lnTo>
                  <a:pt x="89" y="178"/>
                </a:lnTo>
                <a:lnTo>
                  <a:pt x="45" y="45"/>
                </a:lnTo>
                <a:lnTo>
                  <a:pt x="1" y="1"/>
                </a:lnTo>
                <a:close/>
              </a:path>
            </a:pathLst>
          </a:custGeom>
          <a:solidFill>
            <a:srgbClr val="E6C29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0" name="Google Shape;1320;p30">
            <a:extLst>
              <a:ext uri="{FF2B5EF4-FFF2-40B4-BE49-F238E27FC236}">
                <a16:creationId xmlns:a16="http://schemas.microsoft.com/office/drawing/2014/main" id="{4B4EDB99-CDD0-4F97-B04C-72BD4BFD5424}"/>
              </a:ext>
            </a:extLst>
          </p:cNvPr>
          <p:cNvSpPr>
            <a:spLocks noGrp="1"/>
          </p:cNvSpPr>
          <p:nvPr/>
        </p:nvSpPr>
        <p:spPr>
          <a:xfrm>
            <a:off x="8911989" y="4301318"/>
            <a:ext cx="125490" cy="122346"/>
          </a:xfrm>
          <a:custGeom>
            <a:avLst/>
            <a:gdLst/>
            <a:ahLst/>
            <a:cxnLst/>
            <a:rect l="l" t="t" r="r" b="b"/>
            <a:pathLst>
              <a:path w="5769" h="5209">
                <a:moveTo>
                  <a:pt x="4792" y="0"/>
                </a:moveTo>
                <a:lnTo>
                  <a:pt x="4792" y="0"/>
                </a:lnTo>
                <a:cubicBezTo>
                  <a:pt x="4925" y="888"/>
                  <a:pt x="5014" y="1775"/>
                  <a:pt x="4969" y="2618"/>
                </a:cubicBezTo>
                <a:cubicBezTo>
                  <a:pt x="4969" y="3062"/>
                  <a:pt x="4969" y="3505"/>
                  <a:pt x="4836" y="3816"/>
                </a:cubicBezTo>
                <a:cubicBezTo>
                  <a:pt x="4748" y="4126"/>
                  <a:pt x="4570" y="4260"/>
                  <a:pt x="4215" y="4304"/>
                </a:cubicBezTo>
                <a:cubicBezTo>
                  <a:pt x="4175" y="4310"/>
                  <a:pt x="4134" y="4313"/>
                  <a:pt x="4093" y="4313"/>
                </a:cubicBezTo>
                <a:cubicBezTo>
                  <a:pt x="3534" y="4313"/>
                  <a:pt x="2835" y="3782"/>
                  <a:pt x="2174" y="3328"/>
                </a:cubicBezTo>
                <a:cubicBezTo>
                  <a:pt x="1464" y="2840"/>
                  <a:pt x="755" y="2307"/>
                  <a:pt x="0" y="1775"/>
                </a:cubicBezTo>
                <a:lnTo>
                  <a:pt x="0" y="1775"/>
                </a:lnTo>
                <a:cubicBezTo>
                  <a:pt x="444" y="2574"/>
                  <a:pt x="1065" y="3283"/>
                  <a:pt x="1731" y="3905"/>
                </a:cubicBezTo>
                <a:cubicBezTo>
                  <a:pt x="2041" y="4215"/>
                  <a:pt x="2396" y="4481"/>
                  <a:pt x="2795" y="4792"/>
                </a:cubicBezTo>
                <a:cubicBezTo>
                  <a:pt x="3141" y="4984"/>
                  <a:pt x="3619" y="5209"/>
                  <a:pt x="4115" y="5209"/>
                </a:cubicBezTo>
                <a:cubicBezTo>
                  <a:pt x="4192" y="5209"/>
                  <a:pt x="4270" y="5203"/>
                  <a:pt x="4348" y="5191"/>
                </a:cubicBezTo>
                <a:cubicBezTo>
                  <a:pt x="4659" y="5147"/>
                  <a:pt x="4925" y="5058"/>
                  <a:pt x="5191" y="4836"/>
                </a:cubicBezTo>
                <a:cubicBezTo>
                  <a:pt x="5413" y="4614"/>
                  <a:pt x="5591" y="4348"/>
                  <a:pt x="5679" y="4038"/>
                </a:cubicBezTo>
                <a:cubicBezTo>
                  <a:pt x="5768" y="3505"/>
                  <a:pt x="5724" y="3062"/>
                  <a:pt x="5679" y="2574"/>
                </a:cubicBezTo>
                <a:cubicBezTo>
                  <a:pt x="5591" y="1686"/>
                  <a:pt x="5280" y="754"/>
                  <a:pt x="4792" y="0"/>
                </a:cubicBezTo>
                <a:close/>
              </a:path>
            </a:pathLst>
          </a:custGeom>
          <a:solidFill>
            <a:srgbClr val="E6C29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1" name="Google Shape;1321;p30">
            <a:extLst>
              <a:ext uri="{FF2B5EF4-FFF2-40B4-BE49-F238E27FC236}">
                <a16:creationId xmlns:a16="http://schemas.microsoft.com/office/drawing/2014/main" id="{85632A7E-B7FF-4FEB-80AA-C144AC05384E}"/>
              </a:ext>
            </a:extLst>
          </p:cNvPr>
          <p:cNvSpPr>
            <a:spLocks noGrp="1"/>
          </p:cNvSpPr>
          <p:nvPr/>
        </p:nvSpPr>
        <p:spPr>
          <a:xfrm>
            <a:off x="8616656" y="4228366"/>
            <a:ext cx="125490" cy="122416"/>
          </a:xfrm>
          <a:custGeom>
            <a:avLst/>
            <a:gdLst/>
            <a:ahLst/>
            <a:cxnLst/>
            <a:rect l="l" t="t" r="r" b="b"/>
            <a:pathLst>
              <a:path w="5769" h="5212">
                <a:moveTo>
                  <a:pt x="4792" y="0"/>
                </a:moveTo>
                <a:cubicBezTo>
                  <a:pt x="4926" y="932"/>
                  <a:pt x="5014" y="1775"/>
                  <a:pt x="4970" y="2663"/>
                </a:cubicBezTo>
                <a:cubicBezTo>
                  <a:pt x="4926" y="3062"/>
                  <a:pt x="4926" y="3550"/>
                  <a:pt x="4837" y="3816"/>
                </a:cubicBezTo>
                <a:cubicBezTo>
                  <a:pt x="4748" y="4127"/>
                  <a:pt x="4526" y="4260"/>
                  <a:pt x="4216" y="4304"/>
                </a:cubicBezTo>
                <a:cubicBezTo>
                  <a:pt x="4154" y="4317"/>
                  <a:pt x="4091" y="4324"/>
                  <a:pt x="4028" y="4324"/>
                </a:cubicBezTo>
                <a:cubicBezTo>
                  <a:pt x="3453" y="4324"/>
                  <a:pt x="2810" y="3812"/>
                  <a:pt x="2130" y="3372"/>
                </a:cubicBezTo>
                <a:cubicBezTo>
                  <a:pt x="1421" y="2884"/>
                  <a:pt x="711" y="2352"/>
                  <a:pt x="1" y="1820"/>
                </a:cubicBezTo>
                <a:lnTo>
                  <a:pt x="1" y="1820"/>
                </a:lnTo>
                <a:cubicBezTo>
                  <a:pt x="444" y="2574"/>
                  <a:pt x="1066" y="3284"/>
                  <a:pt x="1731" y="3905"/>
                </a:cubicBezTo>
                <a:cubicBezTo>
                  <a:pt x="2042" y="4215"/>
                  <a:pt x="2397" y="4526"/>
                  <a:pt x="2796" y="4792"/>
                </a:cubicBezTo>
                <a:cubicBezTo>
                  <a:pt x="3134" y="5018"/>
                  <a:pt x="3568" y="5211"/>
                  <a:pt x="4070" y="5211"/>
                </a:cubicBezTo>
                <a:cubicBezTo>
                  <a:pt x="4161" y="5211"/>
                  <a:pt x="4254" y="5205"/>
                  <a:pt x="4349" y="5191"/>
                </a:cubicBezTo>
                <a:cubicBezTo>
                  <a:pt x="4615" y="5147"/>
                  <a:pt x="4926" y="5058"/>
                  <a:pt x="5147" y="4837"/>
                </a:cubicBezTo>
                <a:cubicBezTo>
                  <a:pt x="5414" y="4659"/>
                  <a:pt x="5591" y="4348"/>
                  <a:pt x="5635" y="4082"/>
                </a:cubicBezTo>
                <a:cubicBezTo>
                  <a:pt x="5769" y="3505"/>
                  <a:pt x="5724" y="3062"/>
                  <a:pt x="5680" y="2618"/>
                </a:cubicBezTo>
                <a:cubicBezTo>
                  <a:pt x="5547" y="1686"/>
                  <a:pt x="5281" y="799"/>
                  <a:pt x="4792" y="0"/>
                </a:cubicBezTo>
                <a:close/>
              </a:path>
            </a:pathLst>
          </a:custGeom>
          <a:solidFill>
            <a:srgbClr val="E6C29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2" name="Google Shape;1322;p30">
            <a:extLst>
              <a:ext uri="{FF2B5EF4-FFF2-40B4-BE49-F238E27FC236}">
                <a16:creationId xmlns:a16="http://schemas.microsoft.com/office/drawing/2014/main" id="{18C4CC4C-F0EA-453F-B807-EF819B3B25F4}"/>
              </a:ext>
            </a:extLst>
          </p:cNvPr>
          <p:cNvSpPr>
            <a:spLocks noGrp="1"/>
          </p:cNvSpPr>
          <p:nvPr/>
        </p:nvSpPr>
        <p:spPr>
          <a:xfrm>
            <a:off x="8867592" y="4054324"/>
            <a:ext cx="22209" cy="119880"/>
          </a:xfrm>
          <a:custGeom>
            <a:avLst/>
            <a:gdLst/>
            <a:ahLst/>
            <a:cxnLst/>
            <a:rect l="l" t="t" r="r" b="b"/>
            <a:pathLst>
              <a:path w="1021" h="5104">
                <a:moveTo>
                  <a:pt x="45" y="1"/>
                </a:moveTo>
                <a:cubicBezTo>
                  <a:pt x="178" y="933"/>
                  <a:pt x="267" y="1776"/>
                  <a:pt x="222" y="2619"/>
                </a:cubicBezTo>
                <a:cubicBezTo>
                  <a:pt x="222" y="3062"/>
                  <a:pt x="178" y="3506"/>
                  <a:pt x="89" y="3817"/>
                </a:cubicBezTo>
                <a:cubicBezTo>
                  <a:pt x="45" y="3905"/>
                  <a:pt x="45" y="3994"/>
                  <a:pt x="0" y="4038"/>
                </a:cubicBezTo>
                <a:cubicBezTo>
                  <a:pt x="0" y="4393"/>
                  <a:pt x="0" y="4748"/>
                  <a:pt x="45" y="5103"/>
                </a:cubicBezTo>
                <a:cubicBezTo>
                  <a:pt x="178" y="5015"/>
                  <a:pt x="311" y="4970"/>
                  <a:pt x="444" y="4837"/>
                </a:cubicBezTo>
                <a:cubicBezTo>
                  <a:pt x="666" y="4660"/>
                  <a:pt x="843" y="4349"/>
                  <a:pt x="888" y="4083"/>
                </a:cubicBezTo>
                <a:cubicBezTo>
                  <a:pt x="1021" y="3506"/>
                  <a:pt x="976" y="3062"/>
                  <a:pt x="932" y="2619"/>
                </a:cubicBezTo>
                <a:cubicBezTo>
                  <a:pt x="843" y="1687"/>
                  <a:pt x="533" y="800"/>
                  <a:pt x="45" y="1"/>
                </a:cubicBezTo>
                <a:close/>
              </a:path>
            </a:pathLst>
          </a:custGeom>
          <a:solidFill>
            <a:srgbClr val="E6C29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3" name="Google Shape;1323;p30">
            <a:extLst>
              <a:ext uri="{FF2B5EF4-FFF2-40B4-BE49-F238E27FC236}">
                <a16:creationId xmlns:a16="http://schemas.microsoft.com/office/drawing/2014/main" id="{1D65845D-FB92-4332-A4F1-1AE0698AC1EA}"/>
              </a:ext>
            </a:extLst>
          </p:cNvPr>
          <p:cNvSpPr>
            <a:spLocks noGrp="1"/>
          </p:cNvSpPr>
          <p:nvPr/>
        </p:nvSpPr>
        <p:spPr>
          <a:xfrm>
            <a:off x="8764333" y="4097071"/>
            <a:ext cx="104237" cy="79669"/>
          </a:xfrm>
          <a:custGeom>
            <a:avLst/>
            <a:gdLst/>
            <a:ahLst/>
            <a:cxnLst/>
            <a:rect l="l" t="t" r="r" b="b"/>
            <a:pathLst>
              <a:path w="4792" h="3392">
                <a:moveTo>
                  <a:pt x="0" y="0"/>
                </a:moveTo>
                <a:lnTo>
                  <a:pt x="0" y="0"/>
                </a:lnTo>
                <a:cubicBezTo>
                  <a:pt x="444" y="754"/>
                  <a:pt x="1065" y="1464"/>
                  <a:pt x="1730" y="2085"/>
                </a:cubicBezTo>
                <a:cubicBezTo>
                  <a:pt x="2041" y="2396"/>
                  <a:pt x="2396" y="2662"/>
                  <a:pt x="2795" y="2973"/>
                </a:cubicBezTo>
                <a:cubicBezTo>
                  <a:pt x="3133" y="3198"/>
                  <a:pt x="3599" y="3392"/>
                  <a:pt x="4084" y="3392"/>
                </a:cubicBezTo>
                <a:cubicBezTo>
                  <a:pt x="4172" y="3392"/>
                  <a:pt x="4260" y="3386"/>
                  <a:pt x="4348" y="3372"/>
                </a:cubicBezTo>
                <a:cubicBezTo>
                  <a:pt x="4481" y="3372"/>
                  <a:pt x="4614" y="3328"/>
                  <a:pt x="4792" y="3283"/>
                </a:cubicBezTo>
                <a:cubicBezTo>
                  <a:pt x="4747" y="2928"/>
                  <a:pt x="4747" y="2573"/>
                  <a:pt x="4747" y="2218"/>
                </a:cubicBezTo>
                <a:cubicBezTo>
                  <a:pt x="4614" y="2396"/>
                  <a:pt x="4481" y="2440"/>
                  <a:pt x="4215" y="2485"/>
                </a:cubicBezTo>
                <a:cubicBezTo>
                  <a:pt x="4161" y="2497"/>
                  <a:pt x="4105" y="2503"/>
                  <a:pt x="4048" y="2503"/>
                </a:cubicBezTo>
                <a:cubicBezTo>
                  <a:pt x="3497" y="2503"/>
                  <a:pt x="2817" y="1955"/>
                  <a:pt x="2174" y="1553"/>
                </a:cubicBezTo>
                <a:cubicBezTo>
                  <a:pt x="1420" y="1065"/>
                  <a:pt x="710" y="532"/>
                  <a:pt x="0" y="0"/>
                </a:cubicBezTo>
                <a:close/>
              </a:path>
            </a:pathLst>
          </a:custGeom>
          <a:solidFill>
            <a:srgbClr val="E6C29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4" name="Google Shape;1324;p30">
            <a:extLst>
              <a:ext uri="{FF2B5EF4-FFF2-40B4-BE49-F238E27FC236}">
                <a16:creationId xmlns:a16="http://schemas.microsoft.com/office/drawing/2014/main" id="{23DA168A-1A81-4A40-A40F-9E7DE7D87739}"/>
              </a:ext>
            </a:extLst>
          </p:cNvPr>
          <p:cNvSpPr>
            <a:spLocks noGrp="1"/>
          </p:cNvSpPr>
          <p:nvPr/>
        </p:nvSpPr>
        <p:spPr>
          <a:xfrm>
            <a:off x="8777842" y="4548289"/>
            <a:ext cx="125468" cy="122088"/>
          </a:xfrm>
          <a:custGeom>
            <a:avLst/>
            <a:gdLst/>
            <a:ahLst/>
            <a:cxnLst/>
            <a:rect l="l" t="t" r="r" b="b"/>
            <a:pathLst>
              <a:path w="5768" h="5198">
                <a:moveTo>
                  <a:pt x="4792" y="0"/>
                </a:moveTo>
                <a:lnTo>
                  <a:pt x="4792" y="0"/>
                </a:lnTo>
                <a:cubicBezTo>
                  <a:pt x="4925" y="888"/>
                  <a:pt x="5014" y="1775"/>
                  <a:pt x="4969" y="2618"/>
                </a:cubicBezTo>
                <a:cubicBezTo>
                  <a:pt x="4925" y="3017"/>
                  <a:pt x="4925" y="3505"/>
                  <a:pt x="4836" y="3816"/>
                </a:cubicBezTo>
                <a:cubicBezTo>
                  <a:pt x="4748" y="4127"/>
                  <a:pt x="4526" y="4260"/>
                  <a:pt x="4215" y="4304"/>
                </a:cubicBezTo>
                <a:cubicBezTo>
                  <a:pt x="4172" y="4310"/>
                  <a:pt x="4128" y="4313"/>
                  <a:pt x="4085" y="4313"/>
                </a:cubicBezTo>
                <a:cubicBezTo>
                  <a:pt x="3495" y="4313"/>
                  <a:pt x="2835" y="3782"/>
                  <a:pt x="2174" y="3328"/>
                </a:cubicBezTo>
                <a:cubicBezTo>
                  <a:pt x="1420" y="2840"/>
                  <a:pt x="710" y="2308"/>
                  <a:pt x="0" y="1775"/>
                </a:cubicBezTo>
                <a:lnTo>
                  <a:pt x="0" y="1775"/>
                </a:lnTo>
                <a:cubicBezTo>
                  <a:pt x="444" y="2574"/>
                  <a:pt x="1065" y="3284"/>
                  <a:pt x="1730" y="3905"/>
                </a:cubicBezTo>
                <a:cubicBezTo>
                  <a:pt x="2041" y="4215"/>
                  <a:pt x="2396" y="4482"/>
                  <a:pt x="2795" y="4748"/>
                </a:cubicBezTo>
                <a:cubicBezTo>
                  <a:pt x="3160" y="4991"/>
                  <a:pt x="3673" y="5197"/>
                  <a:pt x="4199" y="5197"/>
                </a:cubicBezTo>
                <a:cubicBezTo>
                  <a:pt x="4248" y="5197"/>
                  <a:pt x="4298" y="5195"/>
                  <a:pt x="4348" y="5191"/>
                </a:cubicBezTo>
                <a:cubicBezTo>
                  <a:pt x="4614" y="5147"/>
                  <a:pt x="4925" y="5014"/>
                  <a:pt x="5191" y="4837"/>
                </a:cubicBezTo>
                <a:cubicBezTo>
                  <a:pt x="5413" y="4615"/>
                  <a:pt x="5590" y="4304"/>
                  <a:pt x="5635" y="4038"/>
                </a:cubicBezTo>
                <a:cubicBezTo>
                  <a:pt x="5768" y="3505"/>
                  <a:pt x="5724" y="3062"/>
                  <a:pt x="5679" y="2574"/>
                </a:cubicBezTo>
                <a:cubicBezTo>
                  <a:pt x="5590" y="1642"/>
                  <a:pt x="5280" y="755"/>
                  <a:pt x="4792" y="0"/>
                </a:cubicBezTo>
                <a:close/>
              </a:path>
            </a:pathLst>
          </a:custGeom>
          <a:solidFill>
            <a:srgbClr val="E6C29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5" name="Google Shape;1325;p30">
            <a:extLst>
              <a:ext uri="{FF2B5EF4-FFF2-40B4-BE49-F238E27FC236}">
                <a16:creationId xmlns:a16="http://schemas.microsoft.com/office/drawing/2014/main" id="{E961451D-5087-468D-9F66-CC923C952B5E}"/>
              </a:ext>
            </a:extLst>
          </p:cNvPr>
          <p:cNvSpPr>
            <a:spLocks noGrp="1"/>
          </p:cNvSpPr>
          <p:nvPr/>
        </p:nvSpPr>
        <p:spPr>
          <a:xfrm>
            <a:off x="8026010" y="4449290"/>
            <a:ext cx="75307" cy="74009"/>
          </a:xfrm>
          <a:custGeom>
            <a:avLst/>
            <a:gdLst/>
            <a:ahLst/>
            <a:cxnLst/>
            <a:rect l="l" t="t" r="r" b="b"/>
            <a:pathLst>
              <a:path w="3462" h="3151">
                <a:moveTo>
                  <a:pt x="3106" y="0"/>
                </a:moveTo>
                <a:cubicBezTo>
                  <a:pt x="3106" y="577"/>
                  <a:pt x="3062" y="1110"/>
                  <a:pt x="2973" y="1642"/>
                </a:cubicBezTo>
                <a:cubicBezTo>
                  <a:pt x="2929" y="1864"/>
                  <a:pt x="2885" y="2174"/>
                  <a:pt x="2796" y="2352"/>
                </a:cubicBezTo>
                <a:cubicBezTo>
                  <a:pt x="2707" y="2529"/>
                  <a:pt x="2574" y="2574"/>
                  <a:pt x="2397" y="2574"/>
                </a:cubicBezTo>
                <a:lnTo>
                  <a:pt x="2352" y="2574"/>
                </a:lnTo>
                <a:cubicBezTo>
                  <a:pt x="1953" y="2574"/>
                  <a:pt x="1598" y="2130"/>
                  <a:pt x="1199" y="1775"/>
                </a:cubicBezTo>
                <a:cubicBezTo>
                  <a:pt x="799" y="1420"/>
                  <a:pt x="400" y="1021"/>
                  <a:pt x="1" y="622"/>
                </a:cubicBezTo>
                <a:lnTo>
                  <a:pt x="1" y="622"/>
                </a:lnTo>
                <a:cubicBezTo>
                  <a:pt x="223" y="1154"/>
                  <a:pt x="533" y="1642"/>
                  <a:pt x="844" y="2086"/>
                </a:cubicBezTo>
                <a:cubicBezTo>
                  <a:pt x="1021" y="2308"/>
                  <a:pt x="1199" y="2529"/>
                  <a:pt x="1420" y="2707"/>
                </a:cubicBezTo>
                <a:cubicBezTo>
                  <a:pt x="1642" y="2929"/>
                  <a:pt x="1953" y="3106"/>
                  <a:pt x="2352" y="3151"/>
                </a:cubicBezTo>
                <a:cubicBezTo>
                  <a:pt x="2530" y="3151"/>
                  <a:pt x="2707" y="3106"/>
                  <a:pt x="2885" y="3017"/>
                </a:cubicBezTo>
                <a:cubicBezTo>
                  <a:pt x="3062" y="2884"/>
                  <a:pt x="3195" y="2751"/>
                  <a:pt x="3240" y="2574"/>
                </a:cubicBezTo>
                <a:cubicBezTo>
                  <a:pt x="3373" y="2219"/>
                  <a:pt x="3417" y="1953"/>
                  <a:pt x="3417" y="1686"/>
                </a:cubicBezTo>
                <a:cubicBezTo>
                  <a:pt x="3461" y="1110"/>
                  <a:pt x="3373" y="533"/>
                  <a:pt x="3106" y="0"/>
                </a:cubicBezTo>
                <a:close/>
              </a:path>
            </a:pathLst>
          </a:custGeom>
          <a:solidFill>
            <a:srgbClr val="B1946E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6" name="Google Shape;1326;p30">
            <a:extLst>
              <a:ext uri="{FF2B5EF4-FFF2-40B4-BE49-F238E27FC236}">
                <a16:creationId xmlns:a16="http://schemas.microsoft.com/office/drawing/2014/main" id="{B3C0C02E-834F-4FE4-9C78-8B621A52C8E4}"/>
              </a:ext>
            </a:extLst>
          </p:cNvPr>
          <p:cNvSpPr>
            <a:spLocks noGrp="1"/>
          </p:cNvSpPr>
          <p:nvPr/>
        </p:nvSpPr>
        <p:spPr>
          <a:xfrm>
            <a:off x="8127355" y="4433647"/>
            <a:ext cx="74328" cy="74032"/>
          </a:xfrm>
          <a:custGeom>
            <a:avLst/>
            <a:gdLst/>
            <a:ahLst/>
            <a:cxnLst/>
            <a:rect l="l" t="t" r="r" b="b"/>
            <a:pathLst>
              <a:path w="3417" h="3152">
                <a:moveTo>
                  <a:pt x="3106" y="1"/>
                </a:moveTo>
                <a:cubicBezTo>
                  <a:pt x="3106" y="578"/>
                  <a:pt x="3062" y="1110"/>
                  <a:pt x="2929" y="1643"/>
                </a:cubicBezTo>
                <a:cubicBezTo>
                  <a:pt x="2884" y="1864"/>
                  <a:pt x="2840" y="2175"/>
                  <a:pt x="2751" y="2352"/>
                </a:cubicBezTo>
                <a:cubicBezTo>
                  <a:pt x="2662" y="2530"/>
                  <a:pt x="2529" y="2574"/>
                  <a:pt x="2352" y="2574"/>
                </a:cubicBezTo>
                <a:lnTo>
                  <a:pt x="2307" y="2574"/>
                </a:lnTo>
                <a:cubicBezTo>
                  <a:pt x="1952" y="2574"/>
                  <a:pt x="1553" y="2175"/>
                  <a:pt x="1154" y="1776"/>
                </a:cubicBezTo>
                <a:cubicBezTo>
                  <a:pt x="755" y="1421"/>
                  <a:pt x="400" y="1021"/>
                  <a:pt x="0" y="622"/>
                </a:cubicBezTo>
                <a:lnTo>
                  <a:pt x="0" y="622"/>
                </a:lnTo>
                <a:cubicBezTo>
                  <a:pt x="178" y="1154"/>
                  <a:pt x="488" y="1643"/>
                  <a:pt x="843" y="2086"/>
                </a:cubicBezTo>
                <a:cubicBezTo>
                  <a:pt x="1021" y="2308"/>
                  <a:pt x="1198" y="2530"/>
                  <a:pt x="1420" y="2707"/>
                </a:cubicBezTo>
                <a:cubicBezTo>
                  <a:pt x="1642" y="2929"/>
                  <a:pt x="1952" y="3107"/>
                  <a:pt x="2307" y="3151"/>
                </a:cubicBezTo>
                <a:lnTo>
                  <a:pt x="2352" y="3151"/>
                </a:lnTo>
                <a:cubicBezTo>
                  <a:pt x="2485" y="3151"/>
                  <a:pt x="2707" y="3107"/>
                  <a:pt x="2840" y="3018"/>
                </a:cubicBezTo>
                <a:cubicBezTo>
                  <a:pt x="3017" y="2885"/>
                  <a:pt x="3150" y="2752"/>
                  <a:pt x="3239" y="2574"/>
                </a:cubicBezTo>
                <a:cubicBezTo>
                  <a:pt x="3328" y="2264"/>
                  <a:pt x="3372" y="1953"/>
                  <a:pt x="3372" y="1687"/>
                </a:cubicBezTo>
                <a:cubicBezTo>
                  <a:pt x="3417" y="1110"/>
                  <a:pt x="3328" y="533"/>
                  <a:pt x="3106" y="1"/>
                </a:cubicBezTo>
                <a:close/>
              </a:path>
            </a:pathLst>
          </a:custGeom>
          <a:solidFill>
            <a:srgbClr val="B1946E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7" name="Google Shape;1327;p30">
            <a:extLst>
              <a:ext uri="{FF2B5EF4-FFF2-40B4-BE49-F238E27FC236}">
                <a16:creationId xmlns:a16="http://schemas.microsoft.com/office/drawing/2014/main" id="{84593A6D-BA80-4B06-B980-4B1750BC792F}"/>
              </a:ext>
            </a:extLst>
          </p:cNvPr>
          <p:cNvSpPr>
            <a:spLocks noGrp="1"/>
          </p:cNvSpPr>
          <p:nvPr/>
        </p:nvSpPr>
        <p:spPr>
          <a:xfrm>
            <a:off x="8211320" y="4548289"/>
            <a:ext cx="74328" cy="74009"/>
          </a:xfrm>
          <a:custGeom>
            <a:avLst/>
            <a:gdLst/>
            <a:ahLst/>
            <a:cxnLst/>
            <a:rect l="l" t="t" r="r" b="b"/>
            <a:pathLst>
              <a:path w="3417" h="3151">
                <a:moveTo>
                  <a:pt x="3106" y="0"/>
                </a:moveTo>
                <a:cubicBezTo>
                  <a:pt x="3106" y="577"/>
                  <a:pt x="3062" y="1110"/>
                  <a:pt x="2929" y="1642"/>
                </a:cubicBezTo>
                <a:cubicBezTo>
                  <a:pt x="2884" y="1908"/>
                  <a:pt x="2840" y="2174"/>
                  <a:pt x="2751" y="2352"/>
                </a:cubicBezTo>
                <a:cubicBezTo>
                  <a:pt x="2662" y="2529"/>
                  <a:pt x="2529" y="2574"/>
                  <a:pt x="2352" y="2574"/>
                </a:cubicBezTo>
                <a:lnTo>
                  <a:pt x="2307" y="2574"/>
                </a:lnTo>
                <a:cubicBezTo>
                  <a:pt x="1952" y="2574"/>
                  <a:pt x="1553" y="2174"/>
                  <a:pt x="1154" y="1819"/>
                </a:cubicBezTo>
                <a:cubicBezTo>
                  <a:pt x="755" y="1420"/>
                  <a:pt x="400" y="1021"/>
                  <a:pt x="0" y="622"/>
                </a:cubicBezTo>
                <a:lnTo>
                  <a:pt x="0" y="622"/>
                </a:lnTo>
                <a:cubicBezTo>
                  <a:pt x="178" y="1154"/>
                  <a:pt x="488" y="1642"/>
                  <a:pt x="843" y="2086"/>
                </a:cubicBezTo>
                <a:cubicBezTo>
                  <a:pt x="1021" y="2308"/>
                  <a:pt x="1198" y="2529"/>
                  <a:pt x="1420" y="2751"/>
                </a:cubicBezTo>
                <a:cubicBezTo>
                  <a:pt x="1642" y="2929"/>
                  <a:pt x="1952" y="3151"/>
                  <a:pt x="2307" y="3151"/>
                </a:cubicBezTo>
                <a:lnTo>
                  <a:pt x="2352" y="3151"/>
                </a:lnTo>
                <a:cubicBezTo>
                  <a:pt x="2485" y="3151"/>
                  <a:pt x="2707" y="3106"/>
                  <a:pt x="2840" y="3017"/>
                </a:cubicBezTo>
                <a:cubicBezTo>
                  <a:pt x="3017" y="2929"/>
                  <a:pt x="3150" y="2751"/>
                  <a:pt x="3239" y="2574"/>
                </a:cubicBezTo>
                <a:cubicBezTo>
                  <a:pt x="3328" y="2263"/>
                  <a:pt x="3372" y="1997"/>
                  <a:pt x="3372" y="1686"/>
                </a:cubicBezTo>
                <a:cubicBezTo>
                  <a:pt x="3417" y="1110"/>
                  <a:pt x="3328" y="533"/>
                  <a:pt x="3106" y="0"/>
                </a:cubicBezTo>
                <a:close/>
              </a:path>
            </a:pathLst>
          </a:custGeom>
          <a:solidFill>
            <a:srgbClr val="B1946E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8" name="Google Shape;1328;p30">
            <a:extLst>
              <a:ext uri="{FF2B5EF4-FFF2-40B4-BE49-F238E27FC236}">
                <a16:creationId xmlns:a16="http://schemas.microsoft.com/office/drawing/2014/main" id="{D5F9A959-0972-4285-A918-5BEAAD95A78C}"/>
              </a:ext>
            </a:extLst>
          </p:cNvPr>
          <p:cNvSpPr>
            <a:spLocks noGrp="1"/>
          </p:cNvSpPr>
          <p:nvPr/>
        </p:nvSpPr>
        <p:spPr>
          <a:xfrm>
            <a:off x="8211320" y="4719184"/>
            <a:ext cx="74328" cy="72975"/>
          </a:xfrm>
          <a:custGeom>
            <a:avLst/>
            <a:gdLst/>
            <a:ahLst/>
            <a:cxnLst/>
            <a:rect l="l" t="t" r="r" b="b"/>
            <a:pathLst>
              <a:path w="3417" h="3107">
                <a:moveTo>
                  <a:pt x="3106" y="1"/>
                </a:moveTo>
                <a:cubicBezTo>
                  <a:pt x="3106" y="533"/>
                  <a:pt x="3062" y="1066"/>
                  <a:pt x="2929" y="1598"/>
                </a:cubicBezTo>
                <a:cubicBezTo>
                  <a:pt x="2884" y="1864"/>
                  <a:pt x="2840" y="2130"/>
                  <a:pt x="2751" y="2308"/>
                </a:cubicBezTo>
                <a:cubicBezTo>
                  <a:pt x="2662" y="2485"/>
                  <a:pt x="2529" y="2574"/>
                  <a:pt x="2352" y="2574"/>
                </a:cubicBezTo>
                <a:lnTo>
                  <a:pt x="2307" y="2574"/>
                </a:lnTo>
                <a:cubicBezTo>
                  <a:pt x="1952" y="2574"/>
                  <a:pt x="1553" y="2130"/>
                  <a:pt x="1154" y="1775"/>
                </a:cubicBezTo>
                <a:cubicBezTo>
                  <a:pt x="755" y="1376"/>
                  <a:pt x="400" y="1021"/>
                  <a:pt x="0" y="622"/>
                </a:cubicBezTo>
                <a:lnTo>
                  <a:pt x="0" y="622"/>
                </a:lnTo>
                <a:cubicBezTo>
                  <a:pt x="178" y="1110"/>
                  <a:pt x="488" y="1598"/>
                  <a:pt x="843" y="2042"/>
                </a:cubicBezTo>
                <a:cubicBezTo>
                  <a:pt x="1021" y="2264"/>
                  <a:pt x="1198" y="2485"/>
                  <a:pt x="1420" y="2707"/>
                </a:cubicBezTo>
                <a:cubicBezTo>
                  <a:pt x="1642" y="2885"/>
                  <a:pt x="1952" y="3107"/>
                  <a:pt x="2307" y="3107"/>
                </a:cubicBezTo>
                <a:lnTo>
                  <a:pt x="2352" y="3107"/>
                </a:lnTo>
                <a:cubicBezTo>
                  <a:pt x="2485" y="3107"/>
                  <a:pt x="2707" y="3062"/>
                  <a:pt x="2840" y="2973"/>
                </a:cubicBezTo>
                <a:cubicBezTo>
                  <a:pt x="3017" y="2885"/>
                  <a:pt x="3150" y="2707"/>
                  <a:pt x="3239" y="2530"/>
                </a:cubicBezTo>
                <a:cubicBezTo>
                  <a:pt x="3328" y="2219"/>
                  <a:pt x="3372" y="1953"/>
                  <a:pt x="3372" y="1642"/>
                </a:cubicBezTo>
                <a:cubicBezTo>
                  <a:pt x="3417" y="1066"/>
                  <a:pt x="3328" y="489"/>
                  <a:pt x="3106" y="1"/>
                </a:cubicBezTo>
                <a:close/>
              </a:path>
            </a:pathLst>
          </a:custGeom>
          <a:solidFill>
            <a:srgbClr val="B1946E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9" name="Google Shape;1329;p30">
            <a:extLst>
              <a:ext uri="{FF2B5EF4-FFF2-40B4-BE49-F238E27FC236}">
                <a16:creationId xmlns:a16="http://schemas.microsoft.com/office/drawing/2014/main" id="{707C94E5-5ADD-4473-86AE-8D3EC76571E4}"/>
              </a:ext>
            </a:extLst>
          </p:cNvPr>
          <p:cNvSpPr>
            <a:spLocks noGrp="1"/>
          </p:cNvSpPr>
          <p:nvPr/>
        </p:nvSpPr>
        <p:spPr>
          <a:xfrm>
            <a:off x="8265353" y="4329456"/>
            <a:ext cx="74350" cy="72952"/>
          </a:xfrm>
          <a:custGeom>
            <a:avLst/>
            <a:gdLst/>
            <a:ahLst/>
            <a:cxnLst/>
            <a:rect l="l" t="t" r="r" b="b"/>
            <a:pathLst>
              <a:path w="3418" h="3106">
                <a:moveTo>
                  <a:pt x="3107" y="0"/>
                </a:moveTo>
                <a:cubicBezTo>
                  <a:pt x="3107" y="577"/>
                  <a:pt x="3062" y="1109"/>
                  <a:pt x="2929" y="1642"/>
                </a:cubicBezTo>
                <a:cubicBezTo>
                  <a:pt x="2885" y="1864"/>
                  <a:pt x="2840" y="2174"/>
                  <a:pt x="2752" y="2352"/>
                </a:cubicBezTo>
                <a:cubicBezTo>
                  <a:pt x="2663" y="2529"/>
                  <a:pt x="2530" y="2573"/>
                  <a:pt x="2352" y="2573"/>
                </a:cubicBezTo>
                <a:lnTo>
                  <a:pt x="2308" y="2573"/>
                </a:lnTo>
                <a:cubicBezTo>
                  <a:pt x="1953" y="2573"/>
                  <a:pt x="1554" y="2130"/>
                  <a:pt x="1154" y="1775"/>
                </a:cubicBezTo>
                <a:cubicBezTo>
                  <a:pt x="755" y="1420"/>
                  <a:pt x="400" y="1021"/>
                  <a:pt x="1" y="621"/>
                </a:cubicBezTo>
                <a:lnTo>
                  <a:pt x="1" y="621"/>
                </a:lnTo>
                <a:cubicBezTo>
                  <a:pt x="178" y="1154"/>
                  <a:pt x="489" y="1642"/>
                  <a:pt x="844" y="2085"/>
                </a:cubicBezTo>
                <a:cubicBezTo>
                  <a:pt x="1021" y="2307"/>
                  <a:pt x="1199" y="2529"/>
                  <a:pt x="1421" y="2707"/>
                </a:cubicBezTo>
                <a:cubicBezTo>
                  <a:pt x="1642" y="2928"/>
                  <a:pt x="1953" y="3106"/>
                  <a:pt x="2308" y="3106"/>
                </a:cubicBezTo>
                <a:lnTo>
                  <a:pt x="2352" y="3106"/>
                </a:lnTo>
                <a:cubicBezTo>
                  <a:pt x="2485" y="3106"/>
                  <a:pt x="2707" y="3106"/>
                  <a:pt x="2840" y="2973"/>
                </a:cubicBezTo>
                <a:cubicBezTo>
                  <a:pt x="3018" y="2884"/>
                  <a:pt x="3151" y="2707"/>
                  <a:pt x="3240" y="2573"/>
                </a:cubicBezTo>
                <a:cubicBezTo>
                  <a:pt x="3328" y="2219"/>
                  <a:pt x="3373" y="1952"/>
                  <a:pt x="3373" y="1686"/>
                </a:cubicBezTo>
                <a:cubicBezTo>
                  <a:pt x="3417" y="1109"/>
                  <a:pt x="3328" y="533"/>
                  <a:pt x="3107" y="0"/>
                </a:cubicBezTo>
                <a:close/>
              </a:path>
            </a:pathLst>
          </a:custGeom>
          <a:solidFill>
            <a:srgbClr val="B1946E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0" name="Google Shape;1330;p30">
            <a:extLst>
              <a:ext uri="{FF2B5EF4-FFF2-40B4-BE49-F238E27FC236}">
                <a16:creationId xmlns:a16="http://schemas.microsoft.com/office/drawing/2014/main" id="{A7C74EBE-C1B4-4FDE-A13E-8C06826D618F}"/>
              </a:ext>
            </a:extLst>
          </p:cNvPr>
          <p:cNvSpPr>
            <a:spLocks noGrp="1"/>
          </p:cNvSpPr>
          <p:nvPr/>
        </p:nvSpPr>
        <p:spPr>
          <a:xfrm>
            <a:off x="8041454" y="4328399"/>
            <a:ext cx="74328" cy="72975"/>
          </a:xfrm>
          <a:custGeom>
            <a:avLst/>
            <a:gdLst/>
            <a:ahLst/>
            <a:cxnLst/>
            <a:rect l="l" t="t" r="r" b="b"/>
            <a:pathLst>
              <a:path w="3417" h="3107">
                <a:moveTo>
                  <a:pt x="3106" y="1"/>
                </a:moveTo>
                <a:cubicBezTo>
                  <a:pt x="3106" y="533"/>
                  <a:pt x="3062" y="1066"/>
                  <a:pt x="2973" y="1598"/>
                </a:cubicBezTo>
                <a:cubicBezTo>
                  <a:pt x="2929" y="1864"/>
                  <a:pt x="2884" y="2130"/>
                  <a:pt x="2751" y="2308"/>
                </a:cubicBezTo>
                <a:cubicBezTo>
                  <a:pt x="2663" y="2485"/>
                  <a:pt x="2574" y="2530"/>
                  <a:pt x="2352" y="2530"/>
                </a:cubicBezTo>
                <a:cubicBezTo>
                  <a:pt x="1953" y="2530"/>
                  <a:pt x="1553" y="2130"/>
                  <a:pt x="1199" y="1775"/>
                </a:cubicBezTo>
                <a:cubicBezTo>
                  <a:pt x="799" y="1376"/>
                  <a:pt x="400" y="977"/>
                  <a:pt x="1" y="578"/>
                </a:cubicBezTo>
                <a:lnTo>
                  <a:pt x="1" y="578"/>
                </a:lnTo>
                <a:cubicBezTo>
                  <a:pt x="222" y="1110"/>
                  <a:pt x="533" y="1598"/>
                  <a:pt x="844" y="2042"/>
                </a:cubicBezTo>
                <a:cubicBezTo>
                  <a:pt x="1021" y="2264"/>
                  <a:pt x="1199" y="2485"/>
                  <a:pt x="1420" y="2707"/>
                </a:cubicBezTo>
                <a:cubicBezTo>
                  <a:pt x="1642" y="2885"/>
                  <a:pt x="1953" y="3107"/>
                  <a:pt x="2352" y="3107"/>
                </a:cubicBezTo>
                <a:cubicBezTo>
                  <a:pt x="2530" y="3107"/>
                  <a:pt x="2707" y="3062"/>
                  <a:pt x="2884" y="2973"/>
                </a:cubicBezTo>
                <a:cubicBezTo>
                  <a:pt x="3062" y="2885"/>
                  <a:pt x="3195" y="2707"/>
                  <a:pt x="3239" y="2530"/>
                </a:cubicBezTo>
                <a:cubicBezTo>
                  <a:pt x="3373" y="2219"/>
                  <a:pt x="3373" y="1953"/>
                  <a:pt x="3417" y="1642"/>
                </a:cubicBezTo>
                <a:cubicBezTo>
                  <a:pt x="3417" y="1066"/>
                  <a:pt x="3328" y="489"/>
                  <a:pt x="3106" y="1"/>
                </a:cubicBezTo>
                <a:close/>
              </a:path>
            </a:pathLst>
          </a:custGeom>
          <a:solidFill>
            <a:srgbClr val="B1946E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1" name="Google Shape;1331;p30">
            <a:extLst>
              <a:ext uri="{FF2B5EF4-FFF2-40B4-BE49-F238E27FC236}">
                <a16:creationId xmlns:a16="http://schemas.microsoft.com/office/drawing/2014/main" id="{68BABDB8-A300-4624-88C9-03F65F737033}"/>
              </a:ext>
            </a:extLst>
          </p:cNvPr>
          <p:cNvSpPr>
            <a:spLocks noGrp="1"/>
          </p:cNvSpPr>
          <p:nvPr/>
        </p:nvSpPr>
        <p:spPr>
          <a:xfrm>
            <a:off x="8147628" y="4236704"/>
            <a:ext cx="75285" cy="74009"/>
          </a:xfrm>
          <a:custGeom>
            <a:avLst/>
            <a:gdLst/>
            <a:ahLst/>
            <a:cxnLst/>
            <a:rect l="l" t="t" r="r" b="b"/>
            <a:pathLst>
              <a:path w="3461" h="3151">
                <a:moveTo>
                  <a:pt x="3106" y="0"/>
                </a:moveTo>
                <a:cubicBezTo>
                  <a:pt x="3106" y="577"/>
                  <a:pt x="3106" y="1110"/>
                  <a:pt x="2973" y="1642"/>
                </a:cubicBezTo>
                <a:cubicBezTo>
                  <a:pt x="2928" y="1908"/>
                  <a:pt x="2884" y="2174"/>
                  <a:pt x="2795" y="2352"/>
                </a:cubicBezTo>
                <a:cubicBezTo>
                  <a:pt x="2706" y="2529"/>
                  <a:pt x="2573" y="2574"/>
                  <a:pt x="2396" y="2574"/>
                </a:cubicBezTo>
                <a:lnTo>
                  <a:pt x="2352" y="2574"/>
                </a:lnTo>
                <a:cubicBezTo>
                  <a:pt x="1952" y="2574"/>
                  <a:pt x="1597" y="2174"/>
                  <a:pt x="1198" y="1819"/>
                </a:cubicBezTo>
                <a:cubicBezTo>
                  <a:pt x="799" y="1420"/>
                  <a:pt x="399" y="1021"/>
                  <a:pt x="0" y="622"/>
                </a:cubicBezTo>
                <a:lnTo>
                  <a:pt x="0" y="622"/>
                </a:lnTo>
                <a:cubicBezTo>
                  <a:pt x="222" y="1154"/>
                  <a:pt x="532" y="1642"/>
                  <a:pt x="887" y="2086"/>
                </a:cubicBezTo>
                <a:cubicBezTo>
                  <a:pt x="1020" y="2308"/>
                  <a:pt x="1198" y="2529"/>
                  <a:pt x="1420" y="2751"/>
                </a:cubicBezTo>
                <a:cubicBezTo>
                  <a:pt x="1642" y="2929"/>
                  <a:pt x="1952" y="3150"/>
                  <a:pt x="2352" y="3150"/>
                </a:cubicBezTo>
                <a:cubicBezTo>
                  <a:pt x="2529" y="3150"/>
                  <a:pt x="2706" y="3106"/>
                  <a:pt x="2884" y="3017"/>
                </a:cubicBezTo>
                <a:cubicBezTo>
                  <a:pt x="3061" y="2929"/>
                  <a:pt x="3195" y="2751"/>
                  <a:pt x="3239" y="2574"/>
                </a:cubicBezTo>
                <a:cubicBezTo>
                  <a:pt x="3372" y="2263"/>
                  <a:pt x="3416" y="1997"/>
                  <a:pt x="3416" y="1686"/>
                </a:cubicBezTo>
                <a:cubicBezTo>
                  <a:pt x="3461" y="1110"/>
                  <a:pt x="3372" y="533"/>
                  <a:pt x="3106" y="0"/>
                </a:cubicBezTo>
                <a:close/>
              </a:path>
            </a:pathLst>
          </a:custGeom>
          <a:solidFill>
            <a:srgbClr val="B1946E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2" name="Google Shape;1332;p30">
            <a:extLst>
              <a:ext uri="{FF2B5EF4-FFF2-40B4-BE49-F238E27FC236}">
                <a16:creationId xmlns:a16="http://schemas.microsoft.com/office/drawing/2014/main" id="{2492768D-059D-4D5C-9BBF-2E635577B2B6}"/>
              </a:ext>
            </a:extLst>
          </p:cNvPr>
          <p:cNvSpPr>
            <a:spLocks noGrp="1"/>
          </p:cNvSpPr>
          <p:nvPr/>
        </p:nvSpPr>
        <p:spPr>
          <a:xfrm>
            <a:off x="8266332" y="4119995"/>
            <a:ext cx="74328" cy="74009"/>
          </a:xfrm>
          <a:custGeom>
            <a:avLst/>
            <a:gdLst/>
            <a:ahLst/>
            <a:cxnLst/>
            <a:rect l="l" t="t" r="r" b="b"/>
            <a:pathLst>
              <a:path w="3417" h="3151">
                <a:moveTo>
                  <a:pt x="3106" y="0"/>
                </a:moveTo>
                <a:cubicBezTo>
                  <a:pt x="3106" y="577"/>
                  <a:pt x="3062" y="1109"/>
                  <a:pt x="2973" y="1642"/>
                </a:cubicBezTo>
                <a:cubicBezTo>
                  <a:pt x="2884" y="1908"/>
                  <a:pt x="2840" y="2174"/>
                  <a:pt x="2751" y="2352"/>
                </a:cubicBezTo>
                <a:cubicBezTo>
                  <a:pt x="2662" y="2529"/>
                  <a:pt x="2529" y="2573"/>
                  <a:pt x="2352" y="2573"/>
                </a:cubicBezTo>
                <a:lnTo>
                  <a:pt x="2307" y="2573"/>
                </a:lnTo>
                <a:cubicBezTo>
                  <a:pt x="1952" y="2573"/>
                  <a:pt x="1553" y="2174"/>
                  <a:pt x="1154" y="1819"/>
                </a:cubicBezTo>
                <a:cubicBezTo>
                  <a:pt x="755" y="1420"/>
                  <a:pt x="400" y="1021"/>
                  <a:pt x="0" y="621"/>
                </a:cubicBezTo>
                <a:lnTo>
                  <a:pt x="0" y="621"/>
                </a:lnTo>
                <a:cubicBezTo>
                  <a:pt x="178" y="1154"/>
                  <a:pt x="488" y="1642"/>
                  <a:pt x="843" y="2085"/>
                </a:cubicBezTo>
                <a:cubicBezTo>
                  <a:pt x="1021" y="2307"/>
                  <a:pt x="1198" y="2529"/>
                  <a:pt x="1420" y="2751"/>
                </a:cubicBezTo>
                <a:cubicBezTo>
                  <a:pt x="1642" y="2928"/>
                  <a:pt x="1952" y="3106"/>
                  <a:pt x="2307" y="3150"/>
                </a:cubicBezTo>
                <a:lnTo>
                  <a:pt x="2352" y="3150"/>
                </a:lnTo>
                <a:cubicBezTo>
                  <a:pt x="2529" y="3150"/>
                  <a:pt x="2707" y="3106"/>
                  <a:pt x="2840" y="3017"/>
                </a:cubicBezTo>
                <a:cubicBezTo>
                  <a:pt x="3017" y="2884"/>
                  <a:pt x="3150" y="2751"/>
                  <a:pt x="3239" y="2573"/>
                </a:cubicBezTo>
                <a:cubicBezTo>
                  <a:pt x="3372" y="2263"/>
                  <a:pt x="3372" y="1997"/>
                  <a:pt x="3372" y="1686"/>
                </a:cubicBezTo>
                <a:cubicBezTo>
                  <a:pt x="3417" y="1109"/>
                  <a:pt x="3328" y="533"/>
                  <a:pt x="3106" y="0"/>
                </a:cubicBezTo>
                <a:close/>
              </a:path>
            </a:pathLst>
          </a:custGeom>
          <a:solidFill>
            <a:srgbClr val="B1946E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3" name="Google Shape;1333;p30">
            <a:extLst>
              <a:ext uri="{FF2B5EF4-FFF2-40B4-BE49-F238E27FC236}">
                <a16:creationId xmlns:a16="http://schemas.microsoft.com/office/drawing/2014/main" id="{E289AB29-9E96-4688-9681-45DEB4896351}"/>
              </a:ext>
            </a:extLst>
          </p:cNvPr>
          <p:cNvSpPr>
            <a:spLocks noGrp="1"/>
          </p:cNvSpPr>
          <p:nvPr/>
        </p:nvSpPr>
        <p:spPr>
          <a:xfrm>
            <a:off x="8334852" y="4438861"/>
            <a:ext cx="74328" cy="74009"/>
          </a:xfrm>
          <a:custGeom>
            <a:avLst/>
            <a:gdLst/>
            <a:ahLst/>
            <a:cxnLst/>
            <a:rect l="l" t="t" r="r" b="b"/>
            <a:pathLst>
              <a:path w="3417" h="3151">
                <a:moveTo>
                  <a:pt x="3106" y="1"/>
                </a:moveTo>
                <a:cubicBezTo>
                  <a:pt x="3106" y="578"/>
                  <a:pt x="3062" y="1110"/>
                  <a:pt x="2973" y="1642"/>
                </a:cubicBezTo>
                <a:cubicBezTo>
                  <a:pt x="2929" y="1864"/>
                  <a:pt x="2884" y="2175"/>
                  <a:pt x="2751" y="2352"/>
                </a:cubicBezTo>
                <a:cubicBezTo>
                  <a:pt x="2662" y="2530"/>
                  <a:pt x="2574" y="2574"/>
                  <a:pt x="2352" y="2574"/>
                </a:cubicBezTo>
                <a:cubicBezTo>
                  <a:pt x="1953" y="2574"/>
                  <a:pt x="1553" y="2175"/>
                  <a:pt x="1198" y="1775"/>
                </a:cubicBezTo>
                <a:cubicBezTo>
                  <a:pt x="799" y="1421"/>
                  <a:pt x="400" y="1021"/>
                  <a:pt x="0" y="622"/>
                </a:cubicBezTo>
                <a:lnTo>
                  <a:pt x="0" y="622"/>
                </a:lnTo>
                <a:cubicBezTo>
                  <a:pt x="222" y="1154"/>
                  <a:pt x="488" y="1642"/>
                  <a:pt x="843" y="2086"/>
                </a:cubicBezTo>
                <a:cubicBezTo>
                  <a:pt x="1021" y="2308"/>
                  <a:pt x="1198" y="2530"/>
                  <a:pt x="1420" y="2707"/>
                </a:cubicBezTo>
                <a:cubicBezTo>
                  <a:pt x="1642" y="2929"/>
                  <a:pt x="1953" y="3107"/>
                  <a:pt x="2352" y="3151"/>
                </a:cubicBezTo>
                <a:cubicBezTo>
                  <a:pt x="2529" y="3151"/>
                  <a:pt x="2707" y="3107"/>
                  <a:pt x="2884" y="3018"/>
                </a:cubicBezTo>
                <a:cubicBezTo>
                  <a:pt x="3062" y="2885"/>
                  <a:pt x="3195" y="2752"/>
                  <a:pt x="3239" y="2574"/>
                </a:cubicBezTo>
                <a:cubicBezTo>
                  <a:pt x="3372" y="2264"/>
                  <a:pt x="3372" y="1953"/>
                  <a:pt x="3417" y="1687"/>
                </a:cubicBezTo>
                <a:cubicBezTo>
                  <a:pt x="3417" y="1110"/>
                  <a:pt x="3328" y="533"/>
                  <a:pt x="3106" y="1"/>
                </a:cubicBezTo>
                <a:close/>
              </a:path>
            </a:pathLst>
          </a:custGeom>
          <a:solidFill>
            <a:srgbClr val="B1946E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4" name="Google Shape;1334;p30">
            <a:extLst>
              <a:ext uri="{FF2B5EF4-FFF2-40B4-BE49-F238E27FC236}">
                <a16:creationId xmlns:a16="http://schemas.microsoft.com/office/drawing/2014/main" id="{6A8A6BB6-7E2D-45A8-8207-DD930AC04EDC}"/>
              </a:ext>
            </a:extLst>
          </p:cNvPr>
          <p:cNvSpPr>
            <a:spLocks noGrp="1"/>
          </p:cNvSpPr>
          <p:nvPr/>
        </p:nvSpPr>
        <p:spPr>
          <a:xfrm>
            <a:off x="8334852" y="4673337"/>
            <a:ext cx="74328" cy="72975"/>
          </a:xfrm>
          <a:custGeom>
            <a:avLst/>
            <a:gdLst/>
            <a:ahLst/>
            <a:cxnLst/>
            <a:rect l="l" t="t" r="r" b="b"/>
            <a:pathLst>
              <a:path w="3417" h="3107">
                <a:moveTo>
                  <a:pt x="3106" y="1"/>
                </a:moveTo>
                <a:cubicBezTo>
                  <a:pt x="3106" y="533"/>
                  <a:pt x="3062" y="1065"/>
                  <a:pt x="2973" y="1598"/>
                </a:cubicBezTo>
                <a:cubicBezTo>
                  <a:pt x="2929" y="1864"/>
                  <a:pt x="2884" y="2130"/>
                  <a:pt x="2751" y="2308"/>
                </a:cubicBezTo>
                <a:cubicBezTo>
                  <a:pt x="2662" y="2485"/>
                  <a:pt x="2574" y="2574"/>
                  <a:pt x="2352" y="2574"/>
                </a:cubicBezTo>
                <a:cubicBezTo>
                  <a:pt x="1953" y="2574"/>
                  <a:pt x="1553" y="2130"/>
                  <a:pt x="1198" y="1775"/>
                </a:cubicBezTo>
                <a:cubicBezTo>
                  <a:pt x="799" y="1376"/>
                  <a:pt x="400" y="1021"/>
                  <a:pt x="0" y="622"/>
                </a:cubicBezTo>
                <a:lnTo>
                  <a:pt x="0" y="622"/>
                </a:lnTo>
                <a:cubicBezTo>
                  <a:pt x="222" y="1110"/>
                  <a:pt x="488" y="1598"/>
                  <a:pt x="843" y="2041"/>
                </a:cubicBezTo>
                <a:cubicBezTo>
                  <a:pt x="1021" y="2263"/>
                  <a:pt x="1198" y="2485"/>
                  <a:pt x="1420" y="2707"/>
                </a:cubicBezTo>
                <a:cubicBezTo>
                  <a:pt x="1642" y="2884"/>
                  <a:pt x="1953" y="3106"/>
                  <a:pt x="2352" y="3106"/>
                </a:cubicBezTo>
                <a:cubicBezTo>
                  <a:pt x="2529" y="3106"/>
                  <a:pt x="2707" y="3062"/>
                  <a:pt x="2884" y="2973"/>
                </a:cubicBezTo>
                <a:cubicBezTo>
                  <a:pt x="3062" y="2884"/>
                  <a:pt x="3195" y="2707"/>
                  <a:pt x="3239" y="2530"/>
                </a:cubicBezTo>
                <a:cubicBezTo>
                  <a:pt x="3372" y="2219"/>
                  <a:pt x="3372" y="1953"/>
                  <a:pt x="3417" y="1642"/>
                </a:cubicBezTo>
                <a:cubicBezTo>
                  <a:pt x="3417" y="1065"/>
                  <a:pt x="3328" y="489"/>
                  <a:pt x="3106" y="1"/>
                </a:cubicBezTo>
                <a:close/>
              </a:path>
            </a:pathLst>
          </a:custGeom>
          <a:solidFill>
            <a:srgbClr val="B1946E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5" name="Google Shape;1335;p30">
            <a:extLst>
              <a:ext uri="{FF2B5EF4-FFF2-40B4-BE49-F238E27FC236}">
                <a16:creationId xmlns:a16="http://schemas.microsoft.com/office/drawing/2014/main" id="{F83AAA8F-CCF7-40CB-83AE-53953F1288CC}"/>
              </a:ext>
            </a:extLst>
          </p:cNvPr>
          <p:cNvSpPr>
            <a:spLocks noGrp="1"/>
          </p:cNvSpPr>
          <p:nvPr/>
        </p:nvSpPr>
        <p:spPr>
          <a:xfrm>
            <a:off x="7999951" y="4195014"/>
            <a:ext cx="75307" cy="72975"/>
          </a:xfrm>
          <a:custGeom>
            <a:avLst/>
            <a:gdLst/>
            <a:ahLst/>
            <a:cxnLst/>
            <a:rect l="l" t="t" r="r" b="b"/>
            <a:pathLst>
              <a:path w="3462" h="3107">
                <a:moveTo>
                  <a:pt x="3151" y="1"/>
                </a:moveTo>
                <a:cubicBezTo>
                  <a:pt x="3107" y="533"/>
                  <a:pt x="3107" y="1065"/>
                  <a:pt x="2973" y="1598"/>
                </a:cubicBezTo>
                <a:cubicBezTo>
                  <a:pt x="2929" y="1864"/>
                  <a:pt x="2885" y="2130"/>
                  <a:pt x="2796" y="2308"/>
                </a:cubicBezTo>
                <a:cubicBezTo>
                  <a:pt x="2707" y="2485"/>
                  <a:pt x="2574" y="2574"/>
                  <a:pt x="2397" y="2574"/>
                </a:cubicBezTo>
                <a:lnTo>
                  <a:pt x="2352" y="2574"/>
                </a:lnTo>
                <a:cubicBezTo>
                  <a:pt x="1953" y="2574"/>
                  <a:pt x="1598" y="2130"/>
                  <a:pt x="1199" y="1775"/>
                </a:cubicBezTo>
                <a:cubicBezTo>
                  <a:pt x="799" y="1376"/>
                  <a:pt x="400" y="1021"/>
                  <a:pt x="1" y="622"/>
                </a:cubicBezTo>
                <a:lnTo>
                  <a:pt x="1" y="622"/>
                </a:lnTo>
                <a:cubicBezTo>
                  <a:pt x="223" y="1110"/>
                  <a:pt x="533" y="1598"/>
                  <a:pt x="888" y="2042"/>
                </a:cubicBezTo>
                <a:cubicBezTo>
                  <a:pt x="1021" y="2308"/>
                  <a:pt x="1199" y="2485"/>
                  <a:pt x="1421" y="2707"/>
                </a:cubicBezTo>
                <a:cubicBezTo>
                  <a:pt x="1642" y="2885"/>
                  <a:pt x="1997" y="3106"/>
                  <a:pt x="2352" y="3106"/>
                </a:cubicBezTo>
                <a:cubicBezTo>
                  <a:pt x="2530" y="3106"/>
                  <a:pt x="2707" y="3062"/>
                  <a:pt x="2885" y="2973"/>
                </a:cubicBezTo>
                <a:cubicBezTo>
                  <a:pt x="3062" y="2885"/>
                  <a:pt x="3195" y="2707"/>
                  <a:pt x="3240" y="2530"/>
                </a:cubicBezTo>
                <a:cubicBezTo>
                  <a:pt x="3373" y="2219"/>
                  <a:pt x="3417" y="1953"/>
                  <a:pt x="3417" y="1642"/>
                </a:cubicBezTo>
                <a:cubicBezTo>
                  <a:pt x="3461" y="1065"/>
                  <a:pt x="3373" y="489"/>
                  <a:pt x="3151" y="1"/>
                </a:cubicBezTo>
                <a:close/>
              </a:path>
            </a:pathLst>
          </a:custGeom>
          <a:solidFill>
            <a:srgbClr val="B1946E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6" name="Google Shape;1336;p30">
            <a:extLst>
              <a:ext uri="{FF2B5EF4-FFF2-40B4-BE49-F238E27FC236}">
                <a16:creationId xmlns:a16="http://schemas.microsoft.com/office/drawing/2014/main" id="{4E00729F-55BC-4599-BE8E-EF571E3C3506}"/>
              </a:ext>
            </a:extLst>
          </p:cNvPr>
          <p:cNvSpPr>
            <a:spLocks noGrp="1"/>
          </p:cNvSpPr>
          <p:nvPr/>
        </p:nvSpPr>
        <p:spPr>
          <a:xfrm>
            <a:off x="8110954" y="4539951"/>
            <a:ext cx="74328" cy="74009"/>
          </a:xfrm>
          <a:custGeom>
            <a:avLst/>
            <a:gdLst/>
            <a:ahLst/>
            <a:cxnLst/>
            <a:rect l="l" t="t" r="r" b="b"/>
            <a:pathLst>
              <a:path w="3417" h="3151">
                <a:moveTo>
                  <a:pt x="3106" y="0"/>
                </a:moveTo>
                <a:cubicBezTo>
                  <a:pt x="3106" y="577"/>
                  <a:pt x="3061" y="1110"/>
                  <a:pt x="2973" y="1642"/>
                </a:cubicBezTo>
                <a:cubicBezTo>
                  <a:pt x="2928" y="1908"/>
                  <a:pt x="2840" y="2174"/>
                  <a:pt x="2751" y="2352"/>
                </a:cubicBezTo>
                <a:cubicBezTo>
                  <a:pt x="2662" y="2529"/>
                  <a:pt x="2573" y="2574"/>
                  <a:pt x="2352" y="2574"/>
                </a:cubicBezTo>
                <a:cubicBezTo>
                  <a:pt x="1952" y="2574"/>
                  <a:pt x="1553" y="2174"/>
                  <a:pt x="1154" y="1820"/>
                </a:cubicBezTo>
                <a:cubicBezTo>
                  <a:pt x="799" y="1420"/>
                  <a:pt x="399" y="1021"/>
                  <a:pt x="0" y="622"/>
                </a:cubicBezTo>
                <a:lnTo>
                  <a:pt x="0" y="622"/>
                </a:lnTo>
                <a:cubicBezTo>
                  <a:pt x="222" y="1154"/>
                  <a:pt x="488" y="1642"/>
                  <a:pt x="843" y="2086"/>
                </a:cubicBezTo>
                <a:cubicBezTo>
                  <a:pt x="1021" y="2308"/>
                  <a:pt x="1198" y="2529"/>
                  <a:pt x="1420" y="2751"/>
                </a:cubicBezTo>
                <a:cubicBezTo>
                  <a:pt x="1642" y="2929"/>
                  <a:pt x="1952" y="3151"/>
                  <a:pt x="2307" y="3151"/>
                </a:cubicBezTo>
                <a:lnTo>
                  <a:pt x="2352" y="3151"/>
                </a:lnTo>
                <a:cubicBezTo>
                  <a:pt x="2529" y="3151"/>
                  <a:pt x="2706" y="3106"/>
                  <a:pt x="2884" y="3017"/>
                </a:cubicBezTo>
                <a:cubicBezTo>
                  <a:pt x="3061" y="2929"/>
                  <a:pt x="3195" y="2751"/>
                  <a:pt x="3239" y="2574"/>
                </a:cubicBezTo>
                <a:cubicBezTo>
                  <a:pt x="3372" y="2263"/>
                  <a:pt x="3372" y="1997"/>
                  <a:pt x="3416" y="1686"/>
                </a:cubicBezTo>
                <a:cubicBezTo>
                  <a:pt x="3416" y="1110"/>
                  <a:pt x="3328" y="533"/>
                  <a:pt x="3106" y="0"/>
                </a:cubicBezTo>
                <a:close/>
              </a:path>
            </a:pathLst>
          </a:custGeom>
          <a:solidFill>
            <a:srgbClr val="B1946E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7" name="Google Shape;1337;p30">
            <a:extLst>
              <a:ext uri="{FF2B5EF4-FFF2-40B4-BE49-F238E27FC236}">
                <a16:creationId xmlns:a16="http://schemas.microsoft.com/office/drawing/2014/main" id="{B521D0EE-233A-4989-952B-868A7D845AC9}"/>
              </a:ext>
            </a:extLst>
          </p:cNvPr>
          <p:cNvSpPr>
            <a:spLocks noGrp="1"/>
          </p:cNvSpPr>
          <p:nvPr/>
        </p:nvSpPr>
        <p:spPr>
          <a:xfrm>
            <a:off x="8094530" y="3584362"/>
            <a:ext cx="36696" cy="118799"/>
          </a:xfrm>
          <a:custGeom>
            <a:avLst/>
            <a:gdLst/>
            <a:ahLst/>
            <a:cxnLst/>
            <a:rect l="l" t="t" r="r" b="b"/>
            <a:pathLst>
              <a:path w="1687" h="5058">
                <a:moveTo>
                  <a:pt x="844" y="0"/>
                </a:moveTo>
                <a:cubicBezTo>
                  <a:pt x="400" y="0"/>
                  <a:pt x="1" y="1154"/>
                  <a:pt x="1" y="2529"/>
                </a:cubicBezTo>
                <a:cubicBezTo>
                  <a:pt x="1" y="3949"/>
                  <a:pt x="400" y="5058"/>
                  <a:pt x="844" y="5058"/>
                </a:cubicBezTo>
                <a:cubicBezTo>
                  <a:pt x="1332" y="5058"/>
                  <a:pt x="1687" y="3949"/>
                  <a:pt x="1687" y="2529"/>
                </a:cubicBezTo>
                <a:cubicBezTo>
                  <a:pt x="1687" y="1154"/>
                  <a:pt x="1332" y="0"/>
                  <a:pt x="844" y="0"/>
                </a:cubicBezTo>
                <a:close/>
              </a:path>
            </a:pathLst>
          </a:custGeom>
          <a:solidFill>
            <a:srgbClr val="40403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8" name="Google Shape;1338;p30">
            <a:extLst>
              <a:ext uri="{FF2B5EF4-FFF2-40B4-BE49-F238E27FC236}">
                <a16:creationId xmlns:a16="http://schemas.microsoft.com/office/drawing/2014/main" id="{C09FCBF5-53B8-458E-BD7D-2AF2604978C3}"/>
              </a:ext>
            </a:extLst>
          </p:cNvPr>
          <p:cNvSpPr>
            <a:spLocks noGrp="1"/>
          </p:cNvSpPr>
          <p:nvPr/>
        </p:nvSpPr>
        <p:spPr>
          <a:xfrm>
            <a:off x="8595425" y="3584362"/>
            <a:ext cx="36696" cy="118799"/>
          </a:xfrm>
          <a:custGeom>
            <a:avLst/>
            <a:gdLst/>
            <a:ahLst/>
            <a:cxnLst/>
            <a:rect l="l" t="t" r="r" b="b"/>
            <a:pathLst>
              <a:path w="1687" h="5058">
                <a:moveTo>
                  <a:pt x="844" y="0"/>
                </a:moveTo>
                <a:cubicBezTo>
                  <a:pt x="400" y="0"/>
                  <a:pt x="1" y="1154"/>
                  <a:pt x="1" y="2529"/>
                </a:cubicBezTo>
                <a:cubicBezTo>
                  <a:pt x="1" y="3949"/>
                  <a:pt x="400" y="5058"/>
                  <a:pt x="844" y="5058"/>
                </a:cubicBezTo>
                <a:cubicBezTo>
                  <a:pt x="1332" y="5058"/>
                  <a:pt x="1687" y="3949"/>
                  <a:pt x="1687" y="2529"/>
                </a:cubicBezTo>
                <a:cubicBezTo>
                  <a:pt x="1687" y="1154"/>
                  <a:pt x="1332" y="0"/>
                  <a:pt x="844" y="0"/>
                </a:cubicBezTo>
                <a:close/>
              </a:path>
            </a:pathLst>
          </a:custGeom>
          <a:solidFill>
            <a:srgbClr val="40403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9" name="Google Shape;1339;p30">
            <a:extLst>
              <a:ext uri="{FF2B5EF4-FFF2-40B4-BE49-F238E27FC236}">
                <a16:creationId xmlns:a16="http://schemas.microsoft.com/office/drawing/2014/main" id="{632E549C-DB25-459A-98D9-DC0C36878504}"/>
              </a:ext>
            </a:extLst>
          </p:cNvPr>
          <p:cNvSpPr>
            <a:spLocks noGrp="1"/>
          </p:cNvSpPr>
          <p:nvPr/>
        </p:nvSpPr>
        <p:spPr>
          <a:xfrm>
            <a:off x="8303006" y="3782338"/>
            <a:ext cx="97494" cy="105294"/>
          </a:xfrm>
          <a:custGeom>
            <a:avLst/>
            <a:gdLst/>
            <a:ahLst/>
            <a:cxnLst/>
            <a:rect l="l" t="t" r="r" b="b"/>
            <a:pathLst>
              <a:path w="4482" h="4483">
                <a:moveTo>
                  <a:pt x="0" y="1"/>
                </a:moveTo>
                <a:lnTo>
                  <a:pt x="1686" y="4482"/>
                </a:lnTo>
                <a:lnTo>
                  <a:pt x="4481" y="1"/>
                </a:lnTo>
                <a:close/>
              </a:path>
            </a:pathLst>
          </a:custGeom>
          <a:solidFill>
            <a:srgbClr val="3D3E3D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0" name="Google Shape;1340;p30">
            <a:extLst>
              <a:ext uri="{FF2B5EF4-FFF2-40B4-BE49-F238E27FC236}">
                <a16:creationId xmlns:a16="http://schemas.microsoft.com/office/drawing/2014/main" id="{0C3CD03A-6094-4F00-B481-AC96DE6A7D63}"/>
              </a:ext>
            </a:extLst>
          </p:cNvPr>
          <p:cNvSpPr>
            <a:spLocks noGrp="1"/>
          </p:cNvSpPr>
          <p:nvPr/>
        </p:nvSpPr>
        <p:spPr>
          <a:xfrm>
            <a:off x="8033254" y="3131077"/>
            <a:ext cx="150092" cy="153185"/>
          </a:xfrm>
          <a:custGeom>
            <a:avLst/>
            <a:gdLst/>
            <a:ahLst/>
            <a:cxnLst/>
            <a:rect l="l" t="t" r="r" b="b"/>
            <a:pathLst>
              <a:path w="6900" h="6522">
                <a:moveTo>
                  <a:pt x="1457" y="0"/>
                </a:moveTo>
                <a:cubicBezTo>
                  <a:pt x="305" y="0"/>
                  <a:pt x="1" y="4885"/>
                  <a:pt x="5746" y="6521"/>
                </a:cubicBezTo>
                <a:cubicBezTo>
                  <a:pt x="6101" y="6388"/>
                  <a:pt x="6500" y="6299"/>
                  <a:pt x="6900" y="6166"/>
                </a:cubicBezTo>
                <a:cubicBezTo>
                  <a:pt x="5613" y="5101"/>
                  <a:pt x="3439" y="3060"/>
                  <a:pt x="2285" y="798"/>
                </a:cubicBezTo>
                <a:cubicBezTo>
                  <a:pt x="2005" y="237"/>
                  <a:pt x="1710" y="0"/>
                  <a:pt x="1457" y="0"/>
                </a:cubicBezTo>
                <a:close/>
              </a:path>
            </a:pathLst>
          </a:custGeom>
          <a:solidFill>
            <a:srgbClr val="7C674C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1" name="Google Shape;1341;p30">
            <a:extLst>
              <a:ext uri="{FF2B5EF4-FFF2-40B4-BE49-F238E27FC236}">
                <a16:creationId xmlns:a16="http://schemas.microsoft.com/office/drawing/2014/main" id="{15BA750F-2C50-4DDF-93ED-357BE37A8B28}"/>
              </a:ext>
            </a:extLst>
          </p:cNvPr>
          <p:cNvSpPr>
            <a:spLocks noGrp="1"/>
          </p:cNvSpPr>
          <p:nvPr/>
        </p:nvSpPr>
        <p:spPr>
          <a:xfrm>
            <a:off x="8158244" y="3275901"/>
            <a:ext cx="46332" cy="18766"/>
          </a:xfrm>
          <a:custGeom>
            <a:avLst/>
            <a:gdLst/>
            <a:ahLst/>
            <a:cxnLst/>
            <a:rect l="l" t="t" r="r" b="b"/>
            <a:pathLst>
              <a:path w="2130" h="799">
                <a:moveTo>
                  <a:pt x="1154" y="0"/>
                </a:moveTo>
                <a:cubicBezTo>
                  <a:pt x="754" y="133"/>
                  <a:pt x="355" y="222"/>
                  <a:pt x="0" y="355"/>
                </a:cubicBezTo>
                <a:cubicBezTo>
                  <a:pt x="621" y="577"/>
                  <a:pt x="1331" y="710"/>
                  <a:pt x="2130" y="799"/>
                </a:cubicBezTo>
                <a:cubicBezTo>
                  <a:pt x="2130" y="799"/>
                  <a:pt x="1730" y="488"/>
                  <a:pt x="1154" y="0"/>
                </a:cubicBezTo>
                <a:close/>
              </a:path>
            </a:pathLst>
          </a:custGeom>
          <a:solidFill>
            <a:srgbClr val="7C674C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2" name="Google Shape;1342;p30">
            <a:extLst>
              <a:ext uri="{FF2B5EF4-FFF2-40B4-BE49-F238E27FC236}">
                <a16:creationId xmlns:a16="http://schemas.microsoft.com/office/drawing/2014/main" id="{D79CFAAD-63B5-42C2-8A45-2E1A349191F4}"/>
              </a:ext>
            </a:extLst>
          </p:cNvPr>
          <p:cNvSpPr>
            <a:spLocks noGrp="1"/>
          </p:cNvSpPr>
          <p:nvPr/>
        </p:nvSpPr>
        <p:spPr>
          <a:xfrm>
            <a:off x="8011327" y="3222209"/>
            <a:ext cx="145002" cy="77696"/>
          </a:xfrm>
          <a:custGeom>
            <a:avLst/>
            <a:gdLst/>
            <a:ahLst/>
            <a:cxnLst/>
            <a:rect l="l" t="t" r="r" b="b"/>
            <a:pathLst>
              <a:path w="6666" h="3308">
                <a:moveTo>
                  <a:pt x="976" y="0"/>
                </a:moveTo>
                <a:cubicBezTo>
                  <a:pt x="1" y="0"/>
                  <a:pt x="944" y="3308"/>
                  <a:pt x="4847" y="3308"/>
                </a:cubicBezTo>
                <a:cubicBezTo>
                  <a:pt x="4891" y="3308"/>
                  <a:pt x="4935" y="3307"/>
                  <a:pt x="4979" y="3307"/>
                </a:cubicBezTo>
                <a:cubicBezTo>
                  <a:pt x="5512" y="3085"/>
                  <a:pt x="6089" y="2863"/>
                  <a:pt x="6665" y="2685"/>
                </a:cubicBezTo>
                <a:cubicBezTo>
                  <a:pt x="5512" y="2330"/>
                  <a:pt x="3249" y="1621"/>
                  <a:pt x="1652" y="334"/>
                </a:cubicBezTo>
                <a:cubicBezTo>
                  <a:pt x="1372" y="100"/>
                  <a:pt x="1145" y="0"/>
                  <a:pt x="976" y="0"/>
                </a:cubicBezTo>
                <a:close/>
              </a:path>
            </a:pathLst>
          </a:custGeom>
          <a:solidFill>
            <a:srgbClr val="7C674C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3" name="Google Shape;1343;p30">
            <a:extLst>
              <a:ext uri="{FF2B5EF4-FFF2-40B4-BE49-F238E27FC236}">
                <a16:creationId xmlns:a16="http://schemas.microsoft.com/office/drawing/2014/main" id="{3380E087-C88B-4BEE-AB2A-B14582B4B4E6}"/>
              </a:ext>
            </a:extLst>
          </p:cNvPr>
          <p:cNvSpPr>
            <a:spLocks noGrp="1"/>
          </p:cNvSpPr>
          <p:nvPr/>
        </p:nvSpPr>
        <p:spPr>
          <a:xfrm>
            <a:off x="8119633" y="3285273"/>
            <a:ext cx="55033" cy="14609"/>
          </a:xfrm>
          <a:custGeom>
            <a:avLst/>
            <a:gdLst/>
            <a:ahLst/>
            <a:cxnLst/>
            <a:rect l="l" t="t" r="r" b="b"/>
            <a:pathLst>
              <a:path w="2530" h="622">
                <a:moveTo>
                  <a:pt x="1686" y="0"/>
                </a:moveTo>
                <a:cubicBezTo>
                  <a:pt x="1110" y="178"/>
                  <a:pt x="533" y="400"/>
                  <a:pt x="0" y="622"/>
                </a:cubicBezTo>
                <a:cubicBezTo>
                  <a:pt x="710" y="622"/>
                  <a:pt x="1553" y="488"/>
                  <a:pt x="2529" y="178"/>
                </a:cubicBezTo>
                <a:cubicBezTo>
                  <a:pt x="2529" y="178"/>
                  <a:pt x="2219" y="134"/>
                  <a:pt x="1686" y="0"/>
                </a:cubicBezTo>
                <a:close/>
              </a:path>
            </a:pathLst>
          </a:custGeom>
          <a:solidFill>
            <a:srgbClr val="7C674C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4" name="Google Shape;1344;p30">
            <a:extLst>
              <a:ext uri="{FF2B5EF4-FFF2-40B4-BE49-F238E27FC236}">
                <a16:creationId xmlns:a16="http://schemas.microsoft.com/office/drawing/2014/main" id="{8310BE4D-71F8-4D85-AF27-888C6E690651}"/>
              </a:ext>
            </a:extLst>
          </p:cNvPr>
          <p:cNvSpPr>
            <a:spLocks noGrp="1"/>
          </p:cNvSpPr>
          <p:nvPr/>
        </p:nvSpPr>
        <p:spPr>
          <a:xfrm>
            <a:off x="8571302" y="3079593"/>
            <a:ext cx="122140" cy="168193"/>
          </a:xfrm>
          <a:custGeom>
            <a:avLst/>
            <a:gdLst/>
            <a:ahLst/>
            <a:cxnLst/>
            <a:rect l="l" t="t" r="r" b="b"/>
            <a:pathLst>
              <a:path w="5615" h="7161">
                <a:moveTo>
                  <a:pt x="3214" y="0"/>
                </a:moveTo>
                <a:cubicBezTo>
                  <a:pt x="2928" y="0"/>
                  <a:pt x="2661" y="298"/>
                  <a:pt x="2529" y="993"/>
                </a:cubicBezTo>
                <a:cubicBezTo>
                  <a:pt x="2130" y="3167"/>
                  <a:pt x="932" y="5385"/>
                  <a:pt x="0" y="6850"/>
                </a:cubicBezTo>
                <a:cubicBezTo>
                  <a:pt x="400" y="6938"/>
                  <a:pt x="843" y="7027"/>
                  <a:pt x="1243" y="7160"/>
                </a:cubicBezTo>
                <a:cubicBezTo>
                  <a:pt x="5614" y="4118"/>
                  <a:pt x="4280" y="0"/>
                  <a:pt x="3214" y="0"/>
                </a:cubicBezTo>
                <a:close/>
              </a:path>
            </a:pathLst>
          </a:custGeom>
          <a:solidFill>
            <a:srgbClr val="7C674C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5" name="Google Shape;1345;p30">
            <a:extLst>
              <a:ext uri="{FF2B5EF4-FFF2-40B4-BE49-F238E27FC236}">
                <a16:creationId xmlns:a16="http://schemas.microsoft.com/office/drawing/2014/main" id="{94B8FE7E-247C-402C-8D79-D3EB6DD5353C}"/>
              </a:ext>
            </a:extLst>
          </p:cNvPr>
          <p:cNvSpPr>
            <a:spLocks noGrp="1"/>
          </p:cNvSpPr>
          <p:nvPr/>
        </p:nvSpPr>
        <p:spPr>
          <a:xfrm>
            <a:off x="8546199" y="3240458"/>
            <a:ext cx="52140" cy="38589"/>
          </a:xfrm>
          <a:custGeom>
            <a:avLst/>
            <a:gdLst/>
            <a:ahLst/>
            <a:cxnLst/>
            <a:rect l="l" t="t" r="r" b="b"/>
            <a:pathLst>
              <a:path w="2397" h="1643">
                <a:moveTo>
                  <a:pt x="1154" y="1"/>
                </a:moveTo>
                <a:cubicBezTo>
                  <a:pt x="489" y="977"/>
                  <a:pt x="1" y="1642"/>
                  <a:pt x="1" y="1642"/>
                </a:cubicBezTo>
                <a:cubicBezTo>
                  <a:pt x="933" y="1243"/>
                  <a:pt x="1731" y="799"/>
                  <a:pt x="2397" y="311"/>
                </a:cubicBezTo>
                <a:cubicBezTo>
                  <a:pt x="1997" y="178"/>
                  <a:pt x="1554" y="89"/>
                  <a:pt x="1154" y="1"/>
                </a:cubicBezTo>
                <a:close/>
              </a:path>
            </a:pathLst>
          </a:custGeom>
          <a:solidFill>
            <a:srgbClr val="7C674C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6" name="Google Shape;1346;p30">
            <a:extLst>
              <a:ext uri="{FF2B5EF4-FFF2-40B4-BE49-F238E27FC236}">
                <a16:creationId xmlns:a16="http://schemas.microsoft.com/office/drawing/2014/main" id="{720C3295-2948-4F07-98DF-4175E79EAC78}"/>
              </a:ext>
            </a:extLst>
          </p:cNvPr>
          <p:cNvSpPr>
            <a:spLocks noGrp="1"/>
          </p:cNvSpPr>
          <p:nvPr/>
        </p:nvSpPr>
        <p:spPr>
          <a:xfrm>
            <a:off x="8599297" y="3157688"/>
            <a:ext cx="114439" cy="101559"/>
          </a:xfrm>
          <a:custGeom>
            <a:avLst/>
            <a:gdLst/>
            <a:ahLst/>
            <a:cxnLst/>
            <a:rect l="l" t="t" r="r" b="b"/>
            <a:pathLst>
              <a:path w="5261" h="4324">
                <a:moveTo>
                  <a:pt x="4388" y="0"/>
                </a:moveTo>
                <a:cubicBezTo>
                  <a:pt x="4204" y="0"/>
                  <a:pt x="3975" y="151"/>
                  <a:pt x="3727" y="508"/>
                </a:cubicBezTo>
                <a:cubicBezTo>
                  <a:pt x="2751" y="1972"/>
                  <a:pt x="1109" y="3170"/>
                  <a:pt x="0" y="3880"/>
                </a:cubicBezTo>
                <a:cubicBezTo>
                  <a:pt x="444" y="4013"/>
                  <a:pt x="887" y="4146"/>
                  <a:pt x="1331" y="4323"/>
                </a:cubicBezTo>
                <a:cubicBezTo>
                  <a:pt x="5140" y="3371"/>
                  <a:pt x="5261" y="0"/>
                  <a:pt x="4388" y="0"/>
                </a:cubicBezTo>
                <a:close/>
              </a:path>
            </a:pathLst>
          </a:custGeom>
          <a:solidFill>
            <a:srgbClr val="7C674C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7" name="Google Shape;1347;p30">
            <a:extLst>
              <a:ext uri="{FF2B5EF4-FFF2-40B4-BE49-F238E27FC236}">
                <a16:creationId xmlns:a16="http://schemas.microsoft.com/office/drawing/2014/main" id="{E81946B1-818E-4B8B-8D5E-01ACBCE5254F}"/>
              </a:ext>
            </a:extLst>
          </p:cNvPr>
          <p:cNvSpPr>
            <a:spLocks noGrp="1"/>
          </p:cNvSpPr>
          <p:nvPr/>
        </p:nvSpPr>
        <p:spPr>
          <a:xfrm>
            <a:off x="8574195" y="3248796"/>
            <a:ext cx="54076" cy="15924"/>
          </a:xfrm>
          <a:custGeom>
            <a:avLst/>
            <a:gdLst/>
            <a:ahLst/>
            <a:cxnLst/>
            <a:rect l="l" t="t" r="r" b="b"/>
            <a:pathLst>
              <a:path w="2486" h="678">
                <a:moveTo>
                  <a:pt x="1154" y="1"/>
                </a:moveTo>
                <a:cubicBezTo>
                  <a:pt x="489" y="444"/>
                  <a:pt x="1" y="666"/>
                  <a:pt x="1" y="666"/>
                </a:cubicBezTo>
                <a:cubicBezTo>
                  <a:pt x="160" y="674"/>
                  <a:pt x="318" y="677"/>
                  <a:pt x="472" y="677"/>
                </a:cubicBezTo>
                <a:cubicBezTo>
                  <a:pt x="1218" y="677"/>
                  <a:pt x="1897" y="591"/>
                  <a:pt x="2485" y="444"/>
                </a:cubicBezTo>
                <a:cubicBezTo>
                  <a:pt x="2041" y="267"/>
                  <a:pt x="1598" y="134"/>
                  <a:pt x="1154" y="1"/>
                </a:cubicBezTo>
                <a:close/>
              </a:path>
            </a:pathLst>
          </a:custGeom>
          <a:solidFill>
            <a:srgbClr val="7C674C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8" name="Google Shape;1348;p30">
            <a:extLst>
              <a:ext uri="{FF2B5EF4-FFF2-40B4-BE49-F238E27FC236}">
                <a16:creationId xmlns:a16="http://schemas.microsoft.com/office/drawing/2014/main" id="{0F0A012A-5008-4D19-A913-9FB53B2449FD}"/>
              </a:ext>
            </a:extLst>
          </p:cNvPr>
          <p:cNvSpPr>
            <a:spLocks noGrp="1"/>
          </p:cNvSpPr>
          <p:nvPr/>
        </p:nvSpPr>
        <p:spPr>
          <a:xfrm>
            <a:off x="7906350" y="3227540"/>
            <a:ext cx="926525" cy="370374"/>
          </a:xfrm>
          <a:custGeom>
            <a:avLst/>
            <a:gdLst/>
            <a:ahLst/>
            <a:cxnLst/>
            <a:rect l="l" t="t" r="r" b="b"/>
            <a:pathLst>
              <a:path w="42594" h="15769">
                <a:moveTo>
                  <a:pt x="25646" y="1"/>
                </a:moveTo>
                <a:cubicBezTo>
                  <a:pt x="24265" y="1"/>
                  <a:pt x="22814" y="109"/>
                  <a:pt x="21297" y="329"/>
                </a:cubicBezTo>
                <a:cubicBezTo>
                  <a:pt x="9628" y="2015"/>
                  <a:pt x="2884" y="4632"/>
                  <a:pt x="0" y="14127"/>
                </a:cubicBezTo>
                <a:cubicBezTo>
                  <a:pt x="2307" y="11509"/>
                  <a:pt x="6034" y="8226"/>
                  <a:pt x="10338" y="7916"/>
                </a:cubicBezTo>
                <a:cubicBezTo>
                  <a:pt x="10580" y="7897"/>
                  <a:pt x="10819" y="7887"/>
                  <a:pt x="11055" y="7887"/>
                </a:cubicBezTo>
                <a:cubicBezTo>
                  <a:pt x="17950" y="7887"/>
                  <a:pt x="22140" y="15769"/>
                  <a:pt x="22140" y="15769"/>
                </a:cubicBezTo>
                <a:cubicBezTo>
                  <a:pt x="22140" y="15769"/>
                  <a:pt x="25642" y="7821"/>
                  <a:pt x="34016" y="7821"/>
                </a:cubicBezTo>
                <a:cubicBezTo>
                  <a:pt x="34535" y="7821"/>
                  <a:pt x="35071" y="7851"/>
                  <a:pt x="35627" y="7916"/>
                </a:cubicBezTo>
                <a:cubicBezTo>
                  <a:pt x="38600" y="8271"/>
                  <a:pt x="40863" y="9735"/>
                  <a:pt x="42593" y="11554"/>
                </a:cubicBezTo>
                <a:cubicBezTo>
                  <a:pt x="39850" y="4011"/>
                  <a:pt x="34032" y="1"/>
                  <a:pt x="25646" y="1"/>
                </a:cubicBezTo>
                <a:close/>
              </a:path>
            </a:pathLst>
          </a:custGeom>
          <a:solidFill>
            <a:srgbClr val="7C674C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454" name="圖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" y="1695450"/>
            <a:ext cx="3810000" cy="2400300"/>
          </a:xfrm>
          <a:prstGeom prst="roundRect">
            <a:avLst>
              <a:gd name="adj" fmla="val 3175"/>
            </a:avLst>
          </a:prstGeom>
        </p:spPr>
      </p:pic>
      <p:pic>
        <p:nvPicPr>
          <p:cNvPr id="1455" name="圖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5850" y="1695450"/>
            <a:ext cx="3048000" cy="2400300"/>
          </a:xfrm>
          <a:prstGeom prst="roundRect">
            <a:avLst>
              <a:gd name="adj" fmla="val 3175"/>
            </a:avLst>
          </a:prstGeom>
        </p:spPr>
      </p:pic>
    </p:spTree>
    <p:extLst>
      <p:ext uri="{BB962C8B-B14F-4D97-AF65-F5344CB8AC3E}">
        <p14:creationId xmlns:p14="http://schemas.microsoft.com/office/powerpoint/2010/main" val="30591656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9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13BE09F-E084-4EBF-A006-735DE95830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8700" y="428625"/>
            <a:ext cx="3486150" cy="552450"/>
          </a:xfrm>
        </p:spPr>
        <p:txBody>
          <a:bodyPr wrap="square" lIns="76200" tIns="38100" rIns="76200" bIns="3810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2325" b="1">
                <a:solidFill>
                  <a:srgbClr val="565656"/>
                </a:solidFill>
                <a:latin typeface="標楷體"/>
                <a:ea typeface="標楷體"/>
                <a:cs typeface="標楷體"/>
              </a:defRPr>
            </a:pPr>
            <a:r>
              <a:rPr sz="2325" b="1">
                <a:solidFill>
                  <a:srgbClr val="565656"/>
                </a:solidFill>
                <a:latin typeface="標楷體"/>
                <a:ea typeface="標楷體"/>
                <a:cs typeface="標楷體"/>
              </a:rPr>
              <a:t>趣味競賽活動現場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3942C046-B253-429D-AA83-D07804F0245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  <p:pic>
        <p:nvPicPr>
          <p:cNvPr id="9" name="圖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350" y="361950"/>
            <a:ext cx="3981450" cy="2152650"/>
          </a:xfrm>
          <a:prstGeom prst="roundRect">
            <a:avLst>
              <a:gd name="adj" fmla="val 3540"/>
            </a:avLst>
          </a:prstGeom>
        </p:spPr>
      </p:pic>
      <p:pic>
        <p:nvPicPr>
          <p:cNvPr id="10" name="圖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4900" y="1524000"/>
            <a:ext cx="3771900" cy="2476500"/>
          </a:xfrm>
          <a:prstGeom prst="roundRect">
            <a:avLst>
              <a:gd name="adj" fmla="val 3077"/>
            </a:avLst>
          </a:prstGeom>
        </p:spPr>
      </p:pic>
      <p:pic>
        <p:nvPicPr>
          <p:cNvPr id="11" name="圖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350" y="2743200"/>
            <a:ext cx="3981450" cy="2152650"/>
          </a:xfrm>
          <a:prstGeom prst="roundRect">
            <a:avLst>
              <a:gd name="adj" fmla="val 3540"/>
            </a:avLst>
          </a:prstGeom>
        </p:spPr>
      </p:pic>
    </p:spTree>
    <p:extLst>
      <p:ext uri="{BB962C8B-B14F-4D97-AF65-F5344CB8AC3E}">
        <p14:creationId xmlns:p14="http://schemas.microsoft.com/office/powerpoint/2010/main" val="35151803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9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8" name="Google Shape;3418;p52">
            <a:extLst>
              <a:ext uri="{FF2B5EF4-FFF2-40B4-BE49-F238E27FC236}">
                <a16:creationId xmlns:a16="http://schemas.microsoft.com/office/drawing/2014/main" id="{8B03D019-B128-420F-A87B-74682527113E}"/>
              </a:ext>
            </a:extLst>
          </p:cNvPr>
          <p:cNvSpPr>
            <a:spLocks noGrp="1"/>
          </p:cNvSpPr>
          <p:nvPr>
            <p:ph type="title" idx="2"/>
          </p:nvPr>
        </p:nvSpPr>
        <p:spPr>
          <a:xfrm>
            <a:off x="3901402" y="384096"/>
            <a:ext cx="1241700" cy="841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420" name="矩形 3419">
            <a:extLst>
              <a:ext uri="{FF2B5EF4-FFF2-40B4-BE49-F238E27FC236}">
                <a16:creationId xmlns:a16="http://schemas.microsoft.com/office/drawing/2014/main" id="{9BCE2F9F-FD4A-4331-92A4-26F7F62FED81}"/>
              </a:ext>
            </a:extLst>
          </p:cNvPr>
          <p:cNvSpPr>
            <a:spLocks noGrp="1"/>
          </p:cNvSpPr>
          <p:nvPr/>
        </p:nvSpPr>
        <p:spPr>
          <a:xfrm>
            <a:off x="3981450" y="590550"/>
            <a:ext cx="1143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3300" b="0">
                <a:solidFill>
                  <a:srgbClr val="565656"/>
                </a:solidFill>
                <a:latin typeface="Arial"/>
                <a:ea typeface="Arial"/>
                <a:cs typeface="Arial"/>
              </a:defRPr>
            </a:pPr>
            <a:r>
              <a:rPr sz="3300" b="0">
                <a:solidFill>
                  <a:srgbClr val="56565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421" name="矩形 3420">
            <a:extLst>
              <a:ext uri="{FF2B5EF4-FFF2-40B4-BE49-F238E27FC236}">
                <a16:creationId xmlns:a16="http://schemas.microsoft.com/office/drawing/2014/main" id="{7B310258-CA73-4AD9-A446-4815FF3329BC}"/>
              </a:ext>
            </a:extLst>
          </p:cNvPr>
          <p:cNvSpPr>
            <a:spLocks noGrp="1"/>
          </p:cNvSpPr>
          <p:nvPr/>
        </p:nvSpPr>
        <p:spPr>
          <a:xfrm>
            <a:off x="3486150" y="1447800"/>
            <a:ext cx="533400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Autofit/>
          </a:bodyPr>
          <a:lstStyle/>
          <a:p>
            <a:pPr algn="ctr">
              <a:lnSpc>
                <a:spcPct val="98000"/>
              </a:lnSpc>
              <a:buNone/>
              <a:defRPr sz="2925" b="1">
                <a:solidFill>
                  <a:srgbClr val="565656"/>
                </a:solidFill>
                <a:latin typeface="標楷體"/>
                <a:ea typeface="標楷體"/>
                <a:cs typeface="標楷體"/>
              </a:defRPr>
            </a:pPr>
            <a:r>
              <a:rPr sz="2925" b="1">
                <a:solidFill>
                  <a:srgbClr val="565656"/>
                </a:solidFill>
                <a:latin typeface="標楷體"/>
                <a:ea typeface="標楷體"/>
                <a:cs typeface="標楷體"/>
              </a:rPr>
              <a:t>NotebookLM</a:t>
            </a:r>
          </a:p>
          <a:p>
            <a:pPr algn="ctr">
              <a:lnSpc>
                <a:spcPct val="98000"/>
              </a:lnSpc>
              <a:buNone/>
              <a:defRPr sz="2925" b="1">
                <a:solidFill>
                  <a:srgbClr val="565656"/>
                </a:solidFill>
                <a:latin typeface="標楷體"/>
                <a:ea typeface="標楷體"/>
                <a:cs typeface="標楷體"/>
              </a:defRPr>
            </a:pPr>
            <a:r>
              <a:rPr sz="2925" b="1">
                <a:solidFill>
                  <a:srgbClr val="565656"/>
                </a:solidFill>
                <a:latin typeface="標楷體"/>
                <a:ea typeface="標楷體"/>
                <a:cs typeface="標楷體"/>
              </a:rPr>
              <a:t>在自然科教材設計與應用</a:t>
            </a:r>
          </a:p>
        </p:txBody>
      </p:sp>
      <p:sp>
        <p:nvSpPr>
          <p:cNvPr id="3422" name="矩形 3421">
            <a:extLst>
              <a:ext uri="{FF2B5EF4-FFF2-40B4-BE49-F238E27FC236}">
                <a16:creationId xmlns:a16="http://schemas.microsoft.com/office/drawing/2014/main" id="{7CEFAAE2-7EA5-46B9-8C02-B5DE484D70E0}"/>
              </a:ext>
            </a:extLst>
          </p:cNvPr>
          <p:cNvSpPr>
            <a:spLocks noGrp="1"/>
          </p:cNvSpPr>
          <p:nvPr/>
        </p:nvSpPr>
        <p:spPr>
          <a:xfrm>
            <a:off x="3829050" y="3143250"/>
            <a:ext cx="47625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875" b="0">
                <a:solidFill>
                  <a:srgbClr val="565656"/>
                </a:solidFill>
                <a:latin typeface="新細明體"/>
                <a:ea typeface="新細明體"/>
                <a:cs typeface="新細明體"/>
              </a:defRPr>
            </a:pPr>
            <a:r>
              <a:rPr sz="1875" b="0">
                <a:solidFill>
                  <a:srgbClr val="565656"/>
                </a:solidFill>
                <a:latin typeface="新細明體"/>
                <a:ea typeface="新細明體"/>
                <a:cs typeface="新細明體"/>
              </a:rPr>
              <a:t>自然課實務操作，採主題式的課程內容延伸</a:t>
            </a:r>
          </a:p>
        </p:txBody>
      </p:sp>
    </p:spTree>
    <p:extLst>
      <p:ext uri="{BB962C8B-B14F-4D97-AF65-F5344CB8AC3E}">
        <p14:creationId xmlns:p14="http://schemas.microsoft.com/office/powerpoint/2010/main" val="10374484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E94C6A3C-C323-45D1-A7EA-0BEEEA6430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377" y="190501"/>
            <a:ext cx="8118587" cy="4820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59572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D72FDF6-64B5-4123-9FF1-7CDD4C517D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6110A8CB-3E9B-49DF-86BB-756F8D53E1C0}"/>
              </a:ext>
            </a:extLst>
          </p:cNvPr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副標題 3">
            <a:extLst>
              <a:ext uri="{FF2B5EF4-FFF2-40B4-BE49-F238E27FC236}">
                <a16:creationId xmlns:a16="http://schemas.microsoft.com/office/drawing/2014/main" id="{4B097058-DC9E-4FCB-8D15-CE0DD369CF3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CEE1E18A-4F42-475A-B6D6-232F496FF3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48762"/>
            <a:ext cx="9144000" cy="4449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90323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9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1" name="Google Shape;4041;p63">
            <a:extLst>
              <a:ext uri="{FF2B5EF4-FFF2-40B4-BE49-F238E27FC236}">
                <a16:creationId xmlns:a16="http://schemas.microsoft.com/office/drawing/2014/main" id="{3666CCF4-9DC0-40C4-AB42-B3C1764BBB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7764" y="1916389"/>
            <a:ext cx="5216236" cy="841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lvl="0">
              <a:buNone/>
            </a:pPr>
            <a:endParaRPr/>
          </a:p>
        </p:txBody>
      </p:sp>
      <p:sp>
        <p:nvSpPr>
          <p:cNvPr id="4042" name="Google Shape;4042;p63">
            <a:extLst>
              <a:ext uri="{FF2B5EF4-FFF2-40B4-BE49-F238E27FC236}">
                <a16:creationId xmlns:a16="http://schemas.microsoft.com/office/drawing/2014/main" id="{054759CD-CB93-42C4-ABB8-35368364CAE5}"/>
              </a:ext>
            </a:extLst>
          </p:cNvPr>
          <p:cNvSpPr>
            <a:spLocks noGrp="1"/>
          </p:cNvSpPr>
          <p:nvPr>
            <p:ph type="title" idx="2"/>
          </p:nvPr>
        </p:nvSpPr>
        <p:spPr>
          <a:xfrm>
            <a:off x="4117041" y="575825"/>
            <a:ext cx="1241700" cy="841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43" name="Google Shape;4043;p63">
            <a:extLst>
              <a:ext uri="{FF2B5EF4-FFF2-40B4-BE49-F238E27FC236}">
                <a16:creationId xmlns:a16="http://schemas.microsoft.com/office/drawing/2014/main" id="{6EBA21C0-2D38-4915-9F32-357C97A1AE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75814" y="3996801"/>
            <a:ext cx="4709690" cy="71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Aft>
                <a:spcPts val="1600"/>
              </a:spcAft>
              <a:buNone/>
            </a:pPr>
            <a:endParaRPr sz="2400"/>
          </a:p>
        </p:txBody>
      </p:sp>
      <p:sp>
        <p:nvSpPr>
          <p:cNvPr id="4044" name="矩形 4043">
            <a:extLst>
              <a:ext uri="{FF2B5EF4-FFF2-40B4-BE49-F238E27FC236}">
                <a16:creationId xmlns:a16="http://schemas.microsoft.com/office/drawing/2014/main" id="{09C60B3F-7D8F-4FAC-9336-2559C8892E48}"/>
              </a:ext>
            </a:extLst>
          </p:cNvPr>
          <p:cNvSpPr>
            <a:spLocks noGrp="1"/>
          </p:cNvSpPr>
          <p:nvPr/>
        </p:nvSpPr>
        <p:spPr>
          <a:xfrm>
            <a:off x="3981450" y="590550"/>
            <a:ext cx="1143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3300" b="0">
                <a:solidFill>
                  <a:srgbClr val="565656"/>
                </a:solidFill>
                <a:latin typeface="Arial"/>
                <a:ea typeface="Arial"/>
                <a:cs typeface="Arial"/>
              </a:defRPr>
            </a:pPr>
            <a:r>
              <a:rPr sz="3300" b="0">
                <a:solidFill>
                  <a:srgbClr val="56565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045" name="矩形 4044">
            <a:extLst>
              <a:ext uri="{FF2B5EF4-FFF2-40B4-BE49-F238E27FC236}">
                <a16:creationId xmlns:a16="http://schemas.microsoft.com/office/drawing/2014/main" id="{CEB167B6-6DEB-4840-BA5B-932390A1F9C2}"/>
              </a:ext>
            </a:extLst>
          </p:cNvPr>
          <p:cNvSpPr>
            <a:spLocks noGrp="1"/>
          </p:cNvSpPr>
          <p:nvPr/>
        </p:nvSpPr>
        <p:spPr>
          <a:xfrm>
            <a:off x="3486150" y="1447800"/>
            <a:ext cx="533400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Autofit/>
          </a:bodyPr>
          <a:lstStyle/>
          <a:p>
            <a:pPr algn="ctr">
              <a:lnSpc>
                <a:spcPct val="98000"/>
              </a:lnSpc>
              <a:buNone/>
              <a:defRPr sz="2925" b="1">
                <a:solidFill>
                  <a:srgbClr val="565656"/>
                </a:solidFill>
                <a:latin typeface="標楷體"/>
                <a:ea typeface="標楷體"/>
                <a:cs typeface="標楷體"/>
              </a:defRPr>
            </a:pPr>
            <a:r>
              <a:rPr sz="2925" b="1">
                <a:solidFill>
                  <a:srgbClr val="565656"/>
                </a:solidFill>
                <a:latin typeface="標楷體"/>
                <a:ea typeface="標楷體"/>
                <a:cs typeface="標楷體"/>
              </a:rPr>
              <a:t>自主學習與數位</a:t>
            </a:r>
          </a:p>
          <a:p>
            <a:pPr algn="ctr">
              <a:lnSpc>
                <a:spcPct val="98000"/>
              </a:lnSpc>
              <a:buNone/>
              <a:defRPr sz="2925" b="1">
                <a:solidFill>
                  <a:srgbClr val="565656"/>
                </a:solidFill>
                <a:latin typeface="標楷體"/>
                <a:ea typeface="標楷體"/>
                <a:cs typeface="標楷體"/>
              </a:defRPr>
            </a:pPr>
            <a:r>
              <a:rPr sz="2925" b="1">
                <a:solidFill>
                  <a:srgbClr val="565656"/>
                </a:solidFill>
                <a:latin typeface="標楷體"/>
                <a:ea typeface="標楷體"/>
                <a:cs typeface="標楷體"/>
              </a:rPr>
              <a:t>學習資源應用</a:t>
            </a:r>
          </a:p>
        </p:txBody>
      </p:sp>
      <p:sp>
        <p:nvSpPr>
          <p:cNvPr id="4046" name="矩形 4045">
            <a:extLst>
              <a:ext uri="{FF2B5EF4-FFF2-40B4-BE49-F238E27FC236}">
                <a16:creationId xmlns:a16="http://schemas.microsoft.com/office/drawing/2014/main" id="{BC3E923A-2457-43A6-81FD-5D77BB471EFA}"/>
              </a:ext>
            </a:extLst>
          </p:cNvPr>
          <p:cNvSpPr>
            <a:spLocks noGrp="1"/>
          </p:cNvSpPr>
          <p:nvPr/>
        </p:nvSpPr>
        <p:spPr>
          <a:xfrm>
            <a:off x="3829050" y="3143250"/>
            <a:ext cx="47625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38100" rIns="76200" bIns="3810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875" b="0">
                <a:solidFill>
                  <a:srgbClr val="565656"/>
                </a:solidFill>
                <a:latin typeface="新細明體"/>
                <a:ea typeface="新細明體"/>
                <a:cs typeface="新細明體"/>
              </a:defRPr>
            </a:pPr>
            <a:r>
              <a:rPr sz="1875" b="0">
                <a:solidFill>
                  <a:srgbClr val="565656"/>
                </a:solidFill>
                <a:latin typeface="新細明體"/>
                <a:ea typeface="新細明體"/>
                <a:cs typeface="新細明體"/>
              </a:rPr>
              <a:t>搭配線上學習平台，</a:t>
            </a:r>
          </a:p>
          <a:p>
            <a:pPr algn="ctr">
              <a:lnSpc>
                <a:spcPct val="108000"/>
              </a:lnSpc>
              <a:buNone/>
              <a:defRPr sz="1875" b="0">
                <a:solidFill>
                  <a:srgbClr val="565656"/>
                </a:solidFill>
                <a:latin typeface="新細明體"/>
                <a:ea typeface="新細明體"/>
                <a:cs typeface="新細明體"/>
              </a:defRPr>
            </a:pPr>
            <a:r>
              <a:rPr sz="1875" b="0">
                <a:solidFill>
                  <a:srgbClr val="565656"/>
                </a:solidFill>
                <a:latin typeface="新細明體"/>
                <a:ea typeface="新細明體"/>
                <a:cs typeface="新細明體"/>
              </a:rPr>
              <a:t>補強多元課後學習環境</a:t>
            </a:r>
          </a:p>
          <a:p>
            <a:pPr algn="ctr">
              <a:lnSpc>
                <a:spcPct val="108000"/>
              </a:lnSpc>
              <a:buNone/>
              <a:defRPr sz="1875" b="0">
                <a:solidFill>
                  <a:srgbClr val="565656"/>
                </a:solidFill>
                <a:latin typeface="新細明體"/>
                <a:ea typeface="新細明體"/>
                <a:cs typeface="新細明體"/>
              </a:defRPr>
            </a:pPr>
            <a:r>
              <a:rPr sz="1875" b="0">
                <a:solidFill>
                  <a:srgbClr val="565656"/>
                </a:solidFill>
                <a:latin typeface="新細明體"/>
                <a:ea typeface="新細明體"/>
                <a:cs typeface="新細明體"/>
              </a:rPr>
              <a:t>學習更精采，多把鑰匙不能少</a:t>
            </a:r>
          </a:p>
        </p:txBody>
      </p:sp>
    </p:spTree>
    <p:extLst>
      <p:ext uri="{BB962C8B-B14F-4D97-AF65-F5344CB8AC3E}">
        <p14:creationId xmlns:p14="http://schemas.microsoft.com/office/powerpoint/2010/main" val="26881594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9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8" name="Google Shape;4058;p51">
            <a:extLst>
              <a:ext uri="{FF2B5EF4-FFF2-40B4-BE49-F238E27FC236}">
                <a16:creationId xmlns:a16="http://schemas.microsoft.com/office/drawing/2014/main" id="{672B6EDB-3A75-406D-B81A-B797DC2436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3300" y="476250"/>
            <a:ext cx="2095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spcFirstLastPara="1" wrap="square" lIns="76200" tIns="38100" rIns="76200" bIns="38100" anchor="ctr">
            <a:normAutofit/>
          </a:bodyPr>
          <a:lstStyle/>
          <a:p>
            <a:pPr marL="0" lvl="0" indent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2325" b="1">
                <a:solidFill>
                  <a:srgbClr val="565656"/>
                </a:solidFill>
                <a:latin typeface="標楷體"/>
                <a:ea typeface="標楷體"/>
                <a:cs typeface="標楷體"/>
              </a:defRPr>
            </a:pPr>
            <a:r>
              <a:rPr sz="2325" b="1">
                <a:solidFill>
                  <a:srgbClr val="565656"/>
                </a:solidFill>
                <a:latin typeface="標楷體"/>
                <a:ea typeface="標楷體"/>
                <a:cs typeface="標楷體"/>
              </a:rPr>
              <a:t>因材網</a:t>
            </a:r>
            <a:endParaRPr/>
          </a:p>
        </p:txBody>
      </p:sp>
      <p:sp>
        <p:nvSpPr>
          <p:cNvPr id="4061" name="Google Shape;4061;p51">
            <a:extLst>
              <a:ext uri="{FF2B5EF4-FFF2-40B4-BE49-F238E27FC236}">
                <a16:creationId xmlns:a16="http://schemas.microsoft.com/office/drawing/2014/main" id="{CDB4B01C-377F-4022-A801-51A1063D533F}"/>
              </a:ext>
            </a:extLst>
          </p:cNvPr>
          <p:cNvSpPr>
            <a:spLocks noGrp="1"/>
          </p:cNvSpPr>
          <p:nvPr/>
        </p:nvSpPr>
        <p:spPr>
          <a:xfrm>
            <a:off x="518115" y="1449655"/>
            <a:ext cx="1506112" cy="977367"/>
          </a:xfrm>
          <a:custGeom>
            <a:avLst/>
            <a:gdLst/>
            <a:ahLst/>
            <a:cxnLst/>
            <a:rect l="l" t="t" r="r" b="b"/>
            <a:pathLst>
              <a:path w="25975" h="19689">
                <a:moveTo>
                  <a:pt x="7300" y="1"/>
                </a:moveTo>
                <a:cubicBezTo>
                  <a:pt x="5044" y="1"/>
                  <a:pt x="8279" y="4954"/>
                  <a:pt x="8559" y="6222"/>
                </a:cubicBezTo>
                <a:cubicBezTo>
                  <a:pt x="6796" y="4606"/>
                  <a:pt x="2825" y="2102"/>
                  <a:pt x="1058" y="2102"/>
                </a:cubicBezTo>
                <a:cubicBezTo>
                  <a:pt x="355" y="2102"/>
                  <a:pt x="0" y="2499"/>
                  <a:pt x="273" y="3506"/>
                </a:cubicBezTo>
                <a:cubicBezTo>
                  <a:pt x="1072" y="6291"/>
                  <a:pt x="5363" y="8664"/>
                  <a:pt x="7783" y="10696"/>
                </a:cubicBezTo>
                <a:cubicBezTo>
                  <a:pt x="6094" y="11221"/>
                  <a:pt x="319" y="10878"/>
                  <a:pt x="3378" y="13412"/>
                </a:cubicBezTo>
                <a:cubicBezTo>
                  <a:pt x="5295" y="15033"/>
                  <a:pt x="9837" y="14485"/>
                  <a:pt x="11640" y="16014"/>
                </a:cubicBezTo>
                <a:cubicBezTo>
                  <a:pt x="10887" y="16197"/>
                  <a:pt x="7600" y="16562"/>
                  <a:pt x="7440" y="17521"/>
                </a:cubicBezTo>
                <a:cubicBezTo>
                  <a:pt x="7052" y="19164"/>
                  <a:pt x="11549" y="19552"/>
                  <a:pt x="12576" y="19552"/>
                </a:cubicBezTo>
                <a:cubicBezTo>
                  <a:pt x="13609" y="19627"/>
                  <a:pt x="14860" y="19649"/>
                  <a:pt x="16216" y="19649"/>
                </a:cubicBezTo>
                <a:cubicBezTo>
                  <a:pt x="18120" y="19649"/>
                  <a:pt x="20229" y="19606"/>
                  <a:pt x="22227" y="19606"/>
                </a:cubicBezTo>
                <a:cubicBezTo>
                  <a:pt x="23557" y="19606"/>
                  <a:pt x="24837" y="19625"/>
                  <a:pt x="25975" y="19689"/>
                </a:cubicBezTo>
                <a:cubicBezTo>
                  <a:pt x="25084" y="17543"/>
                  <a:pt x="24514" y="14576"/>
                  <a:pt x="24103" y="12202"/>
                </a:cubicBezTo>
                <a:cubicBezTo>
                  <a:pt x="23943" y="10947"/>
                  <a:pt x="23464" y="7295"/>
                  <a:pt x="22596" y="6336"/>
                </a:cubicBezTo>
                <a:cubicBezTo>
                  <a:pt x="22205" y="5940"/>
                  <a:pt x="21880" y="5777"/>
                  <a:pt x="21600" y="5777"/>
                </a:cubicBezTo>
                <a:cubicBezTo>
                  <a:pt x="20542" y="5777"/>
                  <a:pt x="20140" y="8103"/>
                  <a:pt x="19310" y="8915"/>
                </a:cubicBezTo>
                <a:cubicBezTo>
                  <a:pt x="18283" y="6176"/>
                  <a:pt x="17780" y="4601"/>
                  <a:pt x="16434" y="2707"/>
                </a:cubicBezTo>
                <a:cubicBezTo>
                  <a:pt x="15815" y="1739"/>
                  <a:pt x="15368" y="1351"/>
                  <a:pt x="15042" y="1351"/>
                </a:cubicBezTo>
                <a:cubicBezTo>
                  <a:pt x="13961" y="1351"/>
                  <a:pt x="14214" y="5620"/>
                  <a:pt x="13969" y="7181"/>
                </a:cubicBezTo>
                <a:cubicBezTo>
                  <a:pt x="12188" y="4487"/>
                  <a:pt x="10339" y="493"/>
                  <a:pt x="7783" y="59"/>
                </a:cubicBezTo>
                <a:cubicBezTo>
                  <a:pt x="7600" y="19"/>
                  <a:pt x="7439" y="1"/>
                  <a:pt x="7300" y="1"/>
                </a:cubicBezTo>
                <a:close/>
              </a:path>
            </a:pathLst>
          </a:custGeom>
          <a:solidFill>
            <a:srgbClr val="CFD690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62" name="Google Shape;4062;p51">
            <a:extLst>
              <a:ext uri="{FF2B5EF4-FFF2-40B4-BE49-F238E27FC236}">
                <a16:creationId xmlns:a16="http://schemas.microsoft.com/office/drawing/2014/main" id="{C785833C-141D-4C70-A96E-CA59B1EDCD6A}"/>
              </a:ext>
            </a:extLst>
          </p:cNvPr>
          <p:cNvSpPr>
            <a:spLocks noGrp="1"/>
          </p:cNvSpPr>
          <p:nvPr/>
        </p:nvSpPr>
        <p:spPr>
          <a:xfrm>
            <a:off x="702912" y="1669863"/>
            <a:ext cx="1359994" cy="785061"/>
          </a:xfrm>
          <a:custGeom>
            <a:avLst/>
            <a:gdLst/>
            <a:ahLst/>
            <a:cxnLst/>
            <a:rect l="l" t="t" r="r" b="b"/>
            <a:pathLst>
              <a:path w="23455" h="15815">
                <a:moveTo>
                  <a:pt x="494" y="0"/>
                </a:moveTo>
                <a:cubicBezTo>
                  <a:pt x="193" y="0"/>
                  <a:pt x="0" y="452"/>
                  <a:pt x="328" y="645"/>
                </a:cubicBezTo>
                <a:cubicBezTo>
                  <a:pt x="8179" y="5141"/>
                  <a:pt x="15141" y="10962"/>
                  <a:pt x="22788" y="15755"/>
                </a:cubicBezTo>
                <a:cubicBezTo>
                  <a:pt x="22851" y="15796"/>
                  <a:pt x="22914" y="15814"/>
                  <a:pt x="22972" y="15814"/>
                </a:cubicBezTo>
                <a:cubicBezTo>
                  <a:pt x="23268" y="15814"/>
                  <a:pt x="23454" y="15352"/>
                  <a:pt x="23130" y="15162"/>
                </a:cubicBezTo>
                <a:cubicBezTo>
                  <a:pt x="15484" y="10368"/>
                  <a:pt x="8522" y="4525"/>
                  <a:pt x="670" y="51"/>
                </a:cubicBezTo>
                <a:cubicBezTo>
                  <a:pt x="609" y="16"/>
                  <a:pt x="550" y="0"/>
                  <a:pt x="494" y="0"/>
                </a:cubicBezTo>
                <a:close/>
              </a:path>
            </a:pathLst>
          </a:custGeom>
          <a:solidFill>
            <a:srgbClr val="0E514A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63" name="Google Shape;4063;p51">
            <a:extLst>
              <a:ext uri="{FF2B5EF4-FFF2-40B4-BE49-F238E27FC236}">
                <a16:creationId xmlns:a16="http://schemas.microsoft.com/office/drawing/2014/main" id="{99EF0B7D-E3E7-40C9-A4AD-4735E1A2BB6E}"/>
              </a:ext>
            </a:extLst>
          </p:cNvPr>
          <p:cNvSpPr>
            <a:spLocks noGrp="1"/>
          </p:cNvSpPr>
          <p:nvPr/>
        </p:nvSpPr>
        <p:spPr>
          <a:xfrm>
            <a:off x="1316154" y="2016857"/>
            <a:ext cx="29166" cy="21544"/>
          </a:xfrm>
          <a:custGeom>
            <a:avLst/>
            <a:gdLst/>
            <a:ahLst/>
            <a:cxnLst/>
            <a:rect l="l" t="t" r="r" b="b"/>
            <a:pathLst>
              <a:path w="503" h="434">
                <a:moveTo>
                  <a:pt x="502" y="0"/>
                </a:moveTo>
                <a:cubicBezTo>
                  <a:pt x="342" y="0"/>
                  <a:pt x="160" y="23"/>
                  <a:pt x="0" y="23"/>
                </a:cubicBezTo>
                <a:cubicBezTo>
                  <a:pt x="46" y="160"/>
                  <a:pt x="114" y="297"/>
                  <a:pt x="183" y="434"/>
                </a:cubicBezTo>
                <a:cubicBezTo>
                  <a:pt x="274" y="297"/>
                  <a:pt x="388" y="160"/>
                  <a:pt x="502" y="0"/>
                </a:cubicBezTo>
                <a:close/>
              </a:path>
            </a:pathLst>
          </a:custGeom>
          <a:solidFill>
            <a:srgbClr val="0E514A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64" name="Google Shape;4064;p51">
            <a:extLst>
              <a:ext uri="{FF2B5EF4-FFF2-40B4-BE49-F238E27FC236}">
                <a16:creationId xmlns:a16="http://schemas.microsoft.com/office/drawing/2014/main" id="{A4FF8FFC-AC70-45C3-B724-AB5F3B3FA20F}"/>
              </a:ext>
            </a:extLst>
          </p:cNvPr>
          <p:cNvSpPr>
            <a:spLocks noGrp="1"/>
          </p:cNvSpPr>
          <p:nvPr/>
        </p:nvSpPr>
        <p:spPr>
          <a:xfrm>
            <a:off x="862832" y="1605727"/>
            <a:ext cx="507583" cy="491140"/>
          </a:xfrm>
          <a:custGeom>
            <a:avLst/>
            <a:gdLst/>
            <a:ahLst/>
            <a:cxnLst/>
            <a:rect l="l" t="t" r="r" b="b"/>
            <a:pathLst>
              <a:path w="8754" h="9894">
                <a:moveTo>
                  <a:pt x="3300" y="1"/>
                </a:moveTo>
                <a:cubicBezTo>
                  <a:pt x="3062" y="1"/>
                  <a:pt x="2819" y="250"/>
                  <a:pt x="2979" y="522"/>
                </a:cubicBezTo>
                <a:cubicBezTo>
                  <a:pt x="4554" y="3055"/>
                  <a:pt x="6586" y="5543"/>
                  <a:pt x="7818" y="8305"/>
                </a:cubicBezTo>
                <a:cubicBezTo>
                  <a:pt x="7978" y="8305"/>
                  <a:pt x="8160" y="8282"/>
                  <a:pt x="8320" y="8282"/>
                </a:cubicBezTo>
                <a:cubicBezTo>
                  <a:pt x="8206" y="8442"/>
                  <a:pt x="8092" y="8579"/>
                  <a:pt x="8001" y="8716"/>
                </a:cubicBezTo>
                <a:cubicBezTo>
                  <a:pt x="7932" y="8579"/>
                  <a:pt x="7864" y="8442"/>
                  <a:pt x="7818" y="8305"/>
                </a:cubicBezTo>
                <a:cubicBezTo>
                  <a:pt x="5307" y="8374"/>
                  <a:pt x="2819" y="8556"/>
                  <a:pt x="400" y="9218"/>
                </a:cubicBezTo>
                <a:cubicBezTo>
                  <a:pt x="0" y="9323"/>
                  <a:pt x="124" y="9893"/>
                  <a:pt x="485" y="9893"/>
                </a:cubicBezTo>
                <a:cubicBezTo>
                  <a:pt x="516" y="9893"/>
                  <a:pt x="548" y="9889"/>
                  <a:pt x="582" y="9880"/>
                </a:cubicBezTo>
                <a:cubicBezTo>
                  <a:pt x="3116" y="9195"/>
                  <a:pt x="5718" y="9035"/>
                  <a:pt x="8320" y="8990"/>
                </a:cubicBezTo>
                <a:cubicBezTo>
                  <a:pt x="8526" y="8967"/>
                  <a:pt x="8754" y="8762"/>
                  <a:pt x="8663" y="8533"/>
                </a:cubicBezTo>
                <a:cubicBezTo>
                  <a:pt x="7453" y="5543"/>
                  <a:pt x="5284" y="2895"/>
                  <a:pt x="3573" y="156"/>
                </a:cubicBezTo>
                <a:cubicBezTo>
                  <a:pt x="3504" y="47"/>
                  <a:pt x="3403" y="1"/>
                  <a:pt x="3300" y="1"/>
                </a:cubicBezTo>
                <a:close/>
              </a:path>
            </a:pathLst>
          </a:custGeom>
          <a:solidFill>
            <a:srgbClr val="0E514A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65" name="Google Shape;4065;p51">
            <a:extLst>
              <a:ext uri="{FF2B5EF4-FFF2-40B4-BE49-F238E27FC236}">
                <a16:creationId xmlns:a16="http://schemas.microsoft.com/office/drawing/2014/main" id="{6A0FD444-9E04-4177-BD6A-9A0232E439CB}"/>
              </a:ext>
            </a:extLst>
          </p:cNvPr>
          <p:cNvSpPr>
            <a:spLocks noGrp="1"/>
          </p:cNvSpPr>
          <p:nvPr/>
        </p:nvSpPr>
        <p:spPr>
          <a:xfrm>
            <a:off x="1199954" y="1739411"/>
            <a:ext cx="380949" cy="463739"/>
          </a:xfrm>
          <a:custGeom>
            <a:avLst/>
            <a:gdLst/>
            <a:ahLst/>
            <a:cxnLst/>
            <a:rect l="l" t="t" r="r" b="b"/>
            <a:pathLst>
              <a:path w="6570" h="9342">
                <a:moveTo>
                  <a:pt x="4338" y="0"/>
                </a:moveTo>
                <a:cubicBezTo>
                  <a:pt x="4133" y="0"/>
                  <a:pt x="3921" y="170"/>
                  <a:pt x="3990" y="431"/>
                </a:cubicBezTo>
                <a:cubicBezTo>
                  <a:pt x="4469" y="2462"/>
                  <a:pt x="5177" y="4471"/>
                  <a:pt x="5633" y="6525"/>
                </a:cubicBezTo>
                <a:cubicBezTo>
                  <a:pt x="5747" y="7027"/>
                  <a:pt x="5816" y="7552"/>
                  <a:pt x="5862" y="8077"/>
                </a:cubicBezTo>
                <a:cubicBezTo>
                  <a:pt x="5862" y="8260"/>
                  <a:pt x="3807" y="8305"/>
                  <a:pt x="3602" y="8328"/>
                </a:cubicBezTo>
                <a:cubicBezTo>
                  <a:pt x="2529" y="8374"/>
                  <a:pt x="1479" y="8442"/>
                  <a:pt x="406" y="8671"/>
                </a:cubicBezTo>
                <a:cubicBezTo>
                  <a:pt x="1" y="8756"/>
                  <a:pt x="134" y="9341"/>
                  <a:pt x="509" y="9341"/>
                </a:cubicBezTo>
                <a:cubicBezTo>
                  <a:pt x="534" y="9341"/>
                  <a:pt x="561" y="9338"/>
                  <a:pt x="589" y="9333"/>
                </a:cubicBezTo>
                <a:cubicBezTo>
                  <a:pt x="2483" y="8945"/>
                  <a:pt x="4401" y="9059"/>
                  <a:pt x="6295" y="8785"/>
                </a:cubicBezTo>
                <a:cubicBezTo>
                  <a:pt x="6455" y="8762"/>
                  <a:pt x="6569" y="8579"/>
                  <a:pt x="6546" y="8442"/>
                </a:cubicBezTo>
                <a:cubicBezTo>
                  <a:pt x="6478" y="5635"/>
                  <a:pt x="5314" y="2941"/>
                  <a:pt x="4652" y="248"/>
                </a:cubicBezTo>
                <a:cubicBezTo>
                  <a:pt x="4606" y="75"/>
                  <a:pt x="4474" y="0"/>
                  <a:pt x="4338" y="0"/>
                </a:cubicBezTo>
                <a:close/>
              </a:path>
            </a:pathLst>
          </a:custGeom>
          <a:solidFill>
            <a:srgbClr val="0E514A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66" name="Google Shape;4066;p51">
            <a:extLst>
              <a:ext uri="{FF2B5EF4-FFF2-40B4-BE49-F238E27FC236}">
                <a16:creationId xmlns:a16="http://schemas.microsoft.com/office/drawing/2014/main" id="{EC94B751-A772-4983-A57F-E02E2696E187}"/>
              </a:ext>
            </a:extLst>
          </p:cNvPr>
          <p:cNvSpPr>
            <a:spLocks noGrp="1"/>
          </p:cNvSpPr>
          <p:nvPr/>
        </p:nvSpPr>
        <p:spPr>
          <a:xfrm>
            <a:off x="1787278" y="2317089"/>
            <a:ext cx="23889" cy="21593"/>
          </a:xfrm>
          <a:custGeom>
            <a:avLst/>
            <a:gdLst/>
            <a:ahLst/>
            <a:cxnLst/>
            <a:rect l="l" t="t" r="r" b="b"/>
            <a:pathLst>
              <a:path w="412" h="435">
                <a:moveTo>
                  <a:pt x="1" y="1"/>
                </a:moveTo>
                <a:cubicBezTo>
                  <a:pt x="24" y="161"/>
                  <a:pt x="47" y="298"/>
                  <a:pt x="69" y="435"/>
                </a:cubicBezTo>
                <a:cubicBezTo>
                  <a:pt x="184" y="275"/>
                  <a:pt x="298" y="138"/>
                  <a:pt x="412" y="1"/>
                </a:cubicBezTo>
                <a:close/>
              </a:path>
            </a:pathLst>
          </a:custGeom>
          <a:solidFill>
            <a:srgbClr val="0E514A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67" name="Google Shape;4067;p51">
            <a:extLst>
              <a:ext uri="{FF2B5EF4-FFF2-40B4-BE49-F238E27FC236}">
                <a16:creationId xmlns:a16="http://schemas.microsoft.com/office/drawing/2014/main" id="{2B45A2CA-9544-44C6-8FA5-F8F94E106012}"/>
              </a:ext>
            </a:extLst>
          </p:cNvPr>
          <p:cNvSpPr>
            <a:spLocks noGrp="1"/>
          </p:cNvSpPr>
          <p:nvPr/>
        </p:nvSpPr>
        <p:spPr>
          <a:xfrm>
            <a:off x="1395535" y="1917277"/>
            <a:ext cx="436787" cy="440656"/>
          </a:xfrm>
          <a:custGeom>
            <a:avLst/>
            <a:gdLst/>
            <a:ahLst/>
            <a:cxnLst/>
            <a:rect l="l" t="t" r="r" b="b"/>
            <a:pathLst>
              <a:path w="7533" h="8877">
                <a:moveTo>
                  <a:pt x="6120" y="1"/>
                </a:moveTo>
                <a:cubicBezTo>
                  <a:pt x="5920" y="1"/>
                  <a:pt x="5689" y="171"/>
                  <a:pt x="5730" y="431"/>
                </a:cubicBezTo>
                <a:cubicBezTo>
                  <a:pt x="6072" y="2988"/>
                  <a:pt x="6323" y="5544"/>
                  <a:pt x="6757" y="8055"/>
                </a:cubicBezTo>
                <a:lnTo>
                  <a:pt x="7168" y="8055"/>
                </a:lnTo>
                <a:cubicBezTo>
                  <a:pt x="7054" y="8192"/>
                  <a:pt x="6940" y="8329"/>
                  <a:pt x="6825" y="8489"/>
                </a:cubicBezTo>
                <a:cubicBezTo>
                  <a:pt x="6803" y="8352"/>
                  <a:pt x="6780" y="8215"/>
                  <a:pt x="6757" y="8055"/>
                </a:cubicBezTo>
                <a:cubicBezTo>
                  <a:pt x="4657" y="8169"/>
                  <a:pt x="2557" y="8192"/>
                  <a:pt x="457" y="8192"/>
                </a:cubicBezTo>
                <a:cubicBezTo>
                  <a:pt x="1" y="8192"/>
                  <a:pt x="1" y="8877"/>
                  <a:pt x="457" y="8877"/>
                </a:cubicBezTo>
                <a:cubicBezTo>
                  <a:pt x="2694" y="8877"/>
                  <a:pt x="4931" y="8854"/>
                  <a:pt x="7168" y="8740"/>
                </a:cubicBezTo>
                <a:cubicBezTo>
                  <a:pt x="7396" y="8740"/>
                  <a:pt x="7533" y="8534"/>
                  <a:pt x="7487" y="8306"/>
                </a:cubicBezTo>
                <a:cubicBezTo>
                  <a:pt x="7008" y="5635"/>
                  <a:pt x="6757" y="2942"/>
                  <a:pt x="6392" y="249"/>
                </a:cubicBezTo>
                <a:cubicBezTo>
                  <a:pt x="6373" y="76"/>
                  <a:pt x="6254" y="1"/>
                  <a:pt x="6120" y="1"/>
                </a:cubicBezTo>
                <a:close/>
              </a:path>
            </a:pathLst>
          </a:custGeom>
          <a:solidFill>
            <a:srgbClr val="0E514A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69" name="Google Shape;4069;p51">
            <a:extLst>
              <a:ext uri="{FF2B5EF4-FFF2-40B4-BE49-F238E27FC236}">
                <a16:creationId xmlns:a16="http://schemas.microsoft.com/office/drawing/2014/main" id="{23F00F34-1D09-4343-9DF4-55F5DDF75C1A}"/>
              </a:ext>
            </a:extLst>
          </p:cNvPr>
          <p:cNvSpPr>
            <a:spLocks noGrp="1"/>
          </p:cNvSpPr>
          <p:nvPr/>
        </p:nvSpPr>
        <p:spPr>
          <a:xfrm>
            <a:off x="1369218" y="1311598"/>
            <a:ext cx="302069" cy="151959"/>
          </a:xfrm>
          <a:custGeom>
            <a:avLst/>
            <a:gdLst/>
            <a:ahLst/>
            <a:cxnLst/>
            <a:rect l="l" t="t" r="r" b="b"/>
            <a:pathLst>
              <a:path w="7512" h="4428">
                <a:moveTo>
                  <a:pt x="2539" y="0"/>
                </a:moveTo>
                <a:cubicBezTo>
                  <a:pt x="1131" y="0"/>
                  <a:pt x="0" y="955"/>
                  <a:pt x="573" y="2673"/>
                </a:cubicBezTo>
                <a:cubicBezTo>
                  <a:pt x="981" y="3929"/>
                  <a:pt x="2197" y="4428"/>
                  <a:pt x="3532" y="4428"/>
                </a:cubicBezTo>
                <a:cubicBezTo>
                  <a:pt x="5035" y="4428"/>
                  <a:pt x="6689" y="3796"/>
                  <a:pt x="7511" y="2901"/>
                </a:cubicBezTo>
                <a:lnTo>
                  <a:pt x="7466" y="2810"/>
                </a:lnTo>
                <a:cubicBezTo>
                  <a:pt x="6507" y="1600"/>
                  <a:pt x="5001" y="596"/>
                  <a:pt x="3563" y="162"/>
                </a:cubicBezTo>
                <a:cubicBezTo>
                  <a:pt x="3218" y="53"/>
                  <a:pt x="2871" y="0"/>
                  <a:pt x="2539" y="0"/>
                </a:cubicBezTo>
                <a:close/>
              </a:path>
            </a:pathLst>
          </a:custGeom>
          <a:solidFill>
            <a:srgbClr val="459B97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70" name="Google Shape;4070;p51">
            <a:extLst>
              <a:ext uri="{FF2B5EF4-FFF2-40B4-BE49-F238E27FC236}">
                <a16:creationId xmlns:a16="http://schemas.microsoft.com/office/drawing/2014/main" id="{4C142962-1FAF-4304-ACF3-A2F0841F020F}"/>
              </a:ext>
            </a:extLst>
          </p:cNvPr>
          <p:cNvSpPr>
            <a:spLocks noGrp="1"/>
          </p:cNvSpPr>
          <p:nvPr/>
        </p:nvSpPr>
        <p:spPr>
          <a:xfrm>
            <a:off x="1399578" y="1089247"/>
            <a:ext cx="289563" cy="236553"/>
          </a:xfrm>
          <a:custGeom>
            <a:avLst/>
            <a:gdLst/>
            <a:ahLst/>
            <a:cxnLst/>
            <a:rect l="l" t="t" r="r" b="b"/>
            <a:pathLst>
              <a:path w="7201" h="6893">
                <a:moveTo>
                  <a:pt x="4723" y="0"/>
                </a:moveTo>
                <a:cubicBezTo>
                  <a:pt x="4407" y="0"/>
                  <a:pt x="4045" y="92"/>
                  <a:pt x="3629" y="296"/>
                </a:cubicBezTo>
                <a:cubicBezTo>
                  <a:pt x="0" y="2099"/>
                  <a:pt x="4451" y="5865"/>
                  <a:pt x="6232" y="6892"/>
                </a:cubicBezTo>
                <a:lnTo>
                  <a:pt x="6346" y="6892"/>
                </a:lnTo>
                <a:cubicBezTo>
                  <a:pt x="6791" y="5637"/>
                  <a:pt x="7201" y="0"/>
                  <a:pt x="4723" y="0"/>
                </a:cubicBezTo>
                <a:close/>
              </a:path>
            </a:pathLst>
          </a:custGeom>
          <a:solidFill>
            <a:srgbClr val="459B97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71" name="Google Shape;4071;p51">
            <a:extLst>
              <a:ext uri="{FF2B5EF4-FFF2-40B4-BE49-F238E27FC236}">
                <a16:creationId xmlns:a16="http://schemas.microsoft.com/office/drawing/2014/main" id="{90074DAD-A38D-4338-9A77-2D9A1E91449E}"/>
              </a:ext>
            </a:extLst>
          </p:cNvPr>
          <p:cNvSpPr>
            <a:spLocks noGrp="1"/>
          </p:cNvSpPr>
          <p:nvPr/>
        </p:nvSpPr>
        <p:spPr>
          <a:xfrm>
            <a:off x="1816260" y="1202294"/>
            <a:ext cx="191889" cy="309924"/>
          </a:xfrm>
          <a:custGeom>
            <a:avLst/>
            <a:gdLst/>
            <a:ahLst/>
            <a:cxnLst/>
            <a:rect l="l" t="t" r="r" b="b"/>
            <a:pathLst>
              <a:path w="4772" h="9031">
                <a:moveTo>
                  <a:pt x="2488" y="1"/>
                </a:moveTo>
                <a:cubicBezTo>
                  <a:pt x="2069" y="1"/>
                  <a:pt x="1625" y="199"/>
                  <a:pt x="1188" y="677"/>
                </a:cubicBezTo>
                <a:cubicBezTo>
                  <a:pt x="1" y="1955"/>
                  <a:pt x="663" y="4466"/>
                  <a:pt x="914" y="5972"/>
                </a:cubicBezTo>
                <a:cubicBezTo>
                  <a:pt x="1074" y="6908"/>
                  <a:pt x="1485" y="8026"/>
                  <a:pt x="914" y="8825"/>
                </a:cubicBezTo>
                <a:lnTo>
                  <a:pt x="1005" y="9031"/>
                </a:lnTo>
                <a:cubicBezTo>
                  <a:pt x="1736" y="8711"/>
                  <a:pt x="2352" y="8392"/>
                  <a:pt x="2877" y="7775"/>
                </a:cubicBezTo>
                <a:cubicBezTo>
                  <a:pt x="3972" y="6543"/>
                  <a:pt x="4771" y="4694"/>
                  <a:pt x="4726" y="3050"/>
                </a:cubicBezTo>
                <a:cubicBezTo>
                  <a:pt x="4726" y="1690"/>
                  <a:pt x="3713" y="1"/>
                  <a:pt x="2488" y="1"/>
                </a:cubicBezTo>
                <a:close/>
              </a:path>
            </a:pathLst>
          </a:custGeom>
          <a:solidFill>
            <a:srgbClr val="459B97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72" name="Google Shape;4072;p51">
            <a:extLst>
              <a:ext uri="{FF2B5EF4-FFF2-40B4-BE49-F238E27FC236}">
                <a16:creationId xmlns:a16="http://schemas.microsoft.com/office/drawing/2014/main" id="{E9351D0D-7815-4F1D-A639-745A8D1F0E45}"/>
              </a:ext>
            </a:extLst>
          </p:cNvPr>
          <p:cNvSpPr>
            <a:spLocks noGrp="1"/>
          </p:cNvSpPr>
          <p:nvPr/>
        </p:nvSpPr>
        <p:spPr>
          <a:xfrm>
            <a:off x="1573939" y="1184138"/>
            <a:ext cx="314897" cy="678224"/>
          </a:xfrm>
          <a:custGeom>
            <a:avLst/>
            <a:gdLst/>
            <a:ahLst/>
            <a:cxnLst/>
            <a:rect l="l" t="t" r="r" b="b"/>
            <a:pathLst>
              <a:path w="7831" h="19763">
                <a:moveTo>
                  <a:pt x="431" y="0"/>
                </a:moveTo>
                <a:cubicBezTo>
                  <a:pt x="224" y="0"/>
                  <a:pt x="0" y="176"/>
                  <a:pt x="69" y="452"/>
                </a:cubicBezTo>
                <a:cubicBezTo>
                  <a:pt x="1005" y="4264"/>
                  <a:pt x="3562" y="7231"/>
                  <a:pt x="5388" y="10632"/>
                </a:cubicBezTo>
                <a:cubicBezTo>
                  <a:pt x="6940" y="13463"/>
                  <a:pt x="7259" y="16772"/>
                  <a:pt x="6346" y="19763"/>
                </a:cubicBezTo>
                <a:lnTo>
                  <a:pt x="7077" y="19763"/>
                </a:lnTo>
                <a:cubicBezTo>
                  <a:pt x="7830" y="17229"/>
                  <a:pt x="7739" y="14444"/>
                  <a:pt x="6780" y="11933"/>
                </a:cubicBezTo>
                <a:cubicBezTo>
                  <a:pt x="5182" y="7779"/>
                  <a:pt x="1827" y="4652"/>
                  <a:pt x="731" y="247"/>
                </a:cubicBezTo>
                <a:cubicBezTo>
                  <a:pt x="695" y="76"/>
                  <a:pt x="567" y="0"/>
                  <a:pt x="431" y="0"/>
                </a:cubicBezTo>
                <a:close/>
              </a:path>
            </a:pathLst>
          </a:custGeom>
          <a:solidFill>
            <a:srgbClr val="0E514A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73" name="Google Shape;4073;p51">
            <a:extLst>
              <a:ext uri="{FF2B5EF4-FFF2-40B4-BE49-F238E27FC236}">
                <a16:creationId xmlns:a16="http://schemas.microsoft.com/office/drawing/2014/main" id="{979F3F06-3227-475D-BDC5-F6E4E96D183E}"/>
              </a:ext>
            </a:extLst>
          </p:cNvPr>
          <p:cNvSpPr>
            <a:spLocks noGrp="1"/>
          </p:cNvSpPr>
          <p:nvPr/>
        </p:nvSpPr>
        <p:spPr>
          <a:xfrm>
            <a:off x="1785257" y="1306279"/>
            <a:ext cx="159560" cy="239916"/>
          </a:xfrm>
          <a:custGeom>
            <a:avLst/>
            <a:gdLst/>
            <a:ahLst/>
            <a:cxnLst/>
            <a:rect l="l" t="t" r="r" b="b"/>
            <a:pathLst>
              <a:path w="3968" h="6991">
                <a:moveTo>
                  <a:pt x="3236" y="1"/>
                </a:moveTo>
                <a:cubicBezTo>
                  <a:pt x="3034" y="1"/>
                  <a:pt x="2817" y="171"/>
                  <a:pt x="2872" y="431"/>
                </a:cubicBezTo>
                <a:cubicBezTo>
                  <a:pt x="3214" y="2166"/>
                  <a:pt x="2438" y="5795"/>
                  <a:pt x="407" y="6297"/>
                </a:cubicBezTo>
                <a:cubicBezTo>
                  <a:pt x="1" y="6404"/>
                  <a:pt x="135" y="6991"/>
                  <a:pt x="509" y="6991"/>
                </a:cubicBezTo>
                <a:cubicBezTo>
                  <a:pt x="535" y="6991"/>
                  <a:pt x="561" y="6988"/>
                  <a:pt x="589" y="6982"/>
                </a:cubicBezTo>
                <a:cubicBezTo>
                  <a:pt x="3032" y="6366"/>
                  <a:pt x="3967" y="2371"/>
                  <a:pt x="3534" y="249"/>
                </a:cubicBezTo>
                <a:cubicBezTo>
                  <a:pt x="3497" y="76"/>
                  <a:pt x="3370" y="1"/>
                  <a:pt x="3236" y="1"/>
                </a:cubicBezTo>
                <a:close/>
              </a:path>
            </a:pathLst>
          </a:custGeom>
          <a:solidFill>
            <a:srgbClr val="0E514A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74" name="Google Shape;4074;p51">
            <a:extLst>
              <a:ext uri="{FF2B5EF4-FFF2-40B4-BE49-F238E27FC236}">
                <a16:creationId xmlns:a16="http://schemas.microsoft.com/office/drawing/2014/main" id="{2B8B4B12-1C98-4255-BD58-C9151365B1C3}"/>
              </a:ext>
            </a:extLst>
          </p:cNvPr>
          <p:cNvSpPr>
            <a:spLocks noGrp="1"/>
          </p:cNvSpPr>
          <p:nvPr/>
        </p:nvSpPr>
        <p:spPr>
          <a:xfrm>
            <a:off x="1493555" y="1388232"/>
            <a:ext cx="223013" cy="42622"/>
          </a:xfrm>
          <a:custGeom>
            <a:avLst/>
            <a:gdLst/>
            <a:ahLst/>
            <a:cxnLst/>
            <a:rect l="l" t="t" r="r" b="b"/>
            <a:pathLst>
              <a:path w="5546" h="1242">
                <a:moveTo>
                  <a:pt x="5031" y="1"/>
                </a:moveTo>
                <a:cubicBezTo>
                  <a:pt x="4974" y="1"/>
                  <a:pt x="4914" y="16"/>
                  <a:pt x="4853" y="52"/>
                </a:cubicBezTo>
                <a:cubicBezTo>
                  <a:pt x="4229" y="407"/>
                  <a:pt x="3554" y="544"/>
                  <a:pt x="2868" y="544"/>
                </a:cubicBezTo>
                <a:cubicBezTo>
                  <a:pt x="2101" y="544"/>
                  <a:pt x="1320" y="372"/>
                  <a:pt x="585" y="143"/>
                </a:cubicBezTo>
                <a:cubicBezTo>
                  <a:pt x="551" y="134"/>
                  <a:pt x="518" y="130"/>
                  <a:pt x="487" y="130"/>
                </a:cubicBezTo>
                <a:cubicBezTo>
                  <a:pt x="126" y="130"/>
                  <a:pt x="1" y="702"/>
                  <a:pt x="379" y="828"/>
                </a:cubicBezTo>
                <a:cubicBezTo>
                  <a:pt x="1185" y="1070"/>
                  <a:pt x="2031" y="1242"/>
                  <a:pt x="2863" y="1242"/>
                </a:cubicBezTo>
                <a:cubicBezTo>
                  <a:pt x="3680" y="1242"/>
                  <a:pt x="4483" y="1075"/>
                  <a:pt x="5218" y="645"/>
                </a:cubicBezTo>
                <a:cubicBezTo>
                  <a:pt x="5546" y="453"/>
                  <a:pt x="5337" y="1"/>
                  <a:pt x="5031" y="1"/>
                </a:cubicBezTo>
                <a:close/>
              </a:path>
            </a:pathLst>
          </a:custGeom>
          <a:solidFill>
            <a:srgbClr val="0E514A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75" name="Google Shape;4075;p51">
            <a:extLst>
              <a:ext uri="{FF2B5EF4-FFF2-40B4-BE49-F238E27FC236}">
                <a16:creationId xmlns:a16="http://schemas.microsoft.com/office/drawing/2014/main" id="{46D4BAD1-C8C6-42E1-95AB-E3133A29E3BC}"/>
              </a:ext>
            </a:extLst>
          </p:cNvPr>
          <p:cNvSpPr>
            <a:spLocks noGrp="1"/>
          </p:cNvSpPr>
          <p:nvPr/>
        </p:nvSpPr>
        <p:spPr>
          <a:xfrm rot="980768">
            <a:off x="999481" y="945468"/>
            <a:ext cx="6723678" cy="4193342"/>
          </a:xfrm>
          <a:prstGeom prst="cloud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77" name="Google Shape;4077;p51">
            <a:extLst>
              <a:ext uri="{FF2B5EF4-FFF2-40B4-BE49-F238E27FC236}">
                <a16:creationId xmlns:a16="http://schemas.microsoft.com/office/drawing/2014/main" id="{DA3CA2B6-20D3-4AB6-8F94-D35D44A56B40}"/>
              </a:ext>
            </a:extLst>
          </p:cNvPr>
          <p:cNvSpPr>
            <a:spLocks noGrp="1"/>
          </p:cNvSpPr>
          <p:nvPr/>
        </p:nvSpPr>
        <p:spPr>
          <a:xfrm flipH="1">
            <a:off x="8466967" y="3080233"/>
            <a:ext cx="995346" cy="672726"/>
          </a:xfrm>
          <a:custGeom>
            <a:avLst/>
            <a:gdLst/>
            <a:ahLst/>
            <a:cxnLst/>
            <a:rect l="l" t="t" r="r" b="b"/>
            <a:pathLst>
              <a:path w="24753" h="19603">
                <a:moveTo>
                  <a:pt x="9154" y="0"/>
                </a:moveTo>
                <a:cubicBezTo>
                  <a:pt x="7784" y="0"/>
                  <a:pt x="6757" y="2694"/>
                  <a:pt x="6301" y="3629"/>
                </a:cubicBezTo>
                <a:cubicBezTo>
                  <a:pt x="4064" y="8446"/>
                  <a:pt x="2306" y="13444"/>
                  <a:pt x="1" y="18260"/>
                </a:cubicBezTo>
                <a:lnTo>
                  <a:pt x="92" y="19561"/>
                </a:lnTo>
                <a:cubicBezTo>
                  <a:pt x="1507" y="19561"/>
                  <a:pt x="3217" y="19602"/>
                  <a:pt x="4828" y="19602"/>
                </a:cubicBezTo>
                <a:cubicBezTo>
                  <a:pt x="5634" y="19602"/>
                  <a:pt x="6415" y="19592"/>
                  <a:pt x="7122" y="19561"/>
                </a:cubicBezTo>
                <a:cubicBezTo>
                  <a:pt x="12030" y="19379"/>
                  <a:pt x="16663" y="19196"/>
                  <a:pt x="21206" y="17530"/>
                </a:cubicBezTo>
                <a:cubicBezTo>
                  <a:pt x="24752" y="16251"/>
                  <a:pt x="24634" y="13625"/>
                  <a:pt x="20939" y="13625"/>
                </a:cubicBezTo>
                <a:cubicBezTo>
                  <a:pt x="20877" y="13625"/>
                  <a:pt x="20814" y="13625"/>
                  <a:pt x="20749" y="13627"/>
                </a:cubicBezTo>
                <a:cubicBezTo>
                  <a:pt x="18464" y="13710"/>
                  <a:pt x="14967" y="15250"/>
                  <a:pt x="12534" y="15250"/>
                </a:cubicBezTo>
                <a:cubicBezTo>
                  <a:pt x="12294" y="15250"/>
                  <a:pt x="12064" y="15235"/>
                  <a:pt x="11847" y="15202"/>
                </a:cubicBezTo>
                <a:cubicBezTo>
                  <a:pt x="14449" y="14083"/>
                  <a:pt x="17234" y="12235"/>
                  <a:pt x="19083" y="11116"/>
                </a:cubicBezTo>
                <a:cubicBezTo>
                  <a:pt x="20201" y="10386"/>
                  <a:pt x="24629" y="7784"/>
                  <a:pt x="21571" y="6962"/>
                </a:cubicBezTo>
                <a:cubicBezTo>
                  <a:pt x="21299" y="6874"/>
                  <a:pt x="21025" y="6835"/>
                  <a:pt x="20751" y="6835"/>
                </a:cubicBezTo>
                <a:cubicBezTo>
                  <a:pt x="19248" y="6835"/>
                  <a:pt x="17721" y="8005"/>
                  <a:pt x="16389" y="8719"/>
                </a:cubicBezTo>
                <a:cubicBezTo>
                  <a:pt x="14358" y="9747"/>
                  <a:pt x="11573" y="11869"/>
                  <a:pt x="9542" y="12600"/>
                </a:cubicBezTo>
                <a:cubicBezTo>
                  <a:pt x="11117" y="10842"/>
                  <a:pt x="12418" y="8811"/>
                  <a:pt x="13879" y="6962"/>
                </a:cubicBezTo>
                <a:cubicBezTo>
                  <a:pt x="14723" y="5935"/>
                  <a:pt x="17873" y="3264"/>
                  <a:pt x="15933" y="2055"/>
                </a:cubicBezTo>
                <a:cubicBezTo>
                  <a:pt x="15722" y="1922"/>
                  <a:pt x="15498" y="1861"/>
                  <a:pt x="15262" y="1861"/>
                </a:cubicBezTo>
                <a:cubicBezTo>
                  <a:pt x="12689" y="1861"/>
                  <a:pt x="8762" y="9133"/>
                  <a:pt x="6483" y="10660"/>
                </a:cubicBezTo>
                <a:cubicBezTo>
                  <a:pt x="7876" y="7966"/>
                  <a:pt x="8606" y="5478"/>
                  <a:pt x="9542" y="3059"/>
                </a:cubicBezTo>
                <a:cubicBezTo>
                  <a:pt x="9816" y="2146"/>
                  <a:pt x="10637" y="0"/>
                  <a:pt x="9154" y="0"/>
                </a:cubicBezTo>
                <a:close/>
              </a:path>
            </a:pathLst>
          </a:custGeom>
          <a:solidFill>
            <a:srgbClr val="FFDB6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78" name="Google Shape;4078;p51">
            <a:extLst>
              <a:ext uri="{FF2B5EF4-FFF2-40B4-BE49-F238E27FC236}">
                <a16:creationId xmlns:a16="http://schemas.microsoft.com/office/drawing/2014/main" id="{BA93D624-CAE4-4FAE-8482-58674C5E0B19}"/>
              </a:ext>
            </a:extLst>
          </p:cNvPr>
          <p:cNvSpPr>
            <a:spLocks noGrp="1"/>
          </p:cNvSpPr>
          <p:nvPr/>
        </p:nvSpPr>
        <p:spPr>
          <a:xfrm flipH="1">
            <a:off x="8637743" y="3364388"/>
            <a:ext cx="838040" cy="388817"/>
          </a:xfrm>
          <a:custGeom>
            <a:avLst/>
            <a:gdLst/>
            <a:ahLst/>
            <a:cxnLst/>
            <a:rect l="l" t="t" r="r" b="b"/>
            <a:pathLst>
              <a:path w="20841" h="11330">
                <a:moveTo>
                  <a:pt x="20347" y="0"/>
                </a:moveTo>
                <a:cubicBezTo>
                  <a:pt x="20292" y="0"/>
                  <a:pt x="20232" y="16"/>
                  <a:pt x="20171" y="51"/>
                </a:cubicBezTo>
                <a:cubicBezTo>
                  <a:pt x="16451" y="2151"/>
                  <a:pt x="12662" y="4137"/>
                  <a:pt x="8987" y="6328"/>
                </a:cubicBezTo>
                <a:cubicBezTo>
                  <a:pt x="7252" y="7378"/>
                  <a:pt x="5426" y="8360"/>
                  <a:pt x="3531" y="9113"/>
                </a:cubicBezTo>
                <a:cubicBezTo>
                  <a:pt x="2413" y="9570"/>
                  <a:pt x="1180" y="9958"/>
                  <a:pt x="267" y="10756"/>
                </a:cubicBezTo>
                <a:cubicBezTo>
                  <a:pt x="1" y="10987"/>
                  <a:pt x="246" y="11329"/>
                  <a:pt x="519" y="11329"/>
                </a:cubicBezTo>
                <a:cubicBezTo>
                  <a:pt x="596" y="11329"/>
                  <a:pt x="676" y="11302"/>
                  <a:pt x="747" y="11236"/>
                </a:cubicBezTo>
                <a:cubicBezTo>
                  <a:pt x="1797" y="10346"/>
                  <a:pt x="3235" y="10026"/>
                  <a:pt x="4467" y="9478"/>
                </a:cubicBezTo>
                <a:cubicBezTo>
                  <a:pt x="6293" y="8679"/>
                  <a:pt x="8074" y="7698"/>
                  <a:pt x="9786" y="6671"/>
                </a:cubicBezTo>
                <a:cubicBezTo>
                  <a:pt x="13301" y="4548"/>
                  <a:pt x="16953" y="2654"/>
                  <a:pt x="20513" y="645"/>
                </a:cubicBezTo>
                <a:cubicBezTo>
                  <a:pt x="20841" y="452"/>
                  <a:pt x="20648" y="0"/>
                  <a:pt x="20347" y="0"/>
                </a:cubicBezTo>
                <a:close/>
              </a:path>
            </a:pathLst>
          </a:custGeom>
          <a:solidFill>
            <a:srgbClr val="FFA522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79" name="Google Shape;4079;p51">
            <a:extLst>
              <a:ext uri="{FF2B5EF4-FFF2-40B4-BE49-F238E27FC236}">
                <a16:creationId xmlns:a16="http://schemas.microsoft.com/office/drawing/2014/main" id="{898FAC47-B27D-494D-98CD-4B9D8DE8E8A3}"/>
              </a:ext>
            </a:extLst>
          </p:cNvPr>
          <p:cNvSpPr>
            <a:spLocks noGrp="1"/>
          </p:cNvSpPr>
          <p:nvPr/>
        </p:nvSpPr>
        <p:spPr>
          <a:xfrm flipH="1">
            <a:off x="8869561" y="3205082"/>
            <a:ext cx="609962" cy="544893"/>
          </a:xfrm>
          <a:custGeom>
            <a:avLst/>
            <a:gdLst/>
            <a:ahLst/>
            <a:cxnLst/>
            <a:rect l="l" t="t" r="r" b="b"/>
            <a:pathLst>
              <a:path w="15169" h="15878">
                <a:moveTo>
                  <a:pt x="14670" y="0"/>
                </a:moveTo>
                <a:cubicBezTo>
                  <a:pt x="14592" y="0"/>
                  <a:pt x="14512" y="32"/>
                  <a:pt x="14444" y="106"/>
                </a:cubicBezTo>
                <a:cubicBezTo>
                  <a:pt x="12070" y="2662"/>
                  <a:pt x="9810" y="5310"/>
                  <a:pt x="7710" y="8049"/>
                </a:cubicBezTo>
                <a:cubicBezTo>
                  <a:pt x="5519" y="10902"/>
                  <a:pt x="3031" y="13047"/>
                  <a:pt x="269" y="15307"/>
                </a:cubicBezTo>
                <a:cubicBezTo>
                  <a:pt x="1" y="15522"/>
                  <a:pt x="238" y="15877"/>
                  <a:pt x="518" y="15877"/>
                </a:cubicBezTo>
                <a:cubicBezTo>
                  <a:pt x="594" y="15877"/>
                  <a:pt x="675" y="15850"/>
                  <a:pt x="748" y="15787"/>
                </a:cubicBezTo>
                <a:cubicBezTo>
                  <a:pt x="3099" y="13892"/>
                  <a:pt x="5542" y="12066"/>
                  <a:pt x="7368" y="9624"/>
                </a:cubicBezTo>
                <a:cubicBezTo>
                  <a:pt x="9742" y="6497"/>
                  <a:pt x="12252" y="3484"/>
                  <a:pt x="14923" y="608"/>
                </a:cubicBezTo>
                <a:cubicBezTo>
                  <a:pt x="15169" y="345"/>
                  <a:pt x="14929" y="0"/>
                  <a:pt x="14670" y="0"/>
                </a:cubicBezTo>
                <a:close/>
              </a:path>
            </a:pathLst>
          </a:custGeom>
          <a:solidFill>
            <a:srgbClr val="FFA522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80" name="Google Shape;4080;p51">
            <a:extLst>
              <a:ext uri="{FF2B5EF4-FFF2-40B4-BE49-F238E27FC236}">
                <a16:creationId xmlns:a16="http://schemas.microsoft.com/office/drawing/2014/main" id="{AAD2685F-2CF4-42D2-9F38-536520A3D4D7}"/>
              </a:ext>
            </a:extLst>
          </p:cNvPr>
          <p:cNvSpPr>
            <a:spLocks noGrp="1"/>
          </p:cNvSpPr>
          <p:nvPr/>
        </p:nvSpPr>
        <p:spPr>
          <a:xfrm flipH="1">
            <a:off x="9103348" y="3129514"/>
            <a:ext cx="373722" cy="611984"/>
          </a:xfrm>
          <a:custGeom>
            <a:avLst/>
            <a:gdLst/>
            <a:ahLst/>
            <a:cxnLst/>
            <a:rect l="l" t="t" r="r" b="b"/>
            <a:pathLst>
              <a:path w="9294" h="17833">
                <a:moveTo>
                  <a:pt x="8862" y="0"/>
                </a:moveTo>
                <a:cubicBezTo>
                  <a:pt x="8726" y="0"/>
                  <a:pt x="8593" y="70"/>
                  <a:pt x="8539" y="230"/>
                </a:cubicBezTo>
                <a:cubicBezTo>
                  <a:pt x="7672" y="3243"/>
                  <a:pt x="6029" y="5914"/>
                  <a:pt x="4842" y="8790"/>
                </a:cubicBezTo>
                <a:cubicBezTo>
                  <a:pt x="3586" y="11780"/>
                  <a:pt x="2285" y="14702"/>
                  <a:pt x="208" y="17235"/>
                </a:cubicBezTo>
                <a:cubicBezTo>
                  <a:pt x="1" y="17495"/>
                  <a:pt x="225" y="17832"/>
                  <a:pt x="465" y="17832"/>
                </a:cubicBezTo>
                <a:cubicBezTo>
                  <a:pt x="542" y="17832"/>
                  <a:pt x="621" y="17798"/>
                  <a:pt x="687" y="17715"/>
                </a:cubicBezTo>
                <a:cubicBezTo>
                  <a:pt x="2650" y="15364"/>
                  <a:pt x="3974" y="12670"/>
                  <a:pt x="5138" y="9863"/>
                </a:cubicBezTo>
                <a:cubicBezTo>
                  <a:pt x="6462" y="6690"/>
                  <a:pt x="8265" y="3723"/>
                  <a:pt x="9224" y="436"/>
                </a:cubicBezTo>
                <a:cubicBezTo>
                  <a:pt x="9294" y="171"/>
                  <a:pt x="9075" y="0"/>
                  <a:pt x="8862" y="0"/>
                </a:cubicBezTo>
                <a:close/>
              </a:path>
            </a:pathLst>
          </a:custGeom>
          <a:solidFill>
            <a:srgbClr val="FFA522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81" name="Google Shape;4081;p51">
            <a:extLst>
              <a:ext uri="{FF2B5EF4-FFF2-40B4-BE49-F238E27FC236}">
                <a16:creationId xmlns:a16="http://schemas.microsoft.com/office/drawing/2014/main" id="{9002A457-36E4-4623-955C-454DF82BD586}"/>
              </a:ext>
            </a:extLst>
          </p:cNvPr>
          <p:cNvSpPr>
            <a:spLocks noGrp="1"/>
          </p:cNvSpPr>
          <p:nvPr/>
        </p:nvSpPr>
        <p:spPr>
          <a:xfrm flipH="1">
            <a:off x="8593752" y="3586393"/>
            <a:ext cx="864861" cy="155390"/>
          </a:xfrm>
          <a:custGeom>
            <a:avLst/>
            <a:gdLst/>
            <a:ahLst/>
            <a:cxnLst/>
            <a:rect l="l" t="t" r="r" b="b"/>
            <a:pathLst>
              <a:path w="21508" h="4528">
                <a:moveTo>
                  <a:pt x="21045" y="1"/>
                </a:moveTo>
                <a:cubicBezTo>
                  <a:pt x="21009" y="1"/>
                  <a:pt x="20971" y="6"/>
                  <a:pt x="20931" y="19"/>
                </a:cubicBezTo>
                <a:cubicBezTo>
                  <a:pt x="17827" y="1069"/>
                  <a:pt x="14403" y="1412"/>
                  <a:pt x="11185" y="1982"/>
                </a:cubicBezTo>
                <a:cubicBezTo>
                  <a:pt x="9313" y="2302"/>
                  <a:pt x="7464" y="2553"/>
                  <a:pt x="5592" y="2872"/>
                </a:cubicBezTo>
                <a:cubicBezTo>
                  <a:pt x="3981" y="3169"/>
                  <a:pt x="2489" y="3820"/>
                  <a:pt x="840" y="3820"/>
                </a:cubicBezTo>
                <a:cubicBezTo>
                  <a:pt x="713" y="3820"/>
                  <a:pt x="585" y="3816"/>
                  <a:pt x="457" y="3808"/>
                </a:cubicBezTo>
                <a:cubicBezTo>
                  <a:pt x="449" y="3808"/>
                  <a:pt x="442" y="3808"/>
                  <a:pt x="435" y="3808"/>
                </a:cubicBezTo>
                <a:cubicBezTo>
                  <a:pt x="0" y="3808"/>
                  <a:pt x="7" y="4493"/>
                  <a:pt x="457" y="4516"/>
                </a:cubicBezTo>
                <a:cubicBezTo>
                  <a:pt x="585" y="4523"/>
                  <a:pt x="713" y="4527"/>
                  <a:pt x="841" y="4527"/>
                </a:cubicBezTo>
                <a:cubicBezTo>
                  <a:pt x="2232" y="4527"/>
                  <a:pt x="3572" y="4095"/>
                  <a:pt x="4930" y="3740"/>
                </a:cubicBezTo>
                <a:cubicBezTo>
                  <a:pt x="6688" y="3283"/>
                  <a:pt x="8537" y="3123"/>
                  <a:pt x="10340" y="2827"/>
                </a:cubicBezTo>
                <a:cubicBezTo>
                  <a:pt x="12120" y="2530"/>
                  <a:pt x="13901" y="2142"/>
                  <a:pt x="15704" y="1845"/>
                </a:cubicBezTo>
                <a:cubicBezTo>
                  <a:pt x="17530" y="1548"/>
                  <a:pt x="19356" y="1297"/>
                  <a:pt x="21114" y="704"/>
                </a:cubicBezTo>
                <a:cubicBezTo>
                  <a:pt x="21507" y="559"/>
                  <a:pt x="21393" y="1"/>
                  <a:pt x="21045" y="1"/>
                </a:cubicBezTo>
                <a:close/>
              </a:path>
            </a:pathLst>
          </a:custGeom>
          <a:solidFill>
            <a:srgbClr val="FFA522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83" name="Google Shape;4083;p51">
            <a:extLst>
              <a:ext uri="{FF2B5EF4-FFF2-40B4-BE49-F238E27FC236}">
                <a16:creationId xmlns:a16="http://schemas.microsoft.com/office/drawing/2014/main" id="{7BDBF393-83EC-484E-8AD7-BCADEB187556}"/>
              </a:ext>
            </a:extLst>
          </p:cNvPr>
          <p:cNvSpPr>
            <a:spLocks noGrp="1"/>
          </p:cNvSpPr>
          <p:nvPr/>
        </p:nvSpPr>
        <p:spPr>
          <a:xfrm>
            <a:off x="8637" y="3373189"/>
            <a:ext cx="1043157" cy="685355"/>
          </a:xfrm>
          <a:custGeom>
            <a:avLst/>
            <a:gdLst/>
            <a:ahLst/>
            <a:cxnLst/>
            <a:rect l="l" t="t" r="r" b="b"/>
            <a:pathLst>
              <a:path w="25942" h="19971">
                <a:moveTo>
                  <a:pt x="9705" y="1"/>
                </a:moveTo>
                <a:cubicBezTo>
                  <a:pt x="7527" y="1"/>
                  <a:pt x="5973" y="655"/>
                  <a:pt x="8435" y="3009"/>
                </a:cubicBezTo>
                <a:cubicBezTo>
                  <a:pt x="10695" y="5086"/>
                  <a:pt x="14849" y="6638"/>
                  <a:pt x="17770" y="7505"/>
                </a:cubicBezTo>
                <a:cubicBezTo>
                  <a:pt x="16612" y="7411"/>
                  <a:pt x="11802" y="6606"/>
                  <a:pt x="7521" y="6606"/>
                </a:cubicBezTo>
                <a:cubicBezTo>
                  <a:pt x="3532" y="6606"/>
                  <a:pt x="1" y="7304"/>
                  <a:pt x="309" y="9925"/>
                </a:cubicBezTo>
                <a:cubicBezTo>
                  <a:pt x="574" y="12205"/>
                  <a:pt x="8728" y="12815"/>
                  <a:pt x="14639" y="12815"/>
                </a:cubicBezTo>
                <a:cubicBezTo>
                  <a:pt x="16359" y="12815"/>
                  <a:pt x="17889" y="12764"/>
                  <a:pt x="18980" y="12686"/>
                </a:cubicBezTo>
                <a:lnTo>
                  <a:pt x="18980" y="12686"/>
                </a:lnTo>
                <a:cubicBezTo>
                  <a:pt x="14324" y="14421"/>
                  <a:pt x="9142" y="14946"/>
                  <a:pt x="6015" y="15631"/>
                </a:cubicBezTo>
                <a:cubicBezTo>
                  <a:pt x="905" y="16609"/>
                  <a:pt x="1306" y="19970"/>
                  <a:pt x="6427" y="19970"/>
                </a:cubicBezTo>
                <a:cubicBezTo>
                  <a:pt x="6682" y="19970"/>
                  <a:pt x="6948" y="19962"/>
                  <a:pt x="7225" y="19945"/>
                </a:cubicBezTo>
                <a:cubicBezTo>
                  <a:pt x="12931" y="19625"/>
                  <a:pt x="19893" y="18347"/>
                  <a:pt x="25942" y="17023"/>
                </a:cubicBezTo>
                <a:lnTo>
                  <a:pt x="25942" y="4629"/>
                </a:lnTo>
                <a:cubicBezTo>
                  <a:pt x="22016" y="3077"/>
                  <a:pt x="17702" y="1799"/>
                  <a:pt x="13981" y="589"/>
                </a:cubicBezTo>
                <a:cubicBezTo>
                  <a:pt x="12996" y="310"/>
                  <a:pt x="11203" y="1"/>
                  <a:pt x="9705" y="1"/>
                </a:cubicBezTo>
                <a:close/>
              </a:path>
            </a:pathLst>
          </a:custGeom>
          <a:solidFill>
            <a:srgbClr val="FF8888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84" name="Google Shape;4084;p51">
            <a:extLst>
              <a:ext uri="{FF2B5EF4-FFF2-40B4-BE49-F238E27FC236}">
                <a16:creationId xmlns:a16="http://schemas.microsoft.com/office/drawing/2014/main" id="{BE8314E2-B431-4272-9F0E-4E596638BDAA}"/>
              </a:ext>
            </a:extLst>
          </p:cNvPr>
          <p:cNvSpPr>
            <a:spLocks noGrp="1"/>
          </p:cNvSpPr>
          <p:nvPr/>
        </p:nvSpPr>
        <p:spPr>
          <a:xfrm>
            <a:off x="397930" y="3422676"/>
            <a:ext cx="653873" cy="233153"/>
          </a:xfrm>
          <a:custGeom>
            <a:avLst/>
            <a:gdLst/>
            <a:ahLst/>
            <a:cxnLst/>
            <a:rect l="l" t="t" r="r" b="b"/>
            <a:pathLst>
              <a:path w="16261" h="6794">
                <a:moveTo>
                  <a:pt x="487" y="1"/>
                </a:moveTo>
                <a:cubicBezTo>
                  <a:pt x="190" y="1"/>
                  <a:pt x="1" y="463"/>
                  <a:pt x="306" y="653"/>
                </a:cubicBezTo>
                <a:cubicBezTo>
                  <a:pt x="5031" y="3712"/>
                  <a:pt x="10646" y="5675"/>
                  <a:pt x="16261" y="6793"/>
                </a:cubicBezTo>
                <a:lnTo>
                  <a:pt x="16261" y="6086"/>
                </a:lnTo>
                <a:cubicBezTo>
                  <a:pt x="10760" y="4967"/>
                  <a:pt x="5282" y="3027"/>
                  <a:pt x="671" y="60"/>
                </a:cubicBezTo>
                <a:cubicBezTo>
                  <a:pt x="607" y="19"/>
                  <a:pt x="545" y="1"/>
                  <a:pt x="487" y="1"/>
                </a:cubicBezTo>
                <a:close/>
              </a:path>
            </a:pathLst>
          </a:custGeom>
          <a:solidFill>
            <a:srgbClr val="A5515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85" name="Google Shape;4085;p51">
            <a:extLst>
              <a:ext uri="{FF2B5EF4-FFF2-40B4-BE49-F238E27FC236}">
                <a16:creationId xmlns:a16="http://schemas.microsoft.com/office/drawing/2014/main" id="{5E990CD7-E0A1-4EAD-8EBC-B2DED697BE10}"/>
              </a:ext>
            </a:extLst>
          </p:cNvPr>
          <p:cNvSpPr>
            <a:spLocks noGrp="1"/>
          </p:cNvSpPr>
          <p:nvPr/>
        </p:nvSpPr>
        <p:spPr>
          <a:xfrm>
            <a:off x="107318" y="3678519"/>
            <a:ext cx="944478" cy="51716"/>
          </a:xfrm>
          <a:custGeom>
            <a:avLst/>
            <a:gdLst/>
            <a:ahLst/>
            <a:cxnLst/>
            <a:rect l="l" t="t" r="r" b="b"/>
            <a:pathLst>
              <a:path w="23488" h="1507">
                <a:moveTo>
                  <a:pt x="11990" y="0"/>
                </a:moveTo>
                <a:cubicBezTo>
                  <a:pt x="8126" y="0"/>
                  <a:pt x="4258" y="160"/>
                  <a:pt x="457" y="160"/>
                </a:cubicBezTo>
                <a:cubicBezTo>
                  <a:pt x="1" y="160"/>
                  <a:pt x="1" y="868"/>
                  <a:pt x="457" y="868"/>
                </a:cubicBezTo>
                <a:cubicBezTo>
                  <a:pt x="4258" y="856"/>
                  <a:pt x="8126" y="691"/>
                  <a:pt x="11990" y="691"/>
                </a:cubicBezTo>
                <a:cubicBezTo>
                  <a:pt x="15853" y="691"/>
                  <a:pt x="19710" y="856"/>
                  <a:pt x="23488" y="1507"/>
                </a:cubicBezTo>
                <a:lnTo>
                  <a:pt x="23488" y="799"/>
                </a:lnTo>
                <a:cubicBezTo>
                  <a:pt x="19710" y="160"/>
                  <a:pt x="15853" y="0"/>
                  <a:pt x="11990" y="0"/>
                </a:cubicBezTo>
                <a:close/>
              </a:path>
            </a:pathLst>
          </a:custGeom>
          <a:solidFill>
            <a:srgbClr val="A5515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86" name="Google Shape;4086;p51">
            <a:extLst>
              <a:ext uri="{FF2B5EF4-FFF2-40B4-BE49-F238E27FC236}">
                <a16:creationId xmlns:a16="http://schemas.microsoft.com/office/drawing/2014/main" id="{E0F6A0BA-AB11-4C17-90D7-611BF316DCEB}"/>
              </a:ext>
            </a:extLst>
          </p:cNvPr>
          <p:cNvSpPr>
            <a:spLocks noGrp="1"/>
          </p:cNvSpPr>
          <p:nvPr/>
        </p:nvSpPr>
        <p:spPr>
          <a:xfrm>
            <a:off x="257791" y="3874339"/>
            <a:ext cx="794008" cy="130235"/>
          </a:xfrm>
          <a:custGeom>
            <a:avLst/>
            <a:gdLst/>
            <a:ahLst/>
            <a:cxnLst/>
            <a:rect l="l" t="t" r="r" b="b"/>
            <a:pathLst>
              <a:path w="19746" h="3795">
                <a:moveTo>
                  <a:pt x="19746" y="1"/>
                </a:moveTo>
                <a:cubicBezTo>
                  <a:pt x="13241" y="503"/>
                  <a:pt x="6850" y="1872"/>
                  <a:pt x="413" y="3105"/>
                </a:cubicBezTo>
                <a:cubicBezTo>
                  <a:pt x="0" y="3192"/>
                  <a:pt x="145" y="3795"/>
                  <a:pt x="553" y="3795"/>
                </a:cubicBezTo>
                <a:cubicBezTo>
                  <a:pt x="574" y="3795"/>
                  <a:pt x="596" y="3793"/>
                  <a:pt x="618" y="3790"/>
                </a:cubicBezTo>
                <a:cubicBezTo>
                  <a:pt x="6964" y="2557"/>
                  <a:pt x="13309" y="1188"/>
                  <a:pt x="19746" y="708"/>
                </a:cubicBezTo>
                <a:lnTo>
                  <a:pt x="19746" y="1"/>
                </a:lnTo>
                <a:close/>
              </a:path>
            </a:pathLst>
          </a:custGeom>
          <a:solidFill>
            <a:srgbClr val="A5515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87" name="Google Shape;4087;p51">
            <a:extLst>
              <a:ext uri="{FF2B5EF4-FFF2-40B4-BE49-F238E27FC236}">
                <a16:creationId xmlns:a16="http://schemas.microsoft.com/office/drawing/2014/main" id="{BE8360AE-868A-47C9-8FFC-C98A180657A9}"/>
              </a:ext>
            </a:extLst>
          </p:cNvPr>
          <p:cNvSpPr>
            <a:spLocks noGrp="1"/>
          </p:cNvSpPr>
          <p:nvPr/>
        </p:nvSpPr>
        <p:spPr>
          <a:xfrm>
            <a:off x="486195" y="3535034"/>
            <a:ext cx="565609" cy="421247"/>
          </a:xfrm>
          <a:custGeom>
            <a:avLst/>
            <a:gdLst/>
            <a:ahLst/>
            <a:cxnLst/>
            <a:rect l="l" t="t" r="r" b="b"/>
            <a:pathLst>
              <a:path w="14066" h="12275">
                <a:moveTo>
                  <a:pt x="5947" y="1"/>
                </a:moveTo>
                <a:cubicBezTo>
                  <a:pt x="4617" y="1"/>
                  <a:pt x="3672" y="406"/>
                  <a:pt x="5187" y="1853"/>
                </a:cubicBezTo>
                <a:cubicBezTo>
                  <a:pt x="6556" y="3131"/>
                  <a:pt x="9113" y="4090"/>
                  <a:pt x="10916" y="4615"/>
                </a:cubicBezTo>
                <a:cubicBezTo>
                  <a:pt x="10195" y="4556"/>
                  <a:pt x="7242" y="4063"/>
                  <a:pt x="4615" y="4063"/>
                </a:cubicBezTo>
                <a:cubicBezTo>
                  <a:pt x="2167" y="4063"/>
                  <a:pt x="1" y="4491"/>
                  <a:pt x="188" y="6099"/>
                </a:cubicBezTo>
                <a:cubicBezTo>
                  <a:pt x="346" y="7488"/>
                  <a:pt x="5300" y="7875"/>
                  <a:pt x="8923" y="7875"/>
                </a:cubicBezTo>
                <a:cubicBezTo>
                  <a:pt x="10003" y="7875"/>
                  <a:pt x="10965" y="7840"/>
                  <a:pt x="11646" y="7788"/>
                </a:cubicBezTo>
                <a:lnTo>
                  <a:pt x="11646" y="7788"/>
                </a:lnTo>
                <a:cubicBezTo>
                  <a:pt x="8793" y="8861"/>
                  <a:pt x="5598" y="9180"/>
                  <a:pt x="3680" y="9591"/>
                </a:cubicBezTo>
                <a:cubicBezTo>
                  <a:pt x="537" y="10202"/>
                  <a:pt x="796" y="12275"/>
                  <a:pt x="3980" y="12275"/>
                </a:cubicBezTo>
                <a:cubicBezTo>
                  <a:pt x="4125" y="12275"/>
                  <a:pt x="4276" y="12271"/>
                  <a:pt x="4434" y="12262"/>
                </a:cubicBezTo>
                <a:cubicBezTo>
                  <a:pt x="7355" y="12079"/>
                  <a:pt x="10825" y="11508"/>
                  <a:pt x="14066" y="10846"/>
                </a:cubicBezTo>
                <a:lnTo>
                  <a:pt x="14066" y="2150"/>
                </a:lnTo>
                <a:cubicBezTo>
                  <a:pt x="12194" y="1511"/>
                  <a:pt x="10277" y="917"/>
                  <a:pt x="8565" y="370"/>
                </a:cubicBezTo>
                <a:cubicBezTo>
                  <a:pt x="7960" y="193"/>
                  <a:pt x="6863" y="1"/>
                  <a:pt x="5947" y="1"/>
                </a:cubicBezTo>
                <a:close/>
              </a:path>
            </a:pathLst>
          </a:custGeom>
          <a:solidFill>
            <a:srgbClr val="A53A3A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89" name="Google Shape;4089;p51">
            <a:extLst>
              <a:ext uri="{FF2B5EF4-FFF2-40B4-BE49-F238E27FC236}">
                <a16:creationId xmlns:a16="http://schemas.microsoft.com/office/drawing/2014/main" id="{A5E46A47-419B-4174-9869-B08C3D58BB80}"/>
              </a:ext>
            </a:extLst>
          </p:cNvPr>
          <p:cNvSpPr>
            <a:spLocks noGrp="1"/>
          </p:cNvSpPr>
          <p:nvPr>
            <p:ph type="subTitle" idx="2"/>
          </p:nvPr>
        </p:nvSpPr>
        <p:spPr>
          <a:xfrm>
            <a:off x="1752600" y="1428750"/>
            <a:ext cx="4972050" cy="2524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spcFirstLastPara="1" wrap="square" lIns="133350" tIns="76200" rIns="133350" bIns="76200" anchor="ctr">
            <a:normAutofit/>
          </a:bodyPr>
          <a:lstStyle/>
          <a:p>
            <a:pPr marL="0" lv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75" b="0">
                <a:solidFill>
                  <a:srgbClr val="2FA7A0"/>
                </a:solidFill>
                <a:latin typeface="新細明體"/>
                <a:ea typeface="新細明體"/>
                <a:cs typeface="新細明體"/>
              </a:defRPr>
            </a:pPr>
            <a:r>
              <a:rPr sz="1875" b="0">
                <a:solidFill>
                  <a:srgbClr val="2FA7A0"/>
                </a:solidFill>
                <a:latin typeface="新細明體"/>
                <a:ea typeface="新細明體"/>
                <a:cs typeface="新細明體"/>
              </a:rPr>
              <a:t>1.自然科課本</a:t>
            </a:r>
            <a:endParaRPr/>
          </a:p>
          <a:p>
            <a:pPr marL="0" lv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75" b="0">
                <a:solidFill>
                  <a:srgbClr val="2FA7A0"/>
                </a:solidFill>
                <a:latin typeface="新細明體"/>
                <a:ea typeface="新細明體"/>
                <a:cs typeface="新細明體"/>
              </a:defRPr>
            </a:pPr>
            <a:r>
              <a:rPr sz="1875" b="0">
                <a:solidFill>
                  <a:srgbClr val="2FA7A0"/>
                </a:solidFill>
                <a:latin typeface="新細明體"/>
                <a:ea typeface="新細明體"/>
                <a:cs typeface="新細明體"/>
              </a:rPr>
              <a:t>   a.中文自主學習─預習、複習</a:t>
            </a:r>
            <a:endParaRPr/>
          </a:p>
          <a:p>
            <a:pPr marL="0" lv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75" b="0">
                <a:solidFill>
                  <a:srgbClr val="2FA7A0"/>
                </a:solidFill>
                <a:latin typeface="新細明體"/>
                <a:ea typeface="新細明體"/>
                <a:cs typeface="新細明體"/>
              </a:defRPr>
            </a:pPr>
            <a:r>
              <a:rPr sz="1875" b="0">
                <a:solidFill>
                  <a:srgbClr val="2FA7A0"/>
                </a:solidFill>
                <a:latin typeface="新細明體"/>
                <a:ea typeface="新細明體"/>
                <a:cs typeface="新細明體"/>
              </a:rPr>
              <a:t>   b.解決一部分個別差異(沒有時空限制</a:t>
            </a:r>
            <a:endParaRPr/>
          </a:p>
          <a:p>
            <a:pPr marL="0" lv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75" b="0">
                <a:solidFill>
                  <a:srgbClr val="2FA7A0"/>
                </a:solidFill>
                <a:latin typeface="新細明體"/>
                <a:ea typeface="新細明體"/>
                <a:cs typeface="新細明體"/>
              </a:defRPr>
            </a:pPr>
            <a:r>
              <a:rPr sz="1875" b="0">
                <a:solidFill>
                  <a:srgbClr val="2FA7A0"/>
                </a:solidFill>
                <a:latin typeface="新細明體"/>
                <a:ea typeface="新細明體"/>
                <a:cs typeface="新細明體"/>
              </a:rPr>
              <a:t>      可不間斷的學習)</a:t>
            </a:r>
          </a:p>
          <a:p>
            <a:pPr marL="0" lv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75" b="0">
                <a:solidFill>
                  <a:srgbClr val="2FA7A0"/>
                </a:solidFill>
                <a:latin typeface="新細明體"/>
                <a:ea typeface="新細明體"/>
                <a:cs typeface="新細明體"/>
              </a:defRPr>
            </a:pPr>
            <a:r>
              <a:rPr sz="1875" b="0">
                <a:solidFill>
                  <a:srgbClr val="2FA7A0"/>
                </a:solidFill>
                <a:latin typeface="新細明體"/>
                <a:ea typeface="新細明體"/>
                <a:cs typeface="新細明體"/>
              </a:rPr>
              <a:t>   c.讓學生回家驗身探索的機會，透過</a:t>
            </a:r>
            <a:endParaRPr/>
          </a:p>
          <a:p>
            <a:pPr marL="0" lv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75" b="0">
                <a:solidFill>
                  <a:srgbClr val="2FA7A0"/>
                </a:solidFill>
                <a:latin typeface="新細明體"/>
                <a:ea typeface="新細明體"/>
                <a:cs typeface="新細明體"/>
              </a:defRPr>
            </a:pPr>
            <a:r>
              <a:rPr sz="1875" b="0">
                <a:solidFill>
                  <a:srgbClr val="2FA7A0"/>
                </a:solidFill>
                <a:latin typeface="新細明體"/>
                <a:ea typeface="新細明體"/>
                <a:cs typeface="新細明體"/>
              </a:rPr>
              <a:t>      裡面的實驗操作影片，製作有趣的</a:t>
            </a:r>
            <a:endParaRPr/>
          </a:p>
          <a:p>
            <a:pPr marL="0" lv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75" b="0">
                <a:solidFill>
                  <a:srgbClr val="2FA7A0"/>
                </a:solidFill>
                <a:latin typeface="新細明體"/>
                <a:ea typeface="新細明體"/>
                <a:cs typeface="新細明體"/>
              </a:defRPr>
            </a:pPr>
            <a:r>
              <a:rPr sz="1875" b="0">
                <a:solidFill>
                  <a:srgbClr val="2FA7A0"/>
                </a:solidFill>
                <a:latin typeface="新細明體"/>
                <a:ea typeface="新細明體"/>
                <a:cs typeface="新細明體"/>
              </a:rPr>
              <a:t>      科學玩具，完備學習單元主題概念</a:t>
            </a:r>
            <a:endParaRPr/>
          </a:p>
        </p:txBody>
      </p:sp>
      <p:sp>
        <p:nvSpPr>
          <p:cNvPr id="4094" name="Google Shape;4094;p51">
            <a:extLst>
              <a:ext uri="{FF2B5EF4-FFF2-40B4-BE49-F238E27FC236}">
                <a16:creationId xmlns:a16="http://schemas.microsoft.com/office/drawing/2014/main" id="{D0405257-D0D1-44D5-99E1-C31C45F5A322}"/>
              </a:ext>
            </a:extLst>
          </p:cNvPr>
          <p:cNvSpPr>
            <a:spLocks noGrp="1"/>
          </p:cNvSpPr>
          <p:nvPr/>
        </p:nvSpPr>
        <p:spPr>
          <a:xfrm flipH="1">
            <a:off x="-6094912" y="1187324"/>
            <a:ext cx="271844" cy="306949"/>
          </a:xfrm>
          <a:custGeom>
            <a:avLst/>
            <a:gdLst/>
            <a:ahLst/>
            <a:cxnLst/>
            <a:rect l="l" t="t" r="r" b="b"/>
            <a:pathLst>
              <a:path w="7922" h="8945">
                <a:moveTo>
                  <a:pt x="4485" y="1"/>
                </a:moveTo>
                <a:cubicBezTo>
                  <a:pt x="4111" y="1"/>
                  <a:pt x="3697" y="127"/>
                  <a:pt x="3242" y="408"/>
                </a:cubicBezTo>
                <a:cubicBezTo>
                  <a:pt x="1" y="2439"/>
                  <a:pt x="5547" y="7644"/>
                  <a:pt x="7396" y="8945"/>
                </a:cubicBezTo>
                <a:lnTo>
                  <a:pt x="7579" y="8945"/>
                </a:lnTo>
                <a:cubicBezTo>
                  <a:pt x="7921" y="7131"/>
                  <a:pt x="7303" y="1"/>
                  <a:pt x="4485" y="1"/>
                </a:cubicBezTo>
                <a:close/>
              </a:path>
            </a:pathLst>
          </a:custGeom>
          <a:solidFill>
            <a:srgbClr val="EDF4C3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95" name="Google Shape;4095;p51">
            <a:extLst>
              <a:ext uri="{FF2B5EF4-FFF2-40B4-BE49-F238E27FC236}">
                <a16:creationId xmlns:a16="http://schemas.microsoft.com/office/drawing/2014/main" id="{8713DBFE-9FCF-4AC4-B267-1C86143AA88E}"/>
              </a:ext>
            </a:extLst>
          </p:cNvPr>
          <p:cNvSpPr>
            <a:spLocks noGrp="1"/>
          </p:cNvSpPr>
          <p:nvPr/>
        </p:nvSpPr>
        <p:spPr>
          <a:xfrm flipH="1">
            <a:off x="-6419198" y="1506771"/>
            <a:ext cx="3156" cy="6313"/>
          </a:xfrm>
          <a:custGeom>
            <a:avLst/>
            <a:gdLst/>
            <a:ahLst/>
            <a:cxnLst/>
            <a:rect l="l" t="t" r="r" b="b"/>
            <a:pathLst>
              <a:path w="92" h="184">
                <a:moveTo>
                  <a:pt x="92" y="1"/>
                </a:moveTo>
                <a:cubicBezTo>
                  <a:pt x="69" y="69"/>
                  <a:pt x="23" y="115"/>
                  <a:pt x="0" y="183"/>
                </a:cubicBezTo>
                <a:lnTo>
                  <a:pt x="92" y="92"/>
                </a:lnTo>
                <a:lnTo>
                  <a:pt x="92" y="1"/>
                </a:lnTo>
                <a:close/>
              </a:path>
            </a:pathLst>
          </a:custGeom>
          <a:solidFill>
            <a:srgbClr val="EDF4C3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96" name="Google Shape;4096;p51">
            <a:extLst>
              <a:ext uri="{FF2B5EF4-FFF2-40B4-BE49-F238E27FC236}">
                <a16:creationId xmlns:a16="http://schemas.microsoft.com/office/drawing/2014/main" id="{59CBE1CA-013D-4C8C-A919-9884C15BD7E6}"/>
              </a:ext>
            </a:extLst>
          </p:cNvPr>
          <p:cNvSpPr>
            <a:spLocks noGrp="1"/>
          </p:cNvSpPr>
          <p:nvPr/>
        </p:nvSpPr>
        <p:spPr>
          <a:xfrm flipH="1">
            <a:off x="-6358493" y="1207467"/>
            <a:ext cx="200160" cy="299331"/>
          </a:xfrm>
          <a:custGeom>
            <a:avLst/>
            <a:gdLst/>
            <a:ahLst/>
            <a:cxnLst/>
            <a:rect l="l" t="t" r="r" b="b"/>
            <a:pathLst>
              <a:path w="5833" h="8723">
                <a:moveTo>
                  <a:pt x="3017" y="0"/>
                </a:moveTo>
                <a:cubicBezTo>
                  <a:pt x="0" y="0"/>
                  <a:pt x="2154" y="6785"/>
                  <a:pt x="1861" y="8723"/>
                </a:cubicBezTo>
                <a:cubicBezTo>
                  <a:pt x="2523" y="7582"/>
                  <a:pt x="3550" y="6532"/>
                  <a:pt x="4257" y="5299"/>
                </a:cubicBezTo>
                <a:cubicBezTo>
                  <a:pt x="4919" y="3998"/>
                  <a:pt x="5832" y="186"/>
                  <a:pt x="3139" y="4"/>
                </a:cubicBezTo>
                <a:cubicBezTo>
                  <a:pt x="3098" y="1"/>
                  <a:pt x="3057" y="0"/>
                  <a:pt x="3017" y="0"/>
                </a:cubicBezTo>
                <a:close/>
              </a:path>
            </a:pathLst>
          </a:custGeom>
          <a:solidFill>
            <a:srgbClr val="EDF4C3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97" name="Google Shape;4097;p51">
            <a:extLst>
              <a:ext uri="{FF2B5EF4-FFF2-40B4-BE49-F238E27FC236}">
                <a16:creationId xmlns:a16="http://schemas.microsoft.com/office/drawing/2014/main" id="{EF16228A-73CC-420A-907C-76B3F204DB9C}"/>
              </a:ext>
            </a:extLst>
          </p:cNvPr>
          <p:cNvSpPr>
            <a:spLocks noGrp="1"/>
          </p:cNvSpPr>
          <p:nvPr/>
        </p:nvSpPr>
        <p:spPr>
          <a:xfrm flipH="1">
            <a:off x="-6071441" y="1640226"/>
            <a:ext cx="221675" cy="183037"/>
          </a:xfrm>
          <a:custGeom>
            <a:avLst/>
            <a:gdLst/>
            <a:ahLst/>
            <a:cxnLst/>
            <a:rect l="l" t="t" r="r" b="b"/>
            <a:pathLst>
              <a:path w="6460" h="5334">
                <a:moveTo>
                  <a:pt x="1499" y="1"/>
                </a:moveTo>
                <a:cubicBezTo>
                  <a:pt x="785" y="1"/>
                  <a:pt x="229" y="406"/>
                  <a:pt x="137" y="1521"/>
                </a:cubicBezTo>
                <a:cubicBezTo>
                  <a:pt x="0" y="3918"/>
                  <a:pt x="4702" y="4945"/>
                  <a:pt x="6460" y="5333"/>
                </a:cubicBezTo>
                <a:lnTo>
                  <a:pt x="6460" y="5242"/>
                </a:lnTo>
                <a:cubicBezTo>
                  <a:pt x="6300" y="4329"/>
                  <a:pt x="5684" y="2914"/>
                  <a:pt x="5044" y="2069"/>
                </a:cubicBezTo>
                <a:cubicBezTo>
                  <a:pt x="4464" y="1228"/>
                  <a:pt x="2743" y="1"/>
                  <a:pt x="1499" y="1"/>
                </a:cubicBezTo>
                <a:close/>
              </a:path>
            </a:pathLst>
          </a:custGeom>
          <a:solidFill>
            <a:srgbClr val="EDF4C3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98" name="Google Shape;4098;p51">
            <a:extLst>
              <a:ext uri="{FF2B5EF4-FFF2-40B4-BE49-F238E27FC236}">
                <a16:creationId xmlns:a16="http://schemas.microsoft.com/office/drawing/2014/main" id="{505CFCF4-F8E7-48D6-8CE6-6882EDBBB7B9}"/>
              </a:ext>
            </a:extLst>
          </p:cNvPr>
          <p:cNvSpPr>
            <a:spLocks noGrp="1"/>
          </p:cNvSpPr>
          <p:nvPr/>
        </p:nvSpPr>
        <p:spPr>
          <a:xfrm flipH="1">
            <a:off x="-6428600" y="1812285"/>
            <a:ext cx="222464" cy="193468"/>
          </a:xfrm>
          <a:custGeom>
            <a:avLst/>
            <a:gdLst/>
            <a:ahLst/>
            <a:cxnLst/>
            <a:rect l="l" t="t" r="r" b="b"/>
            <a:pathLst>
              <a:path w="6483" h="5638">
                <a:moveTo>
                  <a:pt x="3902" y="1"/>
                </a:moveTo>
                <a:cubicBezTo>
                  <a:pt x="2291" y="1"/>
                  <a:pt x="483" y="4536"/>
                  <a:pt x="183" y="5455"/>
                </a:cubicBezTo>
                <a:lnTo>
                  <a:pt x="0" y="5637"/>
                </a:lnTo>
                <a:cubicBezTo>
                  <a:pt x="1667" y="5637"/>
                  <a:pt x="6483" y="3241"/>
                  <a:pt x="4908" y="730"/>
                </a:cubicBezTo>
                <a:cubicBezTo>
                  <a:pt x="4594" y="216"/>
                  <a:pt x="4252" y="1"/>
                  <a:pt x="3902" y="1"/>
                </a:cubicBezTo>
                <a:close/>
              </a:path>
            </a:pathLst>
          </a:custGeom>
          <a:solidFill>
            <a:srgbClr val="EDF4C3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99" name="Google Shape;4099;p51">
            <a:extLst>
              <a:ext uri="{FF2B5EF4-FFF2-40B4-BE49-F238E27FC236}">
                <a16:creationId xmlns:a16="http://schemas.microsoft.com/office/drawing/2014/main" id="{F789DAF0-0534-4D8A-AC9B-D591060FF6B2}"/>
              </a:ext>
            </a:extLst>
          </p:cNvPr>
          <p:cNvSpPr>
            <a:spLocks noGrp="1"/>
          </p:cNvSpPr>
          <p:nvPr/>
        </p:nvSpPr>
        <p:spPr>
          <a:xfrm flipH="1">
            <a:off x="-6234955" y="1278501"/>
            <a:ext cx="356259" cy="1085629"/>
          </a:xfrm>
          <a:custGeom>
            <a:avLst/>
            <a:gdLst/>
            <a:ahLst/>
            <a:cxnLst/>
            <a:rect l="l" t="t" r="r" b="b"/>
            <a:pathLst>
              <a:path w="10382" h="31637">
                <a:moveTo>
                  <a:pt x="487" y="0"/>
                </a:moveTo>
                <a:cubicBezTo>
                  <a:pt x="251" y="0"/>
                  <a:pt x="0" y="252"/>
                  <a:pt x="142" y="536"/>
                </a:cubicBezTo>
                <a:cubicBezTo>
                  <a:pt x="827" y="1860"/>
                  <a:pt x="1329" y="3320"/>
                  <a:pt x="1969" y="4690"/>
                </a:cubicBezTo>
                <a:cubicBezTo>
                  <a:pt x="2699" y="6196"/>
                  <a:pt x="3429" y="7703"/>
                  <a:pt x="4046" y="9255"/>
                </a:cubicBezTo>
                <a:cubicBezTo>
                  <a:pt x="5301" y="12542"/>
                  <a:pt x="5210" y="15806"/>
                  <a:pt x="3909" y="19070"/>
                </a:cubicBezTo>
                <a:cubicBezTo>
                  <a:pt x="2973" y="21466"/>
                  <a:pt x="2539" y="23749"/>
                  <a:pt x="3703" y="26146"/>
                </a:cubicBezTo>
                <a:cubicBezTo>
                  <a:pt x="4844" y="28474"/>
                  <a:pt x="7241" y="30962"/>
                  <a:pt x="9798" y="31624"/>
                </a:cubicBezTo>
                <a:cubicBezTo>
                  <a:pt x="9832" y="31633"/>
                  <a:pt x="9864" y="31637"/>
                  <a:pt x="9895" y="31637"/>
                </a:cubicBezTo>
                <a:cubicBezTo>
                  <a:pt x="10256" y="31637"/>
                  <a:pt x="10381" y="31067"/>
                  <a:pt x="10003" y="30962"/>
                </a:cubicBezTo>
                <a:cubicBezTo>
                  <a:pt x="7173" y="30208"/>
                  <a:pt x="4411" y="27013"/>
                  <a:pt x="3726" y="24228"/>
                </a:cubicBezTo>
                <a:cubicBezTo>
                  <a:pt x="3041" y="21329"/>
                  <a:pt x="5187" y="18385"/>
                  <a:pt x="5598" y="15577"/>
                </a:cubicBezTo>
                <a:cubicBezTo>
                  <a:pt x="5940" y="13067"/>
                  <a:pt x="5347" y="10624"/>
                  <a:pt x="4411" y="8319"/>
                </a:cubicBezTo>
                <a:cubicBezTo>
                  <a:pt x="3931" y="7109"/>
                  <a:pt x="3338" y="5922"/>
                  <a:pt x="2767" y="4736"/>
                </a:cubicBezTo>
                <a:cubicBezTo>
                  <a:pt x="2037" y="3252"/>
                  <a:pt x="1489" y="1654"/>
                  <a:pt x="759" y="170"/>
                </a:cubicBezTo>
                <a:cubicBezTo>
                  <a:pt x="695" y="51"/>
                  <a:pt x="593" y="0"/>
                  <a:pt x="487" y="0"/>
                </a:cubicBezTo>
                <a:close/>
              </a:path>
            </a:pathLst>
          </a:custGeom>
          <a:solidFill>
            <a:srgbClr val="0E514A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00" name="Google Shape;4100;p51">
            <a:extLst>
              <a:ext uri="{FF2B5EF4-FFF2-40B4-BE49-F238E27FC236}">
                <a16:creationId xmlns:a16="http://schemas.microsoft.com/office/drawing/2014/main" id="{0EBF6466-E9CD-47A5-95C5-2E4B97B8E5BA}"/>
              </a:ext>
            </a:extLst>
          </p:cNvPr>
          <p:cNvSpPr>
            <a:spLocks noGrp="1"/>
          </p:cNvSpPr>
          <p:nvPr/>
        </p:nvSpPr>
        <p:spPr>
          <a:xfrm flipH="1">
            <a:off x="-6382033" y="1323249"/>
            <a:ext cx="84827" cy="284712"/>
          </a:xfrm>
          <a:custGeom>
            <a:avLst/>
            <a:gdLst/>
            <a:ahLst/>
            <a:cxnLst/>
            <a:rect l="l" t="t" r="r" b="b"/>
            <a:pathLst>
              <a:path w="2472" h="8297">
                <a:moveTo>
                  <a:pt x="2037" y="1"/>
                </a:moveTo>
                <a:cubicBezTo>
                  <a:pt x="1905" y="1"/>
                  <a:pt x="1786" y="78"/>
                  <a:pt x="1768" y="259"/>
                </a:cubicBezTo>
                <a:cubicBezTo>
                  <a:pt x="1403" y="2815"/>
                  <a:pt x="1243" y="5394"/>
                  <a:pt x="125" y="7768"/>
                </a:cubicBezTo>
                <a:cubicBezTo>
                  <a:pt x="0" y="8048"/>
                  <a:pt x="236" y="8296"/>
                  <a:pt x="457" y="8296"/>
                </a:cubicBezTo>
                <a:cubicBezTo>
                  <a:pt x="560" y="8296"/>
                  <a:pt x="660" y="8242"/>
                  <a:pt x="718" y="8111"/>
                </a:cubicBezTo>
                <a:cubicBezTo>
                  <a:pt x="1860" y="5668"/>
                  <a:pt x="2065" y="3066"/>
                  <a:pt x="2430" y="441"/>
                </a:cubicBezTo>
                <a:cubicBezTo>
                  <a:pt x="2472" y="180"/>
                  <a:pt x="2238" y="1"/>
                  <a:pt x="2037" y="1"/>
                </a:cubicBezTo>
                <a:close/>
              </a:path>
            </a:pathLst>
          </a:custGeom>
          <a:solidFill>
            <a:srgbClr val="0E514A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01" name="Google Shape;4101;p51">
            <a:extLst>
              <a:ext uri="{FF2B5EF4-FFF2-40B4-BE49-F238E27FC236}">
                <a16:creationId xmlns:a16="http://schemas.microsoft.com/office/drawing/2014/main" id="{24856A92-920F-4826-90E5-BA37226435DA}"/>
              </a:ext>
            </a:extLst>
          </p:cNvPr>
          <p:cNvSpPr>
            <a:spLocks noGrp="1"/>
          </p:cNvSpPr>
          <p:nvPr/>
        </p:nvSpPr>
        <p:spPr>
          <a:xfrm flipH="1">
            <a:off x="-6135062" y="1695062"/>
            <a:ext cx="282619" cy="173017"/>
          </a:xfrm>
          <a:custGeom>
            <a:avLst/>
            <a:gdLst/>
            <a:ahLst/>
            <a:cxnLst/>
            <a:rect l="l" t="t" r="r" b="b"/>
            <a:pathLst>
              <a:path w="8236" h="5042">
                <a:moveTo>
                  <a:pt x="498" y="1"/>
                </a:moveTo>
                <a:cubicBezTo>
                  <a:pt x="240" y="1"/>
                  <a:pt x="1" y="340"/>
                  <a:pt x="246" y="585"/>
                </a:cubicBezTo>
                <a:cubicBezTo>
                  <a:pt x="2277" y="2731"/>
                  <a:pt x="4651" y="4511"/>
                  <a:pt x="7619" y="5036"/>
                </a:cubicBezTo>
                <a:cubicBezTo>
                  <a:pt x="7640" y="5040"/>
                  <a:pt x="7661" y="5041"/>
                  <a:pt x="7681" y="5041"/>
                </a:cubicBezTo>
                <a:cubicBezTo>
                  <a:pt x="8071" y="5041"/>
                  <a:pt x="8235" y="4439"/>
                  <a:pt x="7801" y="4374"/>
                </a:cubicBezTo>
                <a:cubicBezTo>
                  <a:pt x="4925" y="3872"/>
                  <a:pt x="2711" y="2183"/>
                  <a:pt x="725" y="106"/>
                </a:cubicBezTo>
                <a:cubicBezTo>
                  <a:pt x="656" y="32"/>
                  <a:pt x="576" y="1"/>
                  <a:pt x="498" y="1"/>
                </a:cubicBezTo>
                <a:close/>
              </a:path>
            </a:pathLst>
          </a:custGeom>
          <a:solidFill>
            <a:srgbClr val="0E514A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02" name="Google Shape;4102;p51">
            <a:extLst>
              <a:ext uri="{FF2B5EF4-FFF2-40B4-BE49-F238E27FC236}">
                <a16:creationId xmlns:a16="http://schemas.microsoft.com/office/drawing/2014/main" id="{C068B1F6-BF1B-42DE-8FD4-E5A44C7C258A}"/>
              </a:ext>
            </a:extLst>
          </p:cNvPr>
          <p:cNvSpPr>
            <a:spLocks noGrp="1"/>
          </p:cNvSpPr>
          <p:nvPr/>
        </p:nvSpPr>
        <p:spPr>
          <a:xfrm flipH="1">
            <a:off x="-6337697" y="1854185"/>
            <a:ext cx="233925" cy="180154"/>
          </a:xfrm>
          <a:custGeom>
            <a:avLst/>
            <a:gdLst/>
            <a:ahLst/>
            <a:cxnLst/>
            <a:rect l="l" t="t" r="r" b="b"/>
            <a:pathLst>
              <a:path w="6817" h="5250">
                <a:moveTo>
                  <a:pt x="6338" y="0"/>
                </a:moveTo>
                <a:cubicBezTo>
                  <a:pt x="6230" y="0"/>
                  <a:pt x="6121" y="50"/>
                  <a:pt x="6050" y="171"/>
                </a:cubicBezTo>
                <a:cubicBezTo>
                  <a:pt x="5031" y="1797"/>
                  <a:pt x="3167" y="4577"/>
                  <a:pt x="948" y="4577"/>
                </a:cubicBezTo>
                <a:cubicBezTo>
                  <a:pt x="832" y="4577"/>
                  <a:pt x="714" y="4569"/>
                  <a:pt x="595" y="4553"/>
                </a:cubicBezTo>
                <a:cubicBezTo>
                  <a:pt x="574" y="4550"/>
                  <a:pt x="553" y="4548"/>
                  <a:pt x="533" y="4548"/>
                </a:cubicBezTo>
                <a:cubicBezTo>
                  <a:pt x="145" y="4548"/>
                  <a:pt x="0" y="5150"/>
                  <a:pt x="412" y="5215"/>
                </a:cubicBezTo>
                <a:cubicBezTo>
                  <a:pt x="578" y="5238"/>
                  <a:pt x="741" y="5249"/>
                  <a:pt x="901" y="5249"/>
                </a:cubicBezTo>
                <a:cubicBezTo>
                  <a:pt x="3451" y="5249"/>
                  <a:pt x="5441" y="2467"/>
                  <a:pt x="6644" y="513"/>
                </a:cubicBezTo>
                <a:cubicBezTo>
                  <a:pt x="6817" y="246"/>
                  <a:pt x="6578" y="0"/>
                  <a:pt x="6338" y="0"/>
                </a:cubicBezTo>
                <a:close/>
              </a:path>
            </a:pathLst>
          </a:custGeom>
          <a:solidFill>
            <a:srgbClr val="0E514A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04" name="Google Shape;4104;p51">
            <a:extLst>
              <a:ext uri="{FF2B5EF4-FFF2-40B4-BE49-F238E27FC236}">
                <a16:creationId xmlns:a16="http://schemas.microsoft.com/office/drawing/2014/main" id="{FF12E51A-5F51-4788-BDF2-D41F03353BDB}"/>
              </a:ext>
            </a:extLst>
          </p:cNvPr>
          <p:cNvSpPr>
            <a:spLocks noGrp="1"/>
          </p:cNvSpPr>
          <p:nvPr/>
        </p:nvSpPr>
        <p:spPr>
          <a:xfrm>
            <a:off x="7349747" y="2299301"/>
            <a:ext cx="476252" cy="843111"/>
          </a:xfrm>
          <a:custGeom>
            <a:avLst/>
            <a:gdLst/>
            <a:ahLst/>
            <a:cxnLst/>
            <a:rect l="l" t="t" r="r" b="b"/>
            <a:pathLst>
              <a:path w="10773" h="19121">
                <a:moveTo>
                  <a:pt x="8968" y="1"/>
                </a:moveTo>
                <a:cubicBezTo>
                  <a:pt x="7025" y="1"/>
                  <a:pt x="0" y="9287"/>
                  <a:pt x="1497" y="17100"/>
                </a:cubicBezTo>
                <a:cubicBezTo>
                  <a:pt x="1723" y="17927"/>
                  <a:pt x="3794" y="19120"/>
                  <a:pt x="5661" y="19120"/>
                </a:cubicBezTo>
                <a:cubicBezTo>
                  <a:pt x="6103" y="19120"/>
                  <a:pt x="6534" y="19053"/>
                  <a:pt x="6926" y="18899"/>
                </a:cubicBezTo>
                <a:cubicBezTo>
                  <a:pt x="6926" y="18899"/>
                  <a:pt x="4227" y="11361"/>
                  <a:pt x="9190" y="3295"/>
                </a:cubicBezTo>
                <a:cubicBezTo>
                  <a:pt x="9904" y="2582"/>
                  <a:pt x="10772" y="751"/>
                  <a:pt x="9159" y="38"/>
                </a:cubicBezTo>
                <a:cubicBezTo>
                  <a:pt x="9103" y="13"/>
                  <a:pt x="9039" y="1"/>
                  <a:pt x="8968" y="1"/>
                </a:cubicBezTo>
                <a:close/>
              </a:path>
            </a:pathLst>
          </a:custGeom>
          <a:solidFill>
            <a:srgbClr val="A85C16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05" name="Google Shape;4105;p51">
            <a:extLst>
              <a:ext uri="{FF2B5EF4-FFF2-40B4-BE49-F238E27FC236}">
                <a16:creationId xmlns:a16="http://schemas.microsoft.com/office/drawing/2014/main" id="{B2A41398-5D48-45D3-AAAF-34CF51CCBB79}"/>
              </a:ext>
            </a:extLst>
          </p:cNvPr>
          <p:cNvSpPr>
            <a:spLocks noGrp="1"/>
          </p:cNvSpPr>
          <p:nvPr/>
        </p:nvSpPr>
        <p:spPr>
          <a:xfrm>
            <a:off x="6794672" y="2164904"/>
            <a:ext cx="497030" cy="787024"/>
          </a:xfrm>
          <a:custGeom>
            <a:avLst/>
            <a:gdLst/>
            <a:ahLst/>
            <a:cxnLst/>
            <a:rect l="l" t="t" r="r" b="b"/>
            <a:pathLst>
              <a:path w="11243" h="17849">
                <a:moveTo>
                  <a:pt x="8995" y="0"/>
                </a:moveTo>
                <a:cubicBezTo>
                  <a:pt x="8341" y="0"/>
                  <a:pt x="7576" y="229"/>
                  <a:pt x="6763" y="821"/>
                </a:cubicBezTo>
                <a:cubicBezTo>
                  <a:pt x="0" y="7646"/>
                  <a:pt x="93" y="16673"/>
                  <a:pt x="93" y="16673"/>
                </a:cubicBezTo>
                <a:cubicBezTo>
                  <a:pt x="1321" y="17445"/>
                  <a:pt x="3196" y="17849"/>
                  <a:pt x="4797" y="17849"/>
                </a:cubicBezTo>
                <a:cubicBezTo>
                  <a:pt x="6352" y="17849"/>
                  <a:pt x="7650" y="17468"/>
                  <a:pt x="7848" y="16673"/>
                </a:cubicBezTo>
                <a:cubicBezTo>
                  <a:pt x="6111" y="10717"/>
                  <a:pt x="10827" y="2900"/>
                  <a:pt x="11075" y="1752"/>
                </a:cubicBezTo>
                <a:cubicBezTo>
                  <a:pt x="11243" y="997"/>
                  <a:pt x="10361" y="0"/>
                  <a:pt x="8995" y="0"/>
                </a:cubicBezTo>
                <a:close/>
              </a:path>
            </a:pathLst>
          </a:custGeom>
          <a:solidFill>
            <a:srgbClr val="A85C16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06" name="Google Shape;4106;p51">
            <a:extLst>
              <a:ext uri="{FF2B5EF4-FFF2-40B4-BE49-F238E27FC236}">
                <a16:creationId xmlns:a16="http://schemas.microsoft.com/office/drawing/2014/main" id="{97B752EE-8BA4-4074-A8CE-6BD74FF1B839}"/>
              </a:ext>
            </a:extLst>
          </p:cNvPr>
          <p:cNvSpPr>
            <a:spLocks noGrp="1"/>
          </p:cNvSpPr>
          <p:nvPr/>
        </p:nvSpPr>
        <p:spPr>
          <a:xfrm>
            <a:off x="6162453" y="2043206"/>
            <a:ext cx="2214820" cy="527093"/>
          </a:xfrm>
          <a:custGeom>
            <a:avLst/>
            <a:gdLst/>
            <a:ahLst/>
            <a:cxnLst/>
            <a:rect l="l" t="t" r="r" b="b"/>
            <a:pathLst>
              <a:path w="50100" h="11954">
                <a:moveTo>
                  <a:pt x="2289" y="1"/>
                </a:moveTo>
                <a:cubicBezTo>
                  <a:pt x="1732" y="1"/>
                  <a:pt x="1182" y="227"/>
                  <a:pt x="776" y="665"/>
                </a:cubicBezTo>
                <a:cubicBezTo>
                  <a:pt x="0" y="1534"/>
                  <a:pt x="62" y="2837"/>
                  <a:pt x="900" y="3612"/>
                </a:cubicBezTo>
                <a:cubicBezTo>
                  <a:pt x="2668" y="5256"/>
                  <a:pt x="4777" y="6249"/>
                  <a:pt x="6856" y="6932"/>
                </a:cubicBezTo>
                <a:cubicBezTo>
                  <a:pt x="8934" y="7583"/>
                  <a:pt x="11013" y="7924"/>
                  <a:pt x="13060" y="8141"/>
                </a:cubicBezTo>
                <a:cubicBezTo>
                  <a:pt x="14115" y="8266"/>
                  <a:pt x="15139" y="8328"/>
                  <a:pt x="16162" y="8359"/>
                </a:cubicBezTo>
                <a:cubicBezTo>
                  <a:pt x="16889" y="8404"/>
                  <a:pt x="17666" y="8433"/>
                  <a:pt x="18419" y="8433"/>
                </a:cubicBezTo>
                <a:cubicBezTo>
                  <a:pt x="18695" y="8433"/>
                  <a:pt x="18967" y="8429"/>
                  <a:pt x="19233" y="8421"/>
                </a:cubicBezTo>
                <a:cubicBezTo>
                  <a:pt x="21312" y="8390"/>
                  <a:pt x="23297" y="8235"/>
                  <a:pt x="25252" y="8173"/>
                </a:cubicBezTo>
                <a:cubicBezTo>
                  <a:pt x="26061" y="8134"/>
                  <a:pt x="26849" y="8111"/>
                  <a:pt x="27632" y="8111"/>
                </a:cubicBezTo>
                <a:cubicBezTo>
                  <a:pt x="28738" y="8111"/>
                  <a:pt x="29833" y="8157"/>
                  <a:pt x="30960" y="8266"/>
                </a:cubicBezTo>
                <a:cubicBezTo>
                  <a:pt x="32883" y="8452"/>
                  <a:pt x="34775" y="8762"/>
                  <a:pt x="36730" y="9103"/>
                </a:cubicBezTo>
                <a:cubicBezTo>
                  <a:pt x="40576" y="9848"/>
                  <a:pt x="44392" y="10778"/>
                  <a:pt x="48145" y="11895"/>
                </a:cubicBezTo>
                <a:cubicBezTo>
                  <a:pt x="48276" y="11935"/>
                  <a:pt x="48408" y="11954"/>
                  <a:pt x="48538" y="11954"/>
                </a:cubicBezTo>
                <a:cubicBezTo>
                  <a:pt x="49115" y="11954"/>
                  <a:pt x="49649" y="11578"/>
                  <a:pt x="49852" y="10995"/>
                </a:cubicBezTo>
                <a:cubicBezTo>
                  <a:pt x="50100" y="10282"/>
                  <a:pt x="49697" y="9506"/>
                  <a:pt x="48983" y="9258"/>
                </a:cubicBezTo>
                <a:cubicBezTo>
                  <a:pt x="45167" y="7986"/>
                  <a:pt x="41259" y="6901"/>
                  <a:pt x="37350" y="6063"/>
                </a:cubicBezTo>
                <a:cubicBezTo>
                  <a:pt x="35365" y="5629"/>
                  <a:pt x="33379" y="5256"/>
                  <a:pt x="31332" y="5008"/>
                </a:cubicBezTo>
                <a:cubicBezTo>
                  <a:pt x="30308" y="4884"/>
                  <a:pt x="29284" y="4791"/>
                  <a:pt x="28230" y="4729"/>
                </a:cubicBezTo>
                <a:cubicBezTo>
                  <a:pt x="27702" y="4698"/>
                  <a:pt x="27183" y="4690"/>
                  <a:pt x="26671" y="4690"/>
                </a:cubicBezTo>
                <a:cubicBezTo>
                  <a:pt x="26159" y="4690"/>
                  <a:pt x="25655" y="4698"/>
                  <a:pt x="25159" y="4698"/>
                </a:cubicBezTo>
                <a:cubicBezTo>
                  <a:pt x="23142" y="4729"/>
                  <a:pt x="21157" y="4791"/>
                  <a:pt x="19233" y="4791"/>
                </a:cubicBezTo>
                <a:cubicBezTo>
                  <a:pt x="18272" y="4760"/>
                  <a:pt x="17341" y="4729"/>
                  <a:pt x="16380" y="4667"/>
                </a:cubicBezTo>
                <a:cubicBezTo>
                  <a:pt x="15418" y="4574"/>
                  <a:pt x="14456" y="4481"/>
                  <a:pt x="13526" y="4357"/>
                </a:cubicBezTo>
                <a:cubicBezTo>
                  <a:pt x="11633" y="4109"/>
                  <a:pt x="9803" y="3736"/>
                  <a:pt x="8097" y="3147"/>
                </a:cubicBezTo>
                <a:cubicBezTo>
                  <a:pt x="6422" y="2558"/>
                  <a:pt x="4902" y="1720"/>
                  <a:pt x="3785" y="634"/>
                </a:cubicBezTo>
                <a:lnTo>
                  <a:pt x="3754" y="603"/>
                </a:lnTo>
                <a:lnTo>
                  <a:pt x="3723" y="572"/>
                </a:lnTo>
                <a:cubicBezTo>
                  <a:pt x="3309" y="188"/>
                  <a:pt x="2796" y="1"/>
                  <a:pt x="2289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07" name="Google Shape;4107;p51">
            <a:extLst>
              <a:ext uri="{FF2B5EF4-FFF2-40B4-BE49-F238E27FC236}">
                <a16:creationId xmlns:a16="http://schemas.microsoft.com/office/drawing/2014/main" id="{8A9A9881-D228-4E09-AA51-024A3C8E8B1D}"/>
              </a:ext>
            </a:extLst>
          </p:cNvPr>
          <p:cNvSpPr>
            <a:spLocks noGrp="1"/>
          </p:cNvSpPr>
          <p:nvPr/>
        </p:nvSpPr>
        <p:spPr>
          <a:xfrm>
            <a:off x="7282861" y="2400804"/>
            <a:ext cx="1014883" cy="168304"/>
          </a:xfrm>
          <a:custGeom>
            <a:avLst/>
            <a:gdLst/>
            <a:ahLst/>
            <a:cxnLst/>
            <a:rect l="l" t="t" r="r" b="b"/>
            <a:pathLst>
              <a:path w="22957" h="3817">
                <a:moveTo>
                  <a:pt x="22957" y="3816"/>
                </a:moveTo>
                <a:cubicBezTo>
                  <a:pt x="22895" y="3816"/>
                  <a:pt x="22832" y="3816"/>
                  <a:pt x="22801" y="3785"/>
                </a:cubicBezTo>
                <a:cubicBezTo>
                  <a:pt x="19048" y="2668"/>
                  <a:pt x="15232" y="1738"/>
                  <a:pt x="11386" y="993"/>
                </a:cubicBezTo>
                <a:cubicBezTo>
                  <a:pt x="11199" y="962"/>
                  <a:pt x="11013" y="931"/>
                  <a:pt x="10827" y="900"/>
                </a:cubicBezTo>
                <a:lnTo>
                  <a:pt x="10827" y="900"/>
                </a:lnTo>
                <a:cubicBezTo>
                  <a:pt x="11013" y="931"/>
                  <a:pt x="11199" y="962"/>
                  <a:pt x="11386" y="993"/>
                </a:cubicBezTo>
                <a:cubicBezTo>
                  <a:pt x="15232" y="1738"/>
                  <a:pt x="19048" y="2668"/>
                  <a:pt x="22801" y="3785"/>
                </a:cubicBezTo>
                <a:cubicBezTo>
                  <a:pt x="22832" y="3816"/>
                  <a:pt x="22895" y="3816"/>
                  <a:pt x="22957" y="3816"/>
                </a:cubicBezTo>
                <a:close/>
                <a:moveTo>
                  <a:pt x="7384" y="342"/>
                </a:moveTo>
                <a:cubicBezTo>
                  <a:pt x="6794" y="280"/>
                  <a:pt x="6205" y="218"/>
                  <a:pt x="5616" y="156"/>
                </a:cubicBezTo>
                <a:cubicBezTo>
                  <a:pt x="5585" y="156"/>
                  <a:pt x="5585" y="156"/>
                  <a:pt x="5554" y="156"/>
                </a:cubicBezTo>
                <a:cubicBezTo>
                  <a:pt x="5585" y="156"/>
                  <a:pt x="5585" y="156"/>
                  <a:pt x="5616" y="156"/>
                </a:cubicBezTo>
                <a:cubicBezTo>
                  <a:pt x="6205" y="218"/>
                  <a:pt x="6794" y="280"/>
                  <a:pt x="7384" y="342"/>
                </a:cubicBezTo>
                <a:lnTo>
                  <a:pt x="7384" y="342"/>
                </a:lnTo>
                <a:close/>
                <a:moveTo>
                  <a:pt x="5554" y="156"/>
                </a:moveTo>
                <a:cubicBezTo>
                  <a:pt x="5523" y="156"/>
                  <a:pt x="5523" y="156"/>
                  <a:pt x="5491" y="156"/>
                </a:cubicBezTo>
                <a:cubicBezTo>
                  <a:pt x="5523" y="156"/>
                  <a:pt x="5523" y="156"/>
                  <a:pt x="5554" y="156"/>
                </a:cubicBezTo>
                <a:close/>
                <a:moveTo>
                  <a:pt x="5460" y="156"/>
                </a:moveTo>
                <a:cubicBezTo>
                  <a:pt x="5460" y="156"/>
                  <a:pt x="5429" y="156"/>
                  <a:pt x="5398" y="125"/>
                </a:cubicBezTo>
                <a:cubicBezTo>
                  <a:pt x="5429" y="156"/>
                  <a:pt x="5460" y="156"/>
                  <a:pt x="5460" y="156"/>
                </a:cubicBezTo>
                <a:close/>
                <a:moveTo>
                  <a:pt x="5367" y="125"/>
                </a:moveTo>
                <a:cubicBezTo>
                  <a:pt x="5336" y="125"/>
                  <a:pt x="5336" y="125"/>
                  <a:pt x="5336" y="125"/>
                </a:cubicBezTo>
                <a:cubicBezTo>
                  <a:pt x="5336" y="125"/>
                  <a:pt x="5336" y="125"/>
                  <a:pt x="5367" y="125"/>
                </a:cubicBezTo>
                <a:close/>
                <a:moveTo>
                  <a:pt x="1" y="31"/>
                </a:moveTo>
                <a:cubicBezTo>
                  <a:pt x="714" y="0"/>
                  <a:pt x="1397" y="0"/>
                  <a:pt x="2110" y="0"/>
                </a:cubicBezTo>
                <a:cubicBezTo>
                  <a:pt x="1397" y="0"/>
                  <a:pt x="714" y="0"/>
                  <a:pt x="1" y="31"/>
                </a:cubicBezTo>
                <a:close/>
                <a:moveTo>
                  <a:pt x="2110" y="0"/>
                </a:moveTo>
                <a:lnTo>
                  <a:pt x="2110" y="0"/>
                </a:lnTo>
                <a:lnTo>
                  <a:pt x="2110" y="0"/>
                </a:lnTo>
                <a:lnTo>
                  <a:pt x="2110" y="0"/>
                </a:lnTo>
                <a:close/>
              </a:path>
            </a:pathLst>
          </a:custGeom>
          <a:solidFill>
            <a:srgbClr val="A5C7A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08" name="Google Shape;4108;p51">
            <a:extLst>
              <a:ext uri="{FF2B5EF4-FFF2-40B4-BE49-F238E27FC236}">
                <a16:creationId xmlns:a16="http://schemas.microsoft.com/office/drawing/2014/main" id="{36435965-6D57-4939-A006-6189C924C7B9}"/>
              </a:ext>
            </a:extLst>
          </p:cNvPr>
          <p:cNvSpPr>
            <a:spLocks noGrp="1"/>
          </p:cNvSpPr>
          <p:nvPr/>
        </p:nvSpPr>
        <p:spPr>
          <a:xfrm>
            <a:off x="6993519" y="2406272"/>
            <a:ext cx="219448" cy="8245"/>
          </a:xfrm>
          <a:custGeom>
            <a:avLst/>
            <a:gdLst/>
            <a:ahLst/>
            <a:cxnLst/>
            <a:rect l="l" t="t" r="r" b="b"/>
            <a:pathLst>
              <a:path w="4964" h="187">
                <a:moveTo>
                  <a:pt x="0" y="187"/>
                </a:moveTo>
                <a:lnTo>
                  <a:pt x="0" y="187"/>
                </a:lnTo>
                <a:lnTo>
                  <a:pt x="0" y="187"/>
                </a:lnTo>
                <a:close/>
                <a:moveTo>
                  <a:pt x="31" y="187"/>
                </a:moveTo>
                <a:lnTo>
                  <a:pt x="62" y="187"/>
                </a:lnTo>
                <a:lnTo>
                  <a:pt x="31" y="187"/>
                </a:lnTo>
                <a:close/>
                <a:moveTo>
                  <a:pt x="62" y="187"/>
                </a:moveTo>
                <a:cubicBezTo>
                  <a:pt x="186" y="187"/>
                  <a:pt x="310" y="187"/>
                  <a:pt x="434" y="187"/>
                </a:cubicBezTo>
                <a:cubicBezTo>
                  <a:pt x="1986" y="156"/>
                  <a:pt x="3475" y="63"/>
                  <a:pt x="4964" y="1"/>
                </a:cubicBezTo>
                <a:lnTo>
                  <a:pt x="4964" y="1"/>
                </a:lnTo>
                <a:cubicBezTo>
                  <a:pt x="3475" y="63"/>
                  <a:pt x="1986" y="156"/>
                  <a:pt x="434" y="187"/>
                </a:cubicBezTo>
                <a:cubicBezTo>
                  <a:pt x="310" y="187"/>
                  <a:pt x="186" y="187"/>
                  <a:pt x="62" y="187"/>
                </a:cubicBezTo>
                <a:close/>
              </a:path>
            </a:pathLst>
          </a:custGeom>
          <a:solidFill>
            <a:srgbClr val="6D480E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09" name="Google Shape;4109;p51">
            <a:extLst>
              <a:ext uri="{FF2B5EF4-FFF2-40B4-BE49-F238E27FC236}">
                <a16:creationId xmlns:a16="http://schemas.microsoft.com/office/drawing/2014/main" id="{A8C467F4-C777-46FC-9969-064E991770B9}"/>
              </a:ext>
            </a:extLst>
          </p:cNvPr>
          <p:cNvSpPr>
            <a:spLocks noGrp="1"/>
          </p:cNvSpPr>
          <p:nvPr/>
        </p:nvSpPr>
        <p:spPr>
          <a:xfrm>
            <a:off x="6727476" y="2341984"/>
            <a:ext cx="1626500" cy="228492"/>
          </a:xfrm>
          <a:custGeom>
            <a:avLst/>
            <a:gdLst/>
            <a:ahLst/>
            <a:cxnLst/>
            <a:rect l="l" t="t" r="r" b="b"/>
            <a:pathLst>
              <a:path w="36792" h="5182">
                <a:moveTo>
                  <a:pt x="12285" y="1"/>
                </a:moveTo>
                <a:cubicBezTo>
                  <a:pt x="9368" y="1"/>
                  <a:pt x="6452" y="156"/>
                  <a:pt x="3536" y="373"/>
                </a:cubicBezTo>
                <a:cubicBezTo>
                  <a:pt x="3040" y="404"/>
                  <a:pt x="2544" y="404"/>
                  <a:pt x="2078" y="404"/>
                </a:cubicBezTo>
                <a:cubicBezTo>
                  <a:pt x="1458" y="404"/>
                  <a:pt x="838" y="373"/>
                  <a:pt x="217" y="342"/>
                </a:cubicBezTo>
                <a:cubicBezTo>
                  <a:pt x="155" y="652"/>
                  <a:pt x="62" y="993"/>
                  <a:pt x="0" y="1334"/>
                </a:cubicBezTo>
                <a:cubicBezTo>
                  <a:pt x="93" y="1334"/>
                  <a:pt x="186" y="1365"/>
                  <a:pt x="279" y="1365"/>
                </a:cubicBezTo>
                <a:lnTo>
                  <a:pt x="341" y="1365"/>
                </a:lnTo>
                <a:cubicBezTo>
                  <a:pt x="1365" y="1490"/>
                  <a:pt x="2358" y="1552"/>
                  <a:pt x="3381" y="1583"/>
                </a:cubicBezTo>
                <a:cubicBezTo>
                  <a:pt x="4095" y="1645"/>
                  <a:pt x="4870" y="1645"/>
                  <a:pt x="5646" y="1645"/>
                </a:cubicBezTo>
                <a:lnTo>
                  <a:pt x="6452" y="1645"/>
                </a:lnTo>
                <a:cubicBezTo>
                  <a:pt x="8004" y="1614"/>
                  <a:pt x="9493" y="1521"/>
                  <a:pt x="10982" y="1459"/>
                </a:cubicBezTo>
                <a:cubicBezTo>
                  <a:pt x="11478" y="1428"/>
                  <a:pt x="11974" y="1397"/>
                  <a:pt x="12471" y="1397"/>
                </a:cubicBezTo>
                <a:cubicBezTo>
                  <a:pt x="12502" y="1397"/>
                  <a:pt x="12533" y="1397"/>
                  <a:pt x="12564" y="1365"/>
                </a:cubicBezTo>
                <a:cubicBezTo>
                  <a:pt x="13277" y="1334"/>
                  <a:pt x="13960" y="1334"/>
                  <a:pt x="14673" y="1334"/>
                </a:cubicBezTo>
                <a:cubicBezTo>
                  <a:pt x="15759" y="1334"/>
                  <a:pt x="16814" y="1365"/>
                  <a:pt x="17899" y="1459"/>
                </a:cubicBezTo>
                <a:lnTo>
                  <a:pt x="17961" y="1459"/>
                </a:lnTo>
                <a:cubicBezTo>
                  <a:pt x="17992" y="1490"/>
                  <a:pt x="18023" y="1490"/>
                  <a:pt x="18023" y="1490"/>
                </a:cubicBezTo>
                <a:lnTo>
                  <a:pt x="18179" y="1490"/>
                </a:lnTo>
                <a:cubicBezTo>
                  <a:pt x="18768" y="1552"/>
                  <a:pt x="19357" y="1614"/>
                  <a:pt x="19947" y="1676"/>
                </a:cubicBezTo>
                <a:cubicBezTo>
                  <a:pt x="21095" y="1831"/>
                  <a:pt x="22211" y="2017"/>
                  <a:pt x="23390" y="2234"/>
                </a:cubicBezTo>
                <a:cubicBezTo>
                  <a:pt x="23576" y="2265"/>
                  <a:pt x="23762" y="2296"/>
                  <a:pt x="23949" y="2327"/>
                </a:cubicBezTo>
                <a:cubicBezTo>
                  <a:pt x="27795" y="3072"/>
                  <a:pt x="31611" y="4002"/>
                  <a:pt x="35364" y="5119"/>
                </a:cubicBezTo>
                <a:cubicBezTo>
                  <a:pt x="35395" y="5150"/>
                  <a:pt x="35458" y="5150"/>
                  <a:pt x="35520" y="5150"/>
                </a:cubicBezTo>
                <a:cubicBezTo>
                  <a:pt x="35582" y="5181"/>
                  <a:pt x="35675" y="5181"/>
                  <a:pt x="35737" y="5181"/>
                </a:cubicBezTo>
                <a:cubicBezTo>
                  <a:pt x="36140" y="5181"/>
                  <a:pt x="36512" y="4995"/>
                  <a:pt x="36791" y="4716"/>
                </a:cubicBezTo>
                <a:cubicBezTo>
                  <a:pt x="27330" y="993"/>
                  <a:pt x="19668" y="1"/>
                  <a:pt x="12285" y="1"/>
                </a:cubicBezTo>
                <a:close/>
              </a:path>
            </a:pathLst>
          </a:custGeom>
          <a:solidFill>
            <a:srgbClr val="A8B065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10" name="Google Shape;4110;p51">
            <a:extLst>
              <a:ext uri="{FF2B5EF4-FFF2-40B4-BE49-F238E27FC236}">
                <a16:creationId xmlns:a16="http://schemas.microsoft.com/office/drawing/2014/main" id="{44147290-E6A4-49A7-A33D-812A88A093BF}"/>
              </a:ext>
            </a:extLst>
          </p:cNvPr>
          <p:cNvSpPr>
            <a:spLocks noGrp="1"/>
          </p:cNvSpPr>
          <p:nvPr/>
        </p:nvSpPr>
        <p:spPr>
          <a:xfrm>
            <a:off x="6196714" y="2198371"/>
            <a:ext cx="303134" cy="160059"/>
          </a:xfrm>
          <a:custGeom>
            <a:avLst/>
            <a:gdLst/>
            <a:ahLst/>
            <a:cxnLst/>
            <a:rect l="l" t="t" r="r" b="b"/>
            <a:pathLst>
              <a:path w="6857" h="3630">
                <a:moveTo>
                  <a:pt x="6856" y="3630"/>
                </a:moveTo>
                <a:cubicBezTo>
                  <a:pt x="6608" y="3568"/>
                  <a:pt x="6329" y="3475"/>
                  <a:pt x="6081" y="3413"/>
                </a:cubicBezTo>
                <a:cubicBezTo>
                  <a:pt x="4002" y="2730"/>
                  <a:pt x="1893" y="1737"/>
                  <a:pt x="125" y="93"/>
                </a:cubicBezTo>
                <a:lnTo>
                  <a:pt x="125" y="93"/>
                </a:lnTo>
                <a:lnTo>
                  <a:pt x="125" y="93"/>
                </a:lnTo>
                <a:cubicBezTo>
                  <a:pt x="1893" y="1737"/>
                  <a:pt x="4002" y="2730"/>
                  <a:pt x="6081" y="3413"/>
                </a:cubicBezTo>
                <a:cubicBezTo>
                  <a:pt x="6329" y="3475"/>
                  <a:pt x="6608" y="3568"/>
                  <a:pt x="6856" y="3630"/>
                </a:cubicBezTo>
                <a:lnTo>
                  <a:pt x="6856" y="3630"/>
                </a:lnTo>
                <a:close/>
                <a:moveTo>
                  <a:pt x="125" y="93"/>
                </a:moveTo>
                <a:cubicBezTo>
                  <a:pt x="125" y="93"/>
                  <a:pt x="125" y="93"/>
                  <a:pt x="94" y="93"/>
                </a:cubicBezTo>
                <a:cubicBezTo>
                  <a:pt x="125" y="93"/>
                  <a:pt x="125" y="93"/>
                  <a:pt x="125" y="93"/>
                </a:cubicBezTo>
                <a:close/>
                <a:moveTo>
                  <a:pt x="94" y="93"/>
                </a:moveTo>
                <a:cubicBezTo>
                  <a:pt x="63" y="62"/>
                  <a:pt x="32" y="31"/>
                  <a:pt x="32" y="0"/>
                </a:cubicBezTo>
                <a:cubicBezTo>
                  <a:pt x="32" y="31"/>
                  <a:pt x="63" y="62"/>
                  <a:pt x="94" y="93"/>
                </a:cubicBezTo>
                <a:close/>
                <a:moveTo>
                  <a:pt x="32" y="0"/>
                </a:move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32" y="0"/>
                </a:cubicBez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</a:path>
            </a:pathLst>
          </a:custGeom>
          <a:solidFill>
            <a:srgbClr val="A5C7A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11" name="Google Shape;4111;p51">
            <a:extLst>
              <a:ext uri="{FF2B5EF4-FFF2-40B4-BE49-F238E27FC236}">
                <a16:creationId xmlns:a16="http://schemas.microsoft.com/office/drawing/2014/main" id="{6C619469-A0C8-4EF1-BC95-493805FA04A5}"/>
              </a:ext>
            </a:extLst>
          </p:cNvPr>
          <p:cNvSpPr>
            <a:spLocks noGrp="1"/>
          </p:cNvSpPr>
          <p:nvPr/>
        </p:nvSpPr>
        <p:spPr>
          <a:xfrm>
            <a:off x="6169305" y="2119047"/>
            <a:ext cx="351099" cy="239383"/>
          </a:xfrm>
          <a:custGeom>
            <a:avLst/>
            <a:gdLst/>
            <a:ahLst/>
            <a:cxnLst/>
            <a:rect l="l" t="t" r="r" b="b"/>
            <a:pathLst>
              <a:path w="7942" h="5429">
                <a:moveTo>
                  <a:pt x="93" y="0"/>
                </a:moveTo>
                <a:cubicBezTo>
                  <a:pt x="0" y="620"/>
                  <a:pt x="155" y="1303"/>
                  <a:pt x="621" y="1799"/>
                </a:cubicBezTo>
                <a:lnTo>
                  <a:pt x="652" y="1799"/>
                </a:lnTo>
                <a:cubicBezTo>
                  <a:pt x="652" y="1830"/>
                  <a:pt x="683" y="1861"/>
                  <a:pt x="714" y="1892"/>
                </a:cubicBezTo>
                <a:lnTo>
                  <a:pt x="745" y="1892"/>
                </a:lnTo>
                <a:cubicBezTo>
                  <a:pt x="2513" y="3536"/>
                  <a:pt x="4622" y="4529"/>
                  <a:pt x="6701" y="5212"/>
                </a:cubicBezTo>
                <a:cubicBezTo>
                  <a:pt x="6949" y="5274"/>
                  <a:pt x="7228" y="5367"/>
                  <a:pt x="7476" y="5429"/>
                </a:cubicBezTo>
                <a:cubicBezTo>
                  <a:pt x="7632" y="5088"/>
                  <a:pt x="7787" y="4746"/>
                  <a:pt x="7942" y="4374"/>
                </a:cubicBezTo>
                <a:cubicBezTo>
                  <a:pt x="4188" y="3164"/>
                  <a:pt x="1489" y="1210"/>
                  <a:pt x="93" y="0"/>
                </a:cubicBezTo>
                <a:close/>
              </a:path>
            </a:pathLst>
          </a:custGeom>
          <a:solidFill>
            <a:srgbClr val="A8B065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12" name="Google Shape;4112;p51">
            <a:extLst>
              <a:ext uri="{FF2B5EF4-FFF2-40B4-BE49-F238E27FC236}">
                <a16:creationId xmlns:a16="http://schemas.microsoft.com/office/drawing/2014/main" id="{8B95FC9B-B76B-46BF-9B48-0EB2986EB0A6}"/>
              </a:ext>
            </a:extLst>
          </p:cNvPr>
          <p:cNvSpPr>
            <a:spLocks noGrp="1"/>
          </p:cNvSpPr>
          <p:nvPr/>
        </p:nvSpPr>
        <p:spPr>
          <a:xfrm>
            <a:off x="7618842" y="2679828"/>
            <a:ext cx="35720" cy="324219"/>
          </a:xfrm>
          <a:custGeom>
            <a:avLst/>
            <a:gdLst/>
            <a:ahLst/>
            <a:cxnLst/>
            <a:rect l="l" t="t" r="r" b="b"/>
            <a:pathLst>
              <a:path w="808" h="7353">
                <a:moveTo>
                  <a:pt x="776" y="1"/>
                </a:moveTo>
                <a:cubicBezTo>
                  <a:pt x="1" y="2917"/>
                  <a:pt x="32" y="5492"/>
                  <a:pt x="249" y="7353"/>
                </a:cubicBezTo>
                <a:cubicBezTo>
                  <a:pt x="32" y="5492"/>
                  <a:pt x="1" y="2917"/>
                  <a:pt x="808" y="1"/>
                </a:cubicBezTo>
                <a:close/>
              </a:path>
            </a:pathLst>
          </a:custGeom>
          <a:solidFill>
            <a:srgbClr val="D3AD8A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13" name="Google Shape;4113;p51">
            <a:extLst>
              <a:ext uri="{FF2B5EF4-FFF2-40B4-BE49-F238E27FC236}">
                <a16:creationId xmlns:a16="http://schemas.microsoft.com/office/drawing/2014/main" id="{79085AE5-99D6-460B-80B0-5B3201FE734D}"/>
              </a:ext>
            </a:extLst>
          </p:cNvPr>
          <p:cNvSpPr>
            <a:spLocks noGrp="1"/>
          </p:cNvSpPr>
          <p:nvPr/>
        </p:nvSpPr>
        <p:spPr>
          <a:xfrm>
            <a:off x="7406289" y="2679828"/>
            <a:ext cx="246901" cy="324219"/>
          </a:xfrm>
          <a:custGeom>
            <a:avLst/>
            <a:gdLst/>
            <a:ahLst/>
            <a:cxnLst/>
            <a:rect l="l" t="t" r="r" b="b"/>
            <a:pathLst>
              <a:path w="5585" h="7353">
                <a:moveTo>
                  <a:pt x="5584" y="1"/>
                </a:moveTo>
                <a:cubicBezTo>
                  <a:pt x="4747" y="745"/>
                  <a:pt x="4033" y="2079"/>
                  <a:pt x="3599" y="3165"/>
                </a:cubicBezTo>
                <a:cubicBezTo>
                  <a:pt x="3258" y="3972"/>
                  <a:pt x="2451" y="4499"/>
                  <a:pt x="1583" y="4499"/>
                </a:cubicBezTo>
                <a:lnTo>
                  <a:pt x="1397" y="4499"/>
                </a:lnTo>
                <a:cubicBezTo>
                  <a:pt x="962" y="4468"/>
                  <a:pt x="497" y="4437"/>
                  <a:pt x="125" y="4437"/>
                </a:cubicBezTo>
                <a:cubicBezTo>
                  <a:pt x="32" y="5212"/>
                  <a:pt x="1" y="5957"/>
                  <a:pt x="32" y="6733"/>
                </a:cubicBezTo>
                <a:cubicBezTo>
                  <a:pt x="2048" y="7074"/>
                  <a:pt x="3723" y="7260"/>
                  <a:pt x="5057" y="7353"/>
                </a:cubicBezTo>
                <a:cubicBezTo>
                  <a:pt x="4840" y="5492"/>
                  <a:pt x="4809" y="2917"/>
                  <a:pt x="5584" y="1"/>
                </a:cubicBezTo>
                <a:close/>
              </a:path>
            </a:pathLst>
          </a:custGeom>
          <a:solidFill>
            <a:srgbClr val="8B3E0C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14" name="Google Shape;4114;p51">
            <a:extLst>
              <a:ext uri="{FF2B5EF4-FFF2-40B4-BE49-F238E27FC236}">
                <a16:creationId xmlns:a16="http://schemas.microsoft.com/office/drawing/2014/main" id="{2FC473B8-D106-4047-A962-D848A9A332CD}"/>
              </a:ext>
            </a:extLst>
          </p:cNvPr>
          <p:cNvSpPr>
            <a:spLocks noGrp="1"/>
          </p:cNvSpPr>
          <p:nvPr/>
        </p:nvSpPr>
        <p:spPr>
          <a:xfrm>
            <a:off x="7122430" y="2690807"/>
            <a:ext cx="8266" cy="147757"/>
          </a:xfrm>
          <a:custGeom>
            <a:avLst/>
            <a:gdLst/>
            <a:ahLst/>
            <a:cxnLst/>
            <a:rect l="l" t="t" r="r" b="b"/>
            <a:pathLst>
              <a:path w="187" h="3351">
                <a:moveTo>
                  <a:pt x="155" y="3350"/>
                </a:moveTo>
                <a:lnTo>
                  <a:pt x="155" y="3350"/>
                </a:lnTo>
                <a:cubicBezTo>
                  <a:pt x="0" y="2265"/>
                  <a:pt x="31" y="1117"/>
                  <a:pt x="186" y="0"/>
                </a:cubicBezTo>
                <a:cubicBezTo>
                  <a:pt x="186" y="0"/>
                  <a:pt x="186" y="0"/>
                  <a:pt x="186" y="0"/>
                </a:cubicBezTo>
                <a:cubicBezTo>
                  <a:pt x="31" y="1117"/>
                  <a:pt x="0" y="2265"/>
                  <a:pt x="155" y="3350"/>
                </a:cubicBezTo>
                <a:close/>
              </a:path>
            </a:pathLst>
          </a:custGeom>
          <a:solidFill>
            <a:srgbClr val="D3AD8A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15" name="Google Shape;4115;p51">
            <a:extLst>
              <a:ext uri="{FF2B5EF4-FFF2-40B4-BE49-F238E27FC236}">
                <a16:creationId xmlns:a16="http://schemas.microsoft.com/office/drawing/2014/main" id="{71B4FA20-47B2-4932-ABCE-E97C1C6E0754}"/>
              </a:ext>
            </a:extLst>
          </p:cNvPr>
          <p:cNvSpPr>
            <a:spLocks noGrp="1"/>
          </p:cNvSpPr>
          <p:nvPr/>
        </p:nvSpPr>
        <p:spPr>
          <a:xfrm>
            <a:off x="6828933" y="2580000"/>
            <a:ext cx="301763" cy="258564"/>
          </a:xfrm>
          <a:custGeom>
            <a:avLst/>
            <a:gdLst/>
            <a:ahLst/>
            <a:cxnLst/>
            <a:rect l="l" t="t" r="r" b="b"/>
            <a:pathLst>
              <a:path w="6826" h="5864">
                <a:moveTo>
                  <a:pt x="683" y="0"/>
                </a:moveTo>
                <a:cubicBezTo>
                  <a:pt x="404" y="807"/>
                  <a:pt x="156" y="1613"/>
                  <a:pt x="1" y="2358"/>
                </a:cubicBezTo>
                <a:cubicBezTo>
                  <a:pt x="2637" y="2699"/>
                  <a:pt x="5026" y="4343"/>
                  <a:pt x="6794" y="5863"/>
                </a:cubicBezTo>
                <a:cubicBezTo>
                  <a:pt x="6639" y="4778"/>
                  <a:pt x="6670" y="3630"/>
                  <a:pt x="6825" y="2513"/>
                </a:cubicBezTo>
                <a:cubicBezTo>
                  <a:pt x="4809" y="900"/>
                  <a:pt x="2234" y="217"/>
                  <a:pt x="683" y="0"/>
                </a:cubicBezTo>
                <a:close/>
              </a:path>
            </a:pathLst>
          </a:custGeom>
          <a:solidFill>
            <a:srgbClr val="8B3E0C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16" name="Google Shape;4116;p51">
            <a:extLst>
              <a:ext uri="{FF2B5EF4-FFF2-40B4-BE49-F238E27FC236}">
                <a16:creationId xmlns:a16="http://schemas.microsoft.com/office/drawing/2014/main" id="{6AAAC894-4451-467D-8117-443FFF720A50}"/>
              </a:ext>
            </a:extLst>
          </p:cNvPr>
          <p:cNvSpPr>
            <a:spLocks noGrp="1"/>
          </p:cNvSpPr>
          <p:nvPr/>
        </p:nvSpPr>
        <p:spPr>
          <a:xfrm>
            <a:off x="8189346" y="3581230"/>
            <a:ext cx="316573" cy="146875"/>
          </a:xfrm>
          <a:custGeom>
            <a:avLst/>
            <a:gdLst/>
            <a:ahLst/>
            <a:cxnLst/>
            <a:rect l="l" t="t" r="r" b="b"/>
            <a:pathLst>
              <a:path w="7161" h="3331">
                <a:moveTo>
                  <a:pt x="7074" y="1"/>
                </a:moveTo>
                <a:cubicBezTo>
                  <a:pt x="4441" y="1931"/>
                  <a:pt x="706" y="1987"/>
                  <a:pt x="288" y="1987"/>
                </a:cubicBezTo>
                <a:cubicBezTo>
                  <a:pt x="262" y="1987"/>
                  <a:pt x="249" y="1986"/>
                  <a:pt x="249" y="1986"/>
                </a:cubicBezTo>
                <a:lnTo>
                  <a:pt x="249" y="1986"/>
                </a:lnTo>
                <a:cubicBezTo>
                  <a:pt x="249" y="1986"/>
                  <a:pt x="1" y="3103"/>
                  <a:pt x="1149" y="3289"/>
                </a:cubicBezTo>
                <a:cubicBezTo>
                  <a:pt x="1291" y="3317"/>
                  <a:pt x="1443" y="3330"/>
                  <a:pt x="1601" y="3330"/>
                </a:cubicBezTo>
                <a:cubicBezTo>
                  <a:pt x="3749" y="3330"/>
                  <a:pt x="7160" y="926"/>
                  <a:pt x="7074" y="1"/>
                </a:cubicBezTo>
                <a:close/>
              </a:path>
            </a:pathLst>
          </a:custGeom>
          <a:solidFill>
            <a:srgbClr val="DCDCDC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17" name="Google Shape;4117;p51">
            <a:extLst>
              <a:ext uri="{FF2B5EF4-FFF2-40B4-BE49-F238E27FC236}">
                <a16:creationId xmlns:a16="http://schemas.microsoft.com/office/drawing/2014/main" id="{7369D8A7-EED8-466F-AA12-9705F533199F}"/>
              </a:ext>
            </a:extLst>
          </p:cNvPr>
          <p:cNvSpPr>
            <a:spLocks noGrp="1"/>
          </p:cNvSpPr>
          <p:nvPr/>
        </p:nvSpPr>
        <p:spPr>
          <a:xfrm>
            <a:off x="8179753" y="3697505"/>
            <a:ext cx="390887" cy="110189"/>
          </a:xfrm>
          <a:custGeom>
            <a:avLst/>
            <a:gdLst/>
            <a:ahLst/>
            <a:cxnLst/>
            <a:rect l="l" t="t" r="r" b="b"/>
            <a:pathLst>
              <a:path w="8842" h="2499">
                <a:moveTo>
                  <a:pt x="8842" y="1"/>
                </a:moveTo>
                <a:lnTo>
                  <a:pt x="8842" y="1"/>
                </a:lnTo>
                <a:cubicBezTo>
                  <a:pt x="7173" y="724"/>
                  <a:pt x="5349" y="923"/>
                  <a:pt x="3843" y="923"/>
                </a:cubicBezTo>
                <a:cubicBezTo>
                  <a:pt x="1990" y="923"/>
                  <a:pt x="621" y="621"/>
                  <a:pt x="621" y="621"/>
                </a:cubicBezTo>
                <a:lnTo>
                  <a:pt x="621" y="621"/>
                </a:lnTo>
                <a:cubicBezTo>
                  <a:pt x="621" y="621"/>
                  <a:pt x="1" y="1831"/>
                  <a:pt x="1211" y="2265"/>
                </a:cubicBezTo>
                <a:cubicBezTo>
                  <a:pt x="1596" y="2428"/>
                  <a:pt x="2072" y="2499"/>
                  <a:pt x="2599" y="2499"/>
                </a:cubicBezTo>
                <a:cubicBezTo>
                  <a:pt x="5082" y="2499"/>
                  <a:pt x="8663" y="922"/>
                  <a:pt x="8842" y="1"/>
                </a:cubicBezTo>
                <a:close/>
              </a:path>
            </a:pathLst>
          </a:custGeom>
          <a:solidFill>
            <a:srgbClr val="DCDCDC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18" name="Google Shape;4118;p51">
            <a:extLst>
              <a:ext uri="{FF2B5EF4-FFF2-40B4-BE49-F238E27FC236}">
                <a16:creationId xmlns:a16="http://schemas.microsoft.com/office/drawing/2014/main" id="{005CBFDF-E6CB-40C4-91E4-837C42F86952}"/>
              </a:ext>
            </a:extLst>
          </p:cNvPr>
          <p:cNvSpPr>
            <a:spLocks noGrp="1"/>
          </p:cNvSpPr>
          <p:nvPr/>
        </p:nvSpPr>
        <p:spPr>
          <a:xfrm>
            <a:off x="6354448" y="2139330"/>
            <a:ext cx="1946036" cy="1658619"/>
          </a:xfrm>
          <a:custGeom>
            <a:avLst/>
            <a:gdLst/>
            <a:ahLst/>
            <a:cxnLst/>
            <a:rect l="l" t="t" r="r" b="b"/>
            <a:pathLst>
              <a:path w="44020" h="37616">
                <a:moveTo>
                  <a:pt x="7729" y="1"/>
                </a:moveTo>
                <a:cubicBezTo>
                  <a:pt x="6951" y="1"/>
                  <a:pt x="6026" y="359"/>
                  <a:pt x="5150" y="1339"/>
                </a:cubicBezTo>
                <a:cubicBezTo>
                  <a:pt x="0" y="9436"/>
                  <a:pt x="1986" y="18246"/>
                  <a:pt x="1986" y="18246"/>
                </a:cubicBezTo>
                <a:lnTo>
                  <a:pt x="2017" y="18246"/>
                </a:lnTo>
                <a:cubicBezTo>
                  <a:pt x="1924" y="18742"/>
                  <a:pt x="1924" y="19208"/>
                  <a:pt x="1986" y="19704"/>
                </a:cubicBezTo>
                <a:cubicBezTo>
                  <a:pt x="2389" y="23271"/>
                  <a:pt x="4902" y="29228"/>
                  <a:pt x="14270" y="30903"/>
                </a:cubicBezTo>
                <a:cubicBezTo>
                  <a:pt x="15416" y="31102"/>
                  <a:pt x="16556" y="31190"/>
                  <a:pt x="17676" y="31190"/>
                </a:cubicBezTo>
                <a:cubicBezTo>
                  <a:pt x="20558" y="31190"/>
                  <a:pt x="23300" y="30608"/>
                  <a:pt x="25624" y="29848"/>
                </a:cubicBezTo>
                <a:cubicBezTo>
                  <a:pt x="29032" y="35935"/>
                  <a:pt x="38568" y="37616"/>
                  <a:pt x="41870" y="37616"/>
                </a:cubicBezTo>
                <a:cubicBezTo>
                  <a:pt x="42506" y="37616"/>
                  <a:pt x="42911" y="37553"/>
                  <a:pt x="42996" y="37448"/>
                </a:cubicBezTo>
                <a:cubicBezTo>
                  <a:pt x="43585" y="36766"/>
                  <a:pt x="44020" y="34842"/>
                  <a:pt x="41755" y="34253"/>
                </a:cubicBezTo>
                <a:cubicBezTo>
                  <a:pt x="35675" y="33260"/>
                  <a:pt x="32325" y="30003"/>
                  <a:pt x="30680" y="27770"/>
                </a:cubicBezTo>
                <a:cubicBezTo>
                  <a:pt x="31952" y="27118"/>
                  <a:pt x="32697" y="26622"/>
                  <a:pt x="32697" y="26622"/>
                </a:cubicBezTo>
                <a:cubicBezTo>
                  <a:pt x="32697" y="26622"/>
                  <a:pt x="31115" y="23923"/>
                  <a:pt x="31797" y="19704"/>
                </a:cubicBezTo>
                <a:lnTo>
                  <a:pt x="31797" y="19704"/>
                </a:lnTo>
                <a:cubicBezTo>
                  <a:pt x="31797" y="19704"/>
                  <a:pt x="31636" y="19710"/>
                  <a:pt x="31330" y="19710"/>
                </a:cubicBezTo>
                <a:cubicBezTo>
                  <a:pt x="29978" y="19710"/>
                  <a:pt x="25788" y="19587"/>
                  <a:pt x="20071" y="18246"/>
                </a:cubicBezTo>
                <a:cubicBezTo>
                  <a:pt x="18658" y="16925"/>
                  <a:pt x="14507" y="12289"/>
                  <a:pt x="9727" y="12289"/>
                </a:cubicBezTo>
                <a:cubicBezTo>
                  <a:pt x="9680" y="12289"/>
                  <a:pt x="9633" y="12289"/>
                  <a:pt x="9586" y="12290"/>
                </a:cubicBezTo>
                <a:cubicBezTo>
                  <a:pt x="9152" y="12290"/>
                  <a:pt x="8717" y="12321"/>
                  <a:pt x="8314" y="12414"/>
                </a:cubicBezTo>
                <a:cubicBezTo>
                  <a:pt x="7259" y="7513"/>
                  <a:pt x="9586" y="2332"/>
                  <a:pt x="9586" y="1339"/>
                </a:cubicBezTo>
                <a:cubicBezTo>
                  <a:pt x="9586" y="675"/>
                  <a:pt x="8797" y="1"/>
                  <a:pt x="7729" y="1"/>
                </a:cubicBezTo>
                <a:close/>
              </a:path>
            </a:pathLst>
          </a:custGeom>
          <a:solidFill>
            <a:srgbClr val="BE6F1D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19" name="Google Shape;4119;p51">
            <a:extLst>
              <a:ext uri="{FF2B5EF4-FFF2-40B4-BE49-F238E27FC236}">
                <a16:creationId xmlns:a16="http://schemas.microsoft.com/office/drawing/2014/main" id="{F947ACDB-0F7E-4690-A5B9-9D34C3924388}"/>
              </a:ext>
            </a:extLst>
          </p:cNvPr>
          <p:cNvSpPr>
            <a:spLocks noGrp="1"/>
          </p:cNvSpPr>
          <p:nvPr/>
        </p:nvSpPr>
        <p:spPr>
          <a:xfrm>
            <a:off x="6556037" y="3036853"/>
            <a:ext cx="135806" cy="354290"/>
          </a:xfrm>
          <a:custGeom>
            <a:avLst/>
            <a:gdLst/>
            <a:ahLst/>
            <a:cxnLst/>
            <a:rect l="l" t="t" r="r" b="b"/>
            <a:pathLst>
              <a:path w="3072" h="8035">
                <a:moveTo>
                  <a:pt x="3071" y="0"/>
                </a:moveTo>
                <a:lnTo>
                  <a:pt x="3071" y="0"/>
                </a:lnTo>
                <a:cubicBezTo>
                  <a:pt x="1086" y="1583"/>
                  <a:pt x="311" y="3754"/>
                  <a:pt x="0" y="5398"/>
                </a:cubicBezTo>
                <a:cubicBezTo>
                  <a:pt x="776" y="6329"/>
                  <a:pt x="1769" y="7259"/>
                  <a:pt x="2978" y="8035"/>
                </a:cubicBezTo>
                <a:cubicBezTo>
                  <a:pt x="2451" y="5584"/>
                  <a:pt x="2513" y="1676"/>
                  <a:pt x="3071" y="0"/>
                </a:cubicBezTo>
                <a:close/>
              </a:path>
            </a:pathLst>
          </a:custGeom>
          <a:solidFill>
            <a:srgbClr val="994C07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20" name="Google Shape;4120;p51">
            <a:extLst>
              <a:ext uri="{FF2B5EF4-FFF2-40B4-BE49-F238E27FC236}">
                <a16:creationId xmlns:a16="http://schemas.microsoft.com/office/drawing/2014/main" id="{8A8E89F5-C1D4-43AE-9825-8B03641184C2}"/>
              </a:ext>
            </a:extLst>
          </p:cNvPr>
          <p:cNvSpPr>
            <a:spLocks noGrp="1"/>
          </p:cNvSpPr>
          <p:nvPr/>
        </p:nvSpPr>
        <p:spPr>
          <a:xfrm>
            <a:off x="7306203" y="3205113"/>
            <a:ext cx="165956" cy="287268"/>
          </a:xfrm>
          <a:custGeom>
            <a:avLst/>
            <a:gdLst/>
            <a:ahLst/>
            <a:cxnLst/>
            <a:rect l="l" t="t" r="r" b="b"/>
            <a:pathLst>
              <a:path w="3754" h="6515">
                <a:moveTo>
                  <a:pt x="1086" y="0"/>
                </a:moveTo>
                <a:cubicBezTo>
                  <a:pt x="0" y="2482"/>
                  <a:pt x="434" y="4933"/>
                  <a:pt x="993" y="6515"/>
                </a:cubicBezTo>
                <a:cubicBezTo>
                  <a:pt x="1954" y="6297"/>
                  <a:pt x="2885" y="6080"/>
                  <a:pt x="3754" y="5801"/>
                </a:cubicBezTo>
                <a:cubicBezTo>
                  <a:pt x="2482" y="3878"/>
                  <a:pt x="1334" y="1396"/>
                  <a:pt x="1086" y="0"/>
                </a:cubicBezTo>
                <a:close/>
              </a:path>
            </a:pathLst>
          </a:custGeom>
          <a:solidFill>
            <a:srgbClr val="994C07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21" name="Google Shape;4121;p51">
            <a:extLst>
              <a:ext uri="{FF2B5EF4-FFF2-40B4-BE49-F238E27FC236}">
                <a16:creationId xmlns:a16="http://schemas.microsoft.com/office/drawing/2014/main" id="{5F78B597-60C0-43D7-8605-03C2509F1D43}"/>
              </a:ext>
            </a:extLst>
          </p:cNvPr>
          <p:cNvSpPr>
            <a:spLocks noGrp="1"/>
          </p:cNvSpPr>
          <p:nvPr/>
        </p:nvSpPr>
        <p:spPr>
          <a:xfrm>
            <a:off x="6909834" y="3087472"/>
            <a:ext cx="207158" cy="426780"/>
          </a:xfrm>
          <a:custGeom>
            <a:avLst/>
            <a:gdLst/>
            <a:ahLst/>
            <a:cxnLst/>
            <a:rect l="l" t="t" r="r" b="b"/>
            <a:pathLst>
              <a:path w="4686" h="9679">
                <a:moveTo>
                  <a:pt x="2607" y="0"/>
                </a:moveTo>
                <a:lnTo>
                  <a:pt x="2607" y="0"/>
                </a:lnTo>
                <a:cubicBezTo>
                  <a:pt x="1" y="3289"/>
                  <a:pt x="249" y="7259"/>
                  <a:pt x="559" y="9152"/>
                </a:cubicBezTo>
                <a:cubicBezTo>
                  <a:pt x="932" y="9245"/>
                  <a:pt x="1304" y="9307"/>
                  <a:pt x="1707" y="9400"/>
                </a:cubicBezTo>
                <a:cubicBezTo>
                  <a:pt x="2731" y="9555"/>
                  <a:pt x="3723" y="9648"/>
                  <a:pt x="4685" y="9679"/>
                </a:cubicBezTo>
                <a:cubicBezTo>
                  <a:pt x="3382" y="6825"/>
                  <a:pt x="2421" y="2172"/>
                  <a:pt x="2607" y="0"/>
                </a:cubicBezTo>
                <a:close/>
              </a:path>
            </a:pathLst>
          </a:custGeom>
          <a:solidFill>
            <a:srgbClr val="994C07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22" name="Google Shape;4122;p51">
            <a:extLst>
              <a:ext uri="{FF2B5EF4-FFF2-40B4-BE49-F238E27FC236}">
                <a16:creationId xmlns:a16="http://schemas.microsoft.com/office/drawing/2014/main" id="{D6E5A779-8458-4ED1-A9A6-02D1D8FD3A20}"/>
              </a:ext>
            </a:extLst>
          </p:cNvPr>
          <p:cNvSpPr>
            <a:spLocks noGrp="1"/>
          </p:cNvSpPr>
          <p:nvPr/>
        </p:nvSpPr>
        <p:spPr>
          <a:xfrm>
            <a:off x="7658629" y="2576781"/>
            <a:ext cx="1036810" cy="956210"/>
          </a:xfrm>
          <a:custGeom>
            <a:avLst/>
            <a:gdLst/>
            <a:ahLst/>
            <a:cxnLst/>
            <a:rect l="l" t="t" r="r" b="b"/>
            <a:pathLst>
              <a:path w="23453" h="21686">
                <a:moveTo>
                  <a:pt x="9587" y="1"/>
                </a:moveTo>
                <a:cubicBezTo>
                  <a:pt x="8266" y="1"/>
                  <a:pt x="6898" y="280"/>
                  <a:pt x="5522" y="911"/>
                </a:cubicBezTo>
                <a:cubicBezTo>
                  <a:pt x="2079" y="2524"/>
                  <a:pt x="683" y="6588"/>
                  <a:pt x="125" y="10093"/>
                </a:cubicBezTo>
                <a:cubicBezTo>
                  <a:pt x="1" y="10931"/>
                  <a:pt x="1" y="11768"/>
                  <a:pt x="63" y="12575"/>
                </a:cubicBezTo>
                <a:cubicBezTo>
                  <a:pt x="590" y="17476"/>
                  <a:pt x="4592" y="20703"/>
                  <a:pt x="9245" y="21509"/>
                </a:cubicBezTo>
                <a:cubicBezTo>
                  <a:pt x="9948" y="21623"/>
                  <a:pt x="10682" y="21685"/>
                  <a:pt x="11423" y="21685"/>
                </a:cubicBezTo>
                <a:cubicBezTo>
                  <a:pt x="14698" y="21685"/>
                  <a:pt x="18096" y="20478"/>
                  <a:pt x="19513" y="17290"/>
                </a:cubicBezTo>
                <a:cubicBezTo>
                  <a:pt x="20351" y="15367"/>
                  <a:pt x="20785" y="12885"/>
                  <a:pt x="20599" y="10528"/>
                </a:cubicBezTo>
                <a:cubicBezTo>
                  <a:pt x="21219" y="9535"/>
                  <a:pt x="21964" y="8604"/>
                  <a:pt x="22739" y="7736"/>
                </a:cubicBezTo>
                <a:cubicBezTo>
                  <a:pt x="22460" y="7674"/>
                  <a:pt x="22212" y="7580"/>
                  <a:pt x="21995" y="7425"/>
                </a:cubicBezTo>
                <a:cubicBezTo>
                  <a:pt x="22522" y="7084"/>
                  <a:pt x="23018" y="6681"/>
                  <a:pt x="23453" y="6185"/>
                </a:cubicBezTo>
                <a:cubicBezTo>
                  <a:pt x="22677" y="6185"/>
                  <a:pt x="21871" y="5967"/>
                  <a:pt x="21157" y="5595"/>
                </a:cubicBezTo>
                <a:cubicBezTo>
                  <a:pt x="21374" y="5440"/>
                  <a:pt x="21591" y="5285"/>
                  <a:pt x="21840" y="5130"/>
                </a:cubicBezTo>
                <a:cubicBezTo>
                  <a:pt x="20537" y="5006"/>
                  <a:pt x="19265" y="4695"/>
                  <a:pt x="18055" y="4230"/>
                </a:cubicBezTo>
                <a:cubicBezTo>
                  <a:pt x="15985" y="1804"/>
                  <a:pt x="12941" y="1"/>
                  <a:pt x="9587" y="1"/>
                </a:cubicBezTo>
                <a:close/>
              </a:path>
            </a:pathLst>
          </a:custGeom>
          <a:solidFill>
            <a:srgbClr val="BE6F1D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23" name="Google Shape;4123;p51">
            <a:extLst>
              <a:ext uri="{FF2B5EF4-FFF2-40B4-BE49-F238E27FC236}">
                <a16:creationId xmlns:a16="http://schemas.microsoft.com/office/drawing/2014/main" id="{72C738E2-EDC3-4834-B8CA-1B54CB51F7AE}"/>
              </a:ext>
            </a:extLst>
          </p:cNvPr>
          <p:cNvSpPr>
            <a:spLocks noGrp="1"/>
          </p:cNvSpPr>
          <p:nvPr/>
        </p:nvSpPr>
        <p:spPr>
          <a:xfrm>
            <a:off x="7757389" y="2700816"/>
            <a:ext cx="676117" cy="721986"/>
          </a:xfrm>
          <a:custGeom>
            <a:avLst/>
            <a:gdLst/>
            <a:ahLst/>
            <a:cxnLst/>
            <a:rect l="l" t="t" r="r" b="b"/>
            <a:pathLst>
              <a:path w="15294" h="16374">
                <a:moveTo>
                  <a:pt x="7241" y="1"/>
                </a:moveTo>
                <a:cubicBezTo>
                  <a:pt x="6231" y="1"/>
                  <a:pt x="5078" y="323"/>
                  <a:pt x="3754" y="1076"/>
                </a:cubicBezTo>
                <a:cubicBezTo>
                  <a:pt x="1024" y="2627"/>
                  <a:pt x="0" y="6070"/>
                  <a:pt x="155" y="9048"/>
                </a:cubicBezTo>
                <a:cubicBezTo>
                  <a:pt x="217" y="10010"/>
                  <a:pt x="434" y="10910"/>
                  <a:pt x="838" y="11747"/>
                </a:cubicBezTo>
                <a:cubicBezTo>
                  <a:pt x="1706" y="13640"/>
                  <a:pt x="3319" y="15098"/>
                  <a:pt x="5367" y="15842"/>
                </a:cubicBezTo>
                <a:cubicBezTo>
                  <a:pt x="6286" y="16182"/>
                  <a:pt x="7370" y="16374"/>
                  <a:pt x="8466" y="16374"/>
                </a:cubicBezTo>
                <a:cubicBezTo>
                  <a:pt x="10773" y="16374"/>
                  <a:pt x="13137" y="15525"/>
                  <a:pt x="14146" y="13422"/>
                </a:cubicBezTo>
                <a:cubicBezTo>
                  <a:pt x="15294" y="11003"/>
                  <a:pt x="14270" y="7994"/>
                  <a:pt x="13246" y="5698"/>
                </a:cubicBezTo>
                <a:cubicBezTo>
                  <a:pt x="11971" y="2823"/>
                  <a:pt x="10228" y="1"/>
                  <a:pt x="7241" y="1"/>
                </a:cubicBezTo>
                <a:close/>
              </a:path>
            </a:pathLst>
          </a:custGeom>
          <a:solidFill>
            <a:srgbClr val="FDCF8B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24" name="Google Shape;4124;p51">
            <a:extLst>
              <a:ext uri="{FF2B5EF4-FFF2-40B4-BE49-F238E27FC236}">
                <a16:creationId xmlns:a16="http://schemas.microsoft.com/office/drawing/2014/main" id="{284397B8-FE3A-47C5-83AB-7E40EC7690C8}"/>
              </a:ext>
            </a:extLst>
          </p:cNvPr>
          <p:cNvSpPr>
            <a:spLocks noGrp="1"/>
          </p:cNvSpPr>
          <p:nvPr/>
        </p:nvSpPr>
        <p:spPr>
          <a:xfrm>
            <a:off x="8061319" y="3109034"/>
            <a:ext cx="233683" cy="313724"/>
          </a:xfrm>
          <a:custGeom>
            <a:avLst/>
            <a:gdLst/>
            <a:ahLst/>
            <a:cxnLst/>
            <a:rect l="l" t="t" r="r" b="b"/>
            <a:pathLst>
              <a:path w="5286" h="7115">
                <a:moveTo>
                  <a:pt x="3181" y="1"/>
                </a:moveTo>
                <a:cubicBezTo>
                  <a:pt x="1587" y="1"/>
                  <a:pt x="1" y="3764"/>
                  <a:pt x="260" y="7018"/>
                </a:cubicBezTo>
                <a:cubicBezTo>
                  <a:pt x="696" y="7082"/>
                  <a:pt x="1145" y="7115"/>
                  <a:pt x="1595" y="7115"/>
                </a:cubicBezTo>
                <a:cubicBezTo>
                  <a:pt x="2904" y="7115"/>
                  <a:pt x="4224" y="6835"/>
                  <a:pt x="5286" y="6212"/>
                </a:cubicBezTo>
                <a:cubicBezTo>
                  <a:pt x="5192" y="4009"/>
                  <a:pt x="4820" y="566"/>
                  <a:pt x="3548" y="70"/>
                </a:cubicBezTo>
                <a:cubicBezTo>
                  <a:pt x="3426" y="23"/>
                  <a:pt x="3304" y="1"/>
                  <a:pt x="3181" y="1"/>
                </a:cubicBezTo>
                <a:close/>
              </a:path>
            </a:pathLst>
          </a:custGeom>
          <a:solidFill>
            <a:srgbClr val="994C07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25" name="Google Shape;4125;p51">
            <a:extLst>
              <a:ext uri="{FF2B5EF4-FFF2-40B4-BE49-F238E27FC236}">
                <a16:creationId xmlns:a16="http://schemas.microsoft.com/office/drawing/2014/main" id="{7B9CFC89-E851-4D52-AF2D-B594BC662D13}"/>
              </a:ext>
            </a:extLst>
          </p:cNvPr>
          <p:cNvSpPr>
            <a:spLocks noGrp="1"/>
          </p:cNvSpPr>
          <p:nvPr/>
        </p:nvSpPr>
        <p:spPr>
          <a:xfrm>
            <a:off x="7812207" y="2719512"/>
            <a:ext cx="355255" cy="260151"/>
          </a:xfrm>
          <a:custGeom>
            <a:avLst/>
            <a:gdLst/>
            <a:ahLst/>
            <a:cxnLst/>
            <a:rect l="l" t="t" r="r" b="b"/>
            <a:pathLst>
              <a:path w="8036" h="5900">
                <a:moveTo>
                  <a:pt x="3941" y="0"/>
                </a:moveTo>
                <a:cubicBezTo>
                  <a:pt x="3475" y="187"/>
                  <a:pt x="3010" y="373"/>
                  <a:pt x="2514" y="652"/>
                </a:cubicBezTo>
                <a:cubicBezTo>
                  <a:pt x="1428" y="1303"/>
                  <a:pt x="590" y="2234"/>
                  <a:pt x="1" y="3320"/>
                </a:cubicBezTo>
                <a:cubicBezTo>
                  <a:pt x="1704" y="4901"/>
                  <a:pt x="4228" y="5899"/>
                  <a:pt x="5920" y="5899"/>
                </a:cubicBezTo>
                <a:cubicBezTo>
                  <a:pt x="6817" y="5899"/>
                  <a:pt x="7481" y="5618"/>
                  <a:pt x="7663" y="4995"/>
                </a:cubicBezTo>
                <a:cubicBezTo>
                  <a:pt x="8036" y="3754"/>
                  <a:pt x="5616" y="1427"/>
                  <a:pt x="3941" y="0"/>
                </a:cubicBezTo>
                <a:close/>
              </a:path>
            </a:pathLst>
          </a:custGeom>
          <a:solidFill>
            <a:srgbClr val="994C07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26" name="Google Shape;4126;p51">
            <a:extLst>
              <a:ext uri="{FF2B5EF4-FFF2-40B4-BE49-F238E27FC236}">
                <a16:creationId xmlns:a16="http://schemas.microsoft.com/office/drawing/2014/main" id="{2CD4B588-DAAA-4CB3-A50B-D7D22F110F9D}"/>
              </a:ext>
            </a:extLst>
          </p:cNvPr>
          <p:cNvSpPr>
            <a:spLocks noGrp="1"/>
          </p:cNvSpPr>
          <p:nvPr/>
        </p:nvSpPr>
        <p:spPr>
          <a:xfrm>
            <a:off x="7942533" y="3005105"/>
            <a:ext cx="164674" cy="191586"/>
          </a:xfrm>
          <a:custGeom>
            <a:avLst/>
            <a:gdLst/>
            <a:ahLst/>
            <a:cxnLst/>
            <a:rect l="l" t="t" r="r" b="b"/>
            <a:pathLst>
              <a:path w="3725" h="4345">
                <a:moveTo>
                  <a:pt x="1254" y="1"/>
                </a:moveTo>
                <a:cubicBezTo>
                  <a:pt x="1166" y="1"/>
                  <a:pt x="1079" y="13"/>
                  <a:pt x="993" y="38"/>
                </a:cubicBezTo>
                <a:cubicBezTo>
                  <a:pt x="0" y="348"/>
                  <a:pt x="31" y="1899"/>
                  <a:pt x="93" y="2644"/>
                </a:cubicBezTo>
                <a:cubicBezTo>
                  <a:pt x="124" y="2892"/>
                  <a:pt x="248" y="3109"/>
                  <a:pt x="434" y="3295"/>
                </a:cubicBezTo>
                <a:cubicBezTo>
                  <a:pt x="1248" y="3995"/>
                  <a:pt x="1890" y="4344"/>
                  <a:pt x="2376" y="4344"/>
                </a:cubicBezTo>
                <a:cubicBezTo>
                  <a:pt x="2816" y="4344"/>
                  <a:pt x="3128" y="4057"/>
                  <a:pt x="3319" y="3481"/>
                </a:cubicBezTo>
                <a:cubicBezTo>
                  <a:pt x="3724" y="2267"/>
                  <a:pt x="2458" y="1"/>
                  <a:pt x="1254" y="1"/>
                </a:cubicBezTo>
                <a:close/>
              </a:path>
            </a:pathLst>
          </a:custGeom>
          <a:solidFill>
            <a:srgbClr val="3C2415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27" name="Google Shape;4127;p51">
            <a:extLst>
              <a:ext uri="{FF2B5EF4-FFF2-40B4-BE49-F238E27FC236}">
                <a16:creationId xmlns:a16="http://schemas.microsoft.com/office/drawing/2014/main" id="{1E510E71-7A97-482B-B74D-B2D78748E6BA}"/>
              </a:ext>
            </a:extLst>
          </p:cNvPr>
          <p:cNvSpPr>
            <a:spLocks noGrp="1"/>
          </p:cNvSpPr>
          <p:nvPr/>
        </p:nvSpPr>
        <p:spPr>
          <a:xfrm>
            <a:off x="8126261" y="3187255"/>
            <a:ext cx="156407" cy="153357"/>
          </a:xfrm>
          <a:custGeom>
            <a:avLst/>
            <a:gdLst/>
            <a:ahLst/>
            <a:cxnLst/>
            <a:rect l="l" t="t" r="r" b="b"/>
            <a:pathLst>
              <a:path w="3538" h="3478">
                <a:moveTo>
                  <a:pt x="1792" y="1"/>
                </a:moveTo>
                <a:cubicBezTo>
                  <a:pt x="1774" y="1"/>
                  <a:pt x="1756" y="1"/>
                  <a:pt x="1738" y="2"/>
                </a:cubicBezTo>
                <a:cubicBezTo>
                  <a:pt x="776" y="33"/>
                  <a:pt x="1" y="839"/>
                  <a:pt x="32" y="1801"/>
                </a:cubicBezTo>
                <a:cubicBezTo>
                  <a:pt x="62" y="2714"/>
                  <a:pt x="839" y="3477"/>
                  <a:pt x="1775" y="3477"/>
                </a:cubicBezTo>
                <a:cubicBezTo>
                  <a:pt x="1794" y="3477"/>
                  <a:pt x="1813" y="3477"/>
                  <a:pt x="1831" y="3476"/>
                </a:cubicBezTo>
                <a:cubicBezTo>
                  <a:pt x="2793" y="3445"/>
                  <a:pt x="3537" y="2639"/>
                  <a:pt x="3506" y="1677"/>
                </a:cubicBezTo>
                <a:cubicBezTo>
                  <a:pt x="3476" y="764"/>
                  <a:pt x="2700" y="1"/>
                  <a:pt x="1792" y="1"/>
                </a:cubicBezTo>
                <a:close/>
              </a:path>
            </a:pathLst>
          </a:custGeom>
          <a:solidFill>
            <a:srgbClr val="231F20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28" name="Google Shape;4128;p51">
            <a:extLst>
              <a:ext uri="{FF2B5EF4-FFF2-40B4-BE49-F238E27FC236}">
                <a16:creationId xmlns:a16="http://schemas.microsoft.com/office/drawing/2014/main" id="{D06ABD8A-0F03-4A94-8D2E-C2AAA92F3DEE}"/>
              </a:ext>
            </a:extLst>
          </p:cNvPr>
          <p:cNvSpPr>
            <a:spLocks noGrp="1"/>
          </p:cNvSpPr>
          <p:nvPr/>
        </p:nvSpPr>
        <p:spPr>
          <a:xfrm>
            <a:off x="8214058" y="3262523"/>
            <a:ext cx="53535" cy="53397"/>
          </a:xfrm>
          <a:custGeom>
            <a:avLst/>
            <a:gdLst/>
            <a:ahLst/>
            <a:cxnLst/>
            <a:rect l="l" t="t" r="r" b="b"/>
            <a:pathLst>
              <a:path w="1211" h="1211">
                <a:moveTo>
                  <a:pt x="590" y="1"/>
                </a:moveTo>
                <a:cubicBezTo>
                  <a:pt x="248" y="32"/>
                  <a:pt x="0" y="311"/>
                  <a:pt x="0" y="621"/>
                </a:cubicBezTo>
                <a:cubicBezTo>
                  <a:pt x="0" y="963"/>
                  <a:pt x="279" y="1211"/>
                  <a:pt x="621" y="1211"/>
                </a:cubicBezTo>
                <a:cubicBezTo>
                  <a:pt x="962" y="1211"/>
                  <a:pt x="1210" y="932"/>
                  <a:pt x="1210" y="590"/>
                </a:cubicBezTo>
                <a:cubicBezTo>
                  <a:pt x="1179" y="249"/>
                  <a:pt x="931" y="1"/>
                  <a:pt x="590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29" name="Google Shape;4129;p51">
            <a:extLst>
              <a:ext uri="{FF2B5EF4-FFF2-40B4-BE49-F238E27FC236}">
                <a16:creationId xmlns:a16="http://schemas.microsoft.com/office/drawing/2014/main" id="{5137C5C7-13D5-4753-A90F-E61BD3151C19}"/>
              </a:ext>
            </a:extLst>
          </p:cNvPr>
          <p:cNvSpPr>
            <a:spLocks noGrp="1"/>
          </p:cNvSpPr>
          <p:nvPr/>
        </p:nvSpPr>
        <p:spPr>
          <a:xfrm>
            <a:off x="7923302" y="2785167"/>
            <a:ext cx="156407" cy="153268"/>
          </a:xfrm>
          <a:custGeom>
            <a:avLst/>
            <a:gdLst/>
            <a:ahLst/>
            <a:cxnLst/>
            <a:rect l="l" t="t" r="r" b="b"/>
            <a:pathLst>
              <a:path w="3538" h="3476">
                <a:moveTo>
                  <a:pt x="1738" y="1"/>
                </a:moveTo>
                <a:cubicBezTo>
                  <a:pt x="776" y="32"/>
                  <a:pt x="1" y="838"/>
                  <a:pt x="32" y="1800"/>
                </a:cubicBezTo>
                <a:cubicBezTo>
                  <a:pt x="62" y="2742"/>
                  <a:pt x="837" y="3476"/>
                  <a:pt x="1773" y="3476"/>
                </a:cubicBezTo>
                <a:cubicBezTo>
                  <a:pt x="1792" y="3476"/>
                  <a:pt x="1812" y="3476"/>
                  <a:pt x="1831" y="3475"/>
                </a:cubicBezTo>
                <a:cubicBezTo>
                  <a:pt x="2793" y="3444"/>
                  <a:pt x="3537" y="2668"/>
                  <a:pt x="3506" y="1707"/>
                </a:cubicBezTo>
                <a:cubicBezTo>
                  <a:pt x="3475" y="745"/>
                  <a:pt x="2700" y="1"/>
                  <a:pt x="1738" y="1"/>
                </a:cubicBezTo>
                <a:close/>
              </a:path>
            </a:pathLst>
          </a:custGeom>
          <a:solidFill>
            <a:srgbClr val="231F20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30" name="Google Shape;4130;p51">
            <a:extLst>
              <a:ext uri="{FF2B5EF4-FFF2-40B4-BE49-F238E27FC236}">
                <a16:creationId xmlns:a16="http://schemas.microsoft.com/office/drawing/2014/main" id="{E3285917-5F5A-4A3B-B33C-BDEEECD5A00A}"/>
              </a:ext>
            </a:extLst>
          </p:cNvPr>
          <p:cNvSpPr>
            <a:spLocks noGrp="1"/>
          </p:cNvSpPr>
          <p:nvPr/>
        </p:nvSpPr>
        <p:spPr>
          <a:xfrm>
            <a:off x="8011099" y="2861669"/>
            <a:ext cx="53491" cy="52206"/>
          </a:xfrm>
          <a:custGeom>
            <a:avLst/>
            <a:gdLst/>
            <a:ahLst/>
            <a:cxnLst/>
            <a:rect l="l" t="t" r="r" b="b"/>
            <a:pathLst>
              <a:path w="1210" h="1184">
                <a:moveTo>
                  <a:pt x="641" y="0"/>
                </a:moveTo>
                <a:cubicBezTo>
                  <a:pt x="624" y="0"/>
                  <a:pt x="607" y="1"/>
                  <a:pt x="589" y="3"/>
                </a:cubicBezTo>
                <a:cubicBezTo>
                  <a:pt x="248" y="3"/>
                  <a:pt x="0" y="282"/>
                  <a:pt x="0" y="623"/>
                </a:cubicBezTo>
                <a:cubicBezTo>
                  <a:pt x="0" y="917"/>
                  <a:pt x="251" y="1184"/>
                  <a:pt x="569" y="1184"/>
                </a:cubicBezTo>
                <a:cubicBezTo>
                  <a:pt x="586" y="1184"/>
                  <a:pt x="603" y="1183"/>
                  <a:pt x="621" y="1182"/>
                </a:cubicBezTo>
                <a:cubicBezTo>
                  <a:pt x="962" y="1182"/>
                  <a:pt x="1210" y="902"/>
                  <a:pt x="1210" y="561"/>
                </a:cubicBezTo>
                <a:cubicBezTo>
                  <a:pt x="1210" y="267"/>
                  <a:pt x="959" y="0"/>
                  <a:pt x="641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31" name="Google Shape;4131;p51">
            <a:extLst>
              <a:ext uri="{FF2B5EF4-FFF2-40B4-BE49-F238E27FC236}">
                <a16:creationId xmlns:a16="http://schemas.microsoft.com/office/drawing/2014/main" id="{52032F76-B933-4F2F-A2E3-44E7C40164A9}"/>
              </a:ext>
            </a:extLst>
          </p:cNvPr>
          <p:cNvSpPr>
            <a:spLocks noGrp="1"/>
          </p:cNvSpPr>
          <p:nvPr/>
        </p:nvSpPr>
        <p:spPr>
          <a:xfrm>
            <a:off x="7771094" y="3037514"/>
            <a:ext cx="231782" cy="277876"/>
          </a:xfrm>
          <a:custGeom>
            <a:avLst/>
            <a:gdLst/>
            <a:ahLst/>
            <a:cxnLst/>
            <a:rect l="l" t="t" r="r" b="b"/>
            <a:pathLst>
              <a:path w="5243" h="6302">
                <a:moveTo>
                  <a:pt x="1745" y="1"/>
                </a:moveTo>
                <a:cubicBezTo>
                  <a:pt x="1470" y="1"/>
                  <a:pt x="1185" y="101"/>
                  <a:pt x="931" y="327"/>
                </a:cubicBezTo>
                <a:cubicBezTo>
                  <a:pt x="0" y="1102"/>
                  <a:pt x="280" y="2560"/>
                  <a:pt x="714" y="3522"/>
                </a:cubicBezTo>
                <a:cubicBezTo>
                  <a:pt x="1179" y="4453"/>
                  <a:pt x="1769" y="5476"/>
                  <a:pt x="2668" y="6035"/>
                </a:cubicBezTo>
                <a:cubicBezTo>
                  <a:pt x="2954" y="6208"/>
                  <a:pt x="3324" y="6301"/>
                  <a:pt x="3693" y="6301"/>
                </a:cubicBezTo>
                <a:cubicBezTo>
                  <a:pt x="4445" y="6301"/>
                  <a:pt x="5191" y="5916"/>
                  <a:pt x="5212" y="5042"/>
                </a:cubicBezTo>
                <a:cubicBezTo>
                  <a:pt x="5243" y="4515"/>
                  <a:pt x="4716" y="4173"/>
                  <a:pt x="4374" y="3863"/>
                </a:cubicBezTo>
                <a:cubicBezTo>
                  <a:pt x="3971" y="3522"/>
                  <a:pt x="3630" y="3119"/>
                  <a:pt x="3382" y="2653"/>
                </a:cubicBezTo>
                <a:cubicBezTo>
                  <a:pt x="3133" y="2219"/>
                  <a:pt x="3009" y="1754"/>
                  <a:pt x="2978" y="1288"/>
                </a:cubicBezTo>
                <a:cubicBezTo>
                  <a:pt x="2957" y="532"/>
                  <a:pt x="2378" y="1"/>
                  <a:pt x="1745" y="1"/>
                </a:cubicBezTo>
                <a:close/>
              </a:path>
            </a:pathLst>
          </a:custGeom>
          <a:solidFill>
            <a:srgbClr val="3C2415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32" name="Google Shape;4132;p51">
            <a:extLst>
              <a:ext uri="{FF2B5EF4-FFF2-40B4-BE49-F238E27FC236}">
                <a16:creationId xmlns:a16="http://schemas.microsoft.com/office/drawing/2014/main" id="{8853DB27-30F2-498A-A730-16A382611A57}"/>
              </a:ext>
            </a:extLst>
          </p:cNvPr>
          <p:cNvSpPr>
            <a:spLocks noGrp="1"/>
          </p:cNvSpPr>
          <p:nvPr/>
        </p:nvSpPr>
        <p:spPr>
          <a:xfrm>
            <a:off x="7794392" y="3171779"/>
            <a:ext cx="182446" cy="143656"/>
          </a:xfrm>
          <a:custGeom>
            <a:avLst/>
            <a:gdLst/>
            <a:ahLst/>
            <a:cxnLst/>
            <a:rect l="l" t="t" r="r" b="b"/>
            <a:pathLst>
              <a:path w="4127" h="3258">
                <a:moveTo>
                  <a:pt x="276" y="1"/>
                </a:moveTo>
                <a:cubicBezTo>
                  <a:pt x="186" y="1"/>
                  <a:pt x="94" y="4"/>
                  <a:pt x="1" y="12"/>
                </a:cubicBezTo>
                <a:cubicBezTo>
                  <a:pt x="63" y="167"/>
                  <a:pt x="125" y="322"/>
                  <a:pt x="187" y="477"/>
                </a:cubicBezTo>
                <a:cubicBezTo>
                  <a:pt x="652" y="1408"/>
                  <a:pt x="1242" y="2431"/>
                  <a:pt x="2141" y="2990"/>
                </a:cubicBezTo>
                <a:cubicBezTo>
                  <a:pt x="2411" y="3164"/>
                  <a:pt x="2769" y="3257"/>
                  <a:pt x="3134" y="3257"/>
                </a:cubicBezTo>
                <a:cubicBezTo>
                  <a:pt x="3483" y="3257"/>
                  <a:pt x="3838" y="3172"/>
                  <a:pt x="4127" y="2990"/>
                </a:cubicBezTo>
                <a:cubicBezTo>
                  <a:pt x="3709" y="2125"/>
                  <a:pt x="2490" y="1"/>
                  <a:pt x="276" y="1"/>
                </a:cubicBezTo>
                <a:close/>
              </a:path>
            </a:pathLst>
          </a:custGeom>
          <a:solidFill>
            <a:srgbClr val="BE1E2D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33" name="Google Shape;4133;p51">
            <a:extLst>
              <a:ext uri="{FF2B5EF4-FFF2-40B4-BE49-F238E27FC236}">
                <a16:creationId xmlns:a16="http://schemas.microsoft.com/office/drawing/2014/main" id="{FBBE7B66-0732-48B0-862D-A63F050C797D}"/>
              </a:ext>
            </a:extLst>
          </p:cNvPr>
          <p:cNvSpPr>
            <a:spLocks noGrp="1"/>
          </p:cNvSpPr>
          <p:nvPr/>
        </p:nvSpPr>
        <p:spPr>
          <a:xfrm>
            <a:off x="7476227" y="3455432"/>
            <a:ext cx="11007" cy="4144"/>
          </a:xfrm>
          <a:custGeom>
            <a:avLst/>
            <a:gdLst/>
            <a:ahLst/>
            <a:cxnLst/>
            <a:rect l="l" t="t" r="r" b="b"/>
            <a:pathLst>
              <a:path w="249" h="94">
                <a:moveTo>
                  <a:pt x="1" y="93"/>
                </a:moveTo>
                <a:cubicBezTo>
                  <a:pt x="63" y="62"/>
                  <a:pt x="156" y="31"/>
                  <a:pt x="249" y="0"/>
                </a:cubicBezTo>
                <a:lnTo>
                  <a:pt x="249" y="0"/>
                </a:lnTo>
                <a:cubicBezTo>
                  <a:pt x="156" y="31"/>
                  <a:pt x="63" y="62"/>
                  <a:pt x="1" y="93"/>
                </a:cubicBezTo>
                <a:close/>
              </a:path>
            </a:pathLst>
          </a:custGeom>
          <a:solidFill>
            <a:srgbClr val="DEB78D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34" name="Google Shape;4134;p51">
            <a:extLst>
              <a:ext uri="{FF2B5EF4-FFF2-40B4-BE49-F238E27FC236}">
                <a16:creationId xmlns:a16="http://schemas.microsoft.com/office/drawing/2014/main" id="{E2B36A47-622B-4F5D-9158-F7B46DED5CA2}"/>
              </a:ext>
            </a:extLst>
          </p:cNvPr>
          <p:cNvSpPr>
            <a:spLocks noGrp="1"/>
          </p:cNvSpPr>
          <p:nvPr/>
        </p:nvSpPr>
        <p:spPr>
          <a:xfrm>
            <a:off x="6989408" y="3384265"/>
            <a:ext cx="1029958" cy="391285"/>
          </a:xfrm>
          <a:custGeom>
            <a:avLst/>
            <a:gdLst/>
            <a:ahLst/>
            <a:cxnLst/>
            <a:rect l="l" t="t" r="r" b="b"/>
            <a:pathLst>
              <a:path w="23298" h="8874">
                <a:moveTo>
                  <a:pt x="10917" y="1734"/>
                </a:moveTo>
                <a:cubicBezTo>
                  <a:pt x="10752" y="1782"/>
                  <a:pt x="10590" y="1829"/>
                  <a:pt x="10444" y="1876"/>
                </a:cubicBezTo>
                <a:lnTo>
                  <a:pt x="10444" y="1876"/>
                </a:lnTo>
                <a:cubicBezTo>
                  <a:pt x="10605" y="1830"/>
                  <a:pt x="10766" y="1784"/>
                  <a:pt x="10920" y="1738"/>
                </a:cubicBezTo>
                <a:cubicBezTo>
                  <a:pt x="10919" y="1737"/>
                  <a:pt x="10918" y="1736"/>
                  <a:pt x="10917" y="1734"/>
                </a:cubicBezTo>
                <a:close/>
                <a:moveTo>
                  <a:pt x="10444" y="1876"/>
                </a:moveTo>
                <a:lnTo>
                  <a:pt x="10444" y="1876"/>
                </a:lnTo>
                <a:cubicBezTo>
                  <a:pt x="10328" y="1909"/>
                  <a:pt x="10211" y="1943"/>
                  <a:pt x="10097" y="1976"/>
                </a:cubicBezTo>
                <a:lnTo>
                  <a:pt x="10097" y="1976"/>
                </a:lnTo>
                <a:cubicBezTo>
                  <a:pt x="10161" y="1959"/>
                  <a:pt x="10230" y="1942"/>
                  <a:pt x="10299" y="1924"/>
                </a:cubicBezTo>
                <a:lnTo>
                  <a:pt x="10392" y="1893"/>
                </a:lnTo>
                <a:cubicBezTo>
                  <a:pt x="10409" y="1888"/>
                  <a:pt x="10427" y="1882"/>
                  <a:pt x="10444" y="1876"/>
                </a:cubicBezTo>
                <a:close/>
                <a:moveTo>
                  <a:pt x="10097" y="1976"/>
                </a:moveTo>
                <a:cubicBezTo>
                  <a:pt x="10047" y="1990"/>
                  <a:pt x="9999" y="2004"/>
                  <a:pt x="9958" y="2017"/>
                </a:cubicBezTo>
                <a:cubicBezTo>
                  <a:pt x="10004" y="2004"/>
                  <a:pt x="10050" y="1990"/>
                  <a:pt x="10097" y="1976"/>
                </a:cubicBezTo>
                <a:close/>
                <a:moveTo>
                  <a:pt x="0" y="2669"/>
                </a:moveTo>
                <a:lnTo>
                  <a:pt x="0" y="2669"/>
                </a:lnTo>
                <a:cubicBezTo>
                  <a:pt x="647" y="2777"/>
                  <a:pt x="1305" y="2853"/>
                  <a:pt x="1955" y="2899"/>
                </a:cubicBezTo>
                <a:lnTo>
                  <a:pt x="1955" y="2899"/>
                </a:lnTo>
                <a:cubicBezTo>
                  <a:pt x="1303" y="2850"/>
                  <a:pt x="652" y="2774"/>
                  <a:pt x="0" y="2669"/>
                </a:cubicBezTo>
                <a:close/>
                <a:moveTo>
                  <a:pt x="1955" y="2899"/>
                </a:moveTo>
                <a:lnTo>
                  <a:pt x="1955" y="2899"/>
                </a:lnTo>
                <a:cubicBezTo>
                  <a:pt x="2265" y="2921"/>
                  <a:pt x="2575" y="2938"/>
                  <a:pt x="2885" y="2948"/>
                </a:cubicBezTo>
                <a:cubicBezTo>
                  <a:pt x="2884" y="2946"/>
                  <a:pt x="2883" y="2944"/>
                  <a:pt x="2883" y="2942"/>
                </a:cubicBezTo>
                <a:lnTo>
                  <a:pt x="2883" y="2942"/>
                </a:lnTo>
                <a:cubicBezTo>
                  <a:pt x="2576" y="2935"/>
                  <a:pt x="2266" y="2920"/>
                  <a:pt x="1955" y="2899"/>
                </a:cubicBezTo>
                <a:close/>
                <a:moveTo>
                  <a:pt x="7724" y="652"/>
                </a:moveTo>
                <a:cubicBezTo>
                  <a:pt x="6546" y="807"/>
                  <a:pt x="5460" y="901"/>
                  <a:pt x="4436" y="901"/>
                </a:cubicBezTo>
                <a:cubicBezTo>
                  <a:pt x="3599" y="901"/>
                  <a:pt x="2823" y="838"/>
                  <a:pt x="2048" y="745"/>
                </a:cubicBezTo>
                <a:lnTo>
                  <a:pt x="2048" y="745"/>
                </a:lnTo>
                <a:cubicBezTo>
                  <a:pt x="2326" y="1550"/>
                  <a:pt x="2604" y="2292"/>
                  <a:pt x="2883" y="2942"/>
                </a:cubicBezTo>
                <a:lnTo>
                  <a:pt x="2883" y="2942"/>
                </a:lnTo>
                <a:cubicBezTo>
                  <a:pt x="3040" y="2946"/>
                  <a:pt x="3196" y="2948"/>
                  <a:pt x="3350" y="2948"/>
                </a:cubicBezTo>
                <a:cubicBezTo>
                  <a:pt x="5026" y="2948"/>
                  <a:pt x="6639" y="2762"/>
                  <a:pt x="8159" y="2452"/>
                </a:cubicBezTo>
                <a:cubicBezTo>
                  <a:pt x="7973" y="1924"/>
                  <a:pt x="7818" y="1335"/>
                  <a:pt x="7724" y="652"/>
                </a:cubicBezTo>
                <a:close/>
                <a:moveTo>
                  <a:pt x="11478" y="1"/>
                </a:moveTo>
                <a:cubicBezTo>
                  <a:pt x="11292" y="1"/>
                  <a:pt x="11106" y="32"/>
                  <a:pt x="10920" y="94"/>
                </a:cubicBezTo>
                <a:cubicBezTo>
                  <a:pt x="10609" y="156"/>
                  <a:pt x="10330" y="218"/>
                  <a:pt x="10051" y="280"/>
                </a:cubicBezTo>
                <a:cubicBezTo>
                  <a:pt x="10330" y="775"/>
                  <a:pt x="10608" y="1270"/>
                  <a:pt x="10917" y="1734"/>
                </a:cubicBezTo>
                <a:lnTo>
                  <a:pt x="10917" y="1734"/>
                </a:lnTo>
                <a:cubicBezTo>
                  <a:pt x="10949" y="1725"/>
                  <a:pt x="10981" y="1716"/>
                  <a:pt x="11013" y="1707"/>
                </a:cubicBezTo>
                <a:cubicBezTo>
                  <a:pt x="11075" y="1676"/>
                  <a:pt x="11168" y="1645"/>
                  <a:pt x="11261" y="1614"/>
                </a:cubicBezTo>
                <a:cubicBezTo>
                  <a:pt x="13681" y="5926"/>
                  <a:pt x="19140" y="8004"/>
                  <a:pt x="23297" y="8873"/>
                </a:cubicBezTo>
                <a:cubicBezTo>
                  <a:pt x="17775" y="7136"/>
                  <a:pt x="13370" y="870"/>
                  <a:pt x="13370" y="870"/>
                </a:cubicBezTo>
                <a:lnTo>
                  <a:pt x="13339" y="870"/>
                </a:lnTo>
                <a:cubicBezTo>
                  <a:pt x="12874" y="311"/>
                  <a:pt x="12161" y="1"/>
                  <a:pt x="11478" y="1"/>
                </a:cubicBezTo>
                <a:close/>
              </a:path>
            </a:pathLst>
          </a:custGeom>
          <a:solidFill>
            <a:srgbClr val="A64F10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35" name="Google Shape;4135;p51">
            <a:extLst>
              <a:ext uri="{FF2B5EF4-FFF2-40B4-BE49-F238E27FC236}">
                <a16:creationId xmlns:a16="http://schemas.microsoft.com/office/drawing/2014/main" id="{A1C2FDC2-1CA4-42DC-8542-4EF0D7AE79F1}"/>
              </a:ext>
            </a:extLst>
          </p:cNvPr>
          <p:cNvSpPr>
            <a:spLocks noGrp="1"/>
          </p:cNvSpPr>
          <p:nvPr/>
        </p:nvSpPr>
        <p:spPr>
          <a:xfrm>
            <a:off x="6442201" y="3012248"/>
            <a:ext cx="538983" cy="488335"/>
          </a:xfrm>
          <a:custGeom>
            <a:avLst/>
            <a:gdLst/>
            <a:ahLst/>
            <a:cxnLst/>
            <a:rect l="l" t="t" r="r" b="b"/>
            <a:pathLst>
              <a:path w="12192" h="11075">
                <a:moveTo>
                  <a:pt x="1" y="0"/>
                </a:moveTo>
                <a:cubicBezTo>
                  <a:pt x="1" y="0"/>
                  <a:pt x="1" y="0"/>
                  <a:pt x="1" y="31"/>
                </a:cubicBezTo>
                <a:cubicBezTo>
                  <a:pt x="33" y="278"/>
                  <a:pt x="76" y="536"/>
                  <a:pt x="130" y="803"/>
                </a:cubicBezTo>
                <a:lnTo>
                  <a:pt x="130" y="803"/>
                </a:lnTo>
                <a:cubicBezTo>
                  <a:pt x="75" y="525"/>
                  <a:pt x="32" y="256"/>
                  <a:pt x="1" y="0"/>
                </a:cubicBezTo>
                <a:close/>
                <a:moveTo>
                  <a:pt x="130" y="803"/>
                </a:moveTo>
                <a:cubicBezTo>
                  <a:pt x="839" y="4364"/>
                  <a:pt x="3646" y="9521"/>
                  <a:pt x="12192" y="11075"/>
                </a:cubicBezTo>
                <a:cubicBezTo>
                  <a:pt x="3651" y="9516"/>
                  <a:pt x="853" y="4361"/>
                  <a:pt x="130" y="803"/>
                </a:cubicBezTo>
                <a:close/>
              </a:path>
            </a:pathLst>
          </a:custGeom>
          <a:solidFill>
            <a:srgbClr val="DEB78D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36" name="Google Shape;4136;p51">
            <a:extLst>
              <a:ext uri="{FF2B5EF4-FFF2-40B4-BE49-F238E27FC236}">
                <a16:creationId xmlns:a16="http://schemas.microsoft.com/office/drawing/2014/main" id="{672914A6-4E5C-4318-AB2C-AD74CF1E8D56}"/>
              </a:ext>
            </a:extLst>
          </p:cNvPr>
          <p:cNvSpPr>
            <a:spLocks noGrp="1"/>
          </p:cNvSpPr>
          <p:nvPr/>
        </p:nvSpPr>
        <p:spPr>
          <a:xfrm>
            <a:off x="6402414" y="2541683"/>
            <a:ext cx="578771" cy="958900"/>
          </a:xfrm>
          <a:custGeom>
            <a:avLst/>
            <a:gdLst/>
            <a:ahLst/>
            <a:cxnLst/>
            <a:rect l="l" t="t" r="r" b="b"/>
            <a:pathLst>
              <a:path w="13092" h="21747">
                <a:moveTo>
                  <a:pt x="994" y="1"/>
                </a:moveTo>
                <a:cubicBezTo>
                  <a:pt x="1" y="5057"/>
                  <a:pt x="870" y="9059"/>
                  <a:pt x="901" y="9090"/>
                </a:cubicBezTo>
                <a:lnTo>
                  <a:pt x="901" y="9121"/>
                </a:lnTo>
                <a:lnTo>
                  <a:pt x="932" y="9121"/>
                </a:lnTo>
                <a:cubicBezTo>
                  <a:pt x="870" y="9369"/>
                  <a:pt x="870" y="9648"/>
                  <a:pt x="870" y="9897"/>
                </a:cubicBezTo>
                <a:cubicBezTo>
                  <a:pt x="870" y="10145"/>
                  <a:pt x="870" y="10424"/>
                  <a:pt x="901" y="10672"/>
                </a:cubicBezTo>
                <a:cubicBezTo>
                  <a:pt x="1331" y="14173"/>
                  <a:pt x="3828" y="19954"/>
                  <a:pt x="12816" y="21695"/>
                </a:cubicBezTo>
                <a:lnTo>
                  <a:pt x="12816" y="21695"/>
                </a:lnTo>
                <a:cubicBezTo>
                  <a:pt x="12548" y="21640"/>
                  <a:pt x="12293" y="21576"/>
                  <a:pt x="12037" y="21530"/>
                </a:cubicBezTo>
                <a:cubicBezTo>
                  <a:pt x="11944" y="20909"/>
                  <a:pt x="11820" y="20041"/>
                  <a:pt x="11851" y="19048"/>
                </a:cubicBezTo>
                <a:cubicBezTo>
                  <a:pt x="10889" y="18707"/>
                  <a:pt x="9959" y="18303"/>
                  <a:pt x="9028" y="17869"/>
                </a:cubicBezTo>
                <a:cubicBezTo>
                  <a:pt x="7849" y="17311"/>
                  <a:pt x="6888" y="16535"/>
                  <a:pt x="6112" y="15635"/>
                </a:cubicBezTo>
                <a:lnTo>
                  <a:pt x="6112" y="15635"/>
                </a:lnTo>
                <a:cubicBezTo>
                  <a:pt x="6112" y="16938"/>
                  <a:pt x="6236" y="18241"/>
                  <a:pt x="6453" y="19265"/>
                </a:cubicBezTo>
                <a:cubicBezTo>
                  <a:pt x="5244" y="18489"/>
                  <a:pt x="4251" y="17559"/>
                  <a:pt x="3475" y="16628"/>
                </a:cubicBezTo>
                <a:cubicBezTo>
                  <a:pt x="3661" y="15698"/>
                  <a:pt x="3972" y="14581"/>
                  <a:pt x="4592" y="13526"/>
                </a:cubicBezTo>
                <a:cubicBezTo>
                  <a:pt x="3568" y="11634"/>
                  <a:pt x="3010" y="9648"/>
                  <a:pt x="2731" y="8190"/>
                </a:cubicBezTo>
                <a:cubicBezTo>
                  <a:pt x="2514" y="7043"/>
                  <a:pt x="2917" y="5833"/>
                  <a:pt x="3848" y="5088"/>
                </a:cubicBezTo>
                <a:lnTo>
                  <a:pt x="3879" y="5088"/>
                </a:lnTo>
                <a:cubicBezTo>
                  <a:pt x="2669" y="4158"/>
                  <a:pt x="1490" y="2669"/>
                  <a:pt x="994" y="1"/>
                </a:cubicBezTo>
                <a:close/>
                <a:moveTo>
                  <a:pt x="12816" y="21695"/>
                </a:moveTo>
                <a:cubicBezTo>
                  <a:pt x="12907" y="21714"/>
                  <a:pt x="12998" y="21731"/>
                  <a:pt x="13092" y="21747"/>
                </a:cubicBezTo>
                <a:cubicBezTo>
                  <a:pt x="12999" y="21730"/>
                  <a:pt x="12908" y="21713"/>
                  <a:pt x="12816" y="21695"/>
                </a:cubicBezTo>
                <a:close/>
              </a:path>
            </a:pathLst>
          </a:custGeom>
          <a:solidFill>
            <a:srgbClr val="A64F10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37" name="Google Shape;4137;p51">
            <a:extLst>
              <a:ext uri="{FF2B5EF4-FFF2-40B4-BE49-F238E27FC236}">
                <a16:creationId xmlns:a16="http://schemas.microsoft.com/office/drawing/2014/main" id="{0B2547CC-543E-4167-A290-DF9A5E29445E}"/>
              </a:ext>
            </a:extLst>
          </p:cNvPr>
          <p:cNvSpPr>
            <a:spLocks noGrp="1"/>
          </p:cNvSpPr>
          <p:nvPr/>
        </p:nvSpPr>
        <p:spPr>
          <a:xfrm>
            <a:off x="6556037" y="3138091"/>
            <a:ext cx="131695" cy="253052"/>
          </a:xfrm>
          <a:custGeom>
            <a:avLst/>
            <a:gdLst/>
            <a:ahLst/>
            <a:cxnLst/>
            <a:rect l="l" t="t" r="r" b="b"/>
            <a:pathLst>
              <a:path w="2979" h="5739">
                <a:moveTo>
                  <a:pt x="1117" y="0"/>
                </a:moveTo>
                <a:cubicBezTo>
                  <a:pt x="497" y="1055"/>
                  <a:pt x="186" y="2172"/>
                  <a:pt x="0" y="3102"/>
                </a:cubicBezTo>
                <a:cubicBezTo>
                  <a:pt x="776" y="4033"/>
                  <a:pt x="1769" y="4963"/>
                  <a:pt x="2978" y="5739"/>
                </a:cubicBezTo>
                <a:cubicBezTo>
                  <a:pt x="2761" y="4715"/>
                  <a:pt x="2637" y="3412"/>
                  <a:pt x="2637" y="2109"/>
                </a:cubicBezTo>
                <a:cubicBezTo>
                  <a:pt x="2048" y="1458"/>
                  <a:pt x="1551" y="745"/>
                  <a:pt x="1117" y="0"/>
                </a:cubicBezTo>
                <a:close/>
              </a:path>
            </a:pathLst>
          </a:custGeom>
          <a:solidFill>
            <a:srgbClr val="853604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38" name="Google Shape;4138;p51">
            <a:extLst>
              <a:ext uri="{FF2B5EF4-FFF2-40B4-BE49-F238E27FC236}">
                <a16:creationId xmlns:a16="http://schemas.microsoft.com/office/drawing/2014/main" id="{4DFF4999-6167-4AC1-A0B9-E7C9C1656356}"/>
              </a:ext>
            </a:extLst>
          </p:cNvPr>
          <p:cNvSpPr>
            <a:spLocks noGrp="1"/>
          </p:cNvSpPr>
          <p:nvPr/>
        </p:nvSpPr>
        <p:spPr>
          <a:xfrm>
            <a:off x="7330871" y="3396611"/>
            <a:ext cx="141288" cy="95770"/>
          </a:xfrm>
          <a:custGeom>
            <a:avLst/>
            <a:gdLst/>
            <a:ahLst/>
            <a:cxnLst/>
            <a:rect l="l" t="t" r="r" b="b"/>
            <a:pathLst>
              <a:path w="3196" h="2172">
                <a:moveTo>
                  <a:pt x="2327" y="0"/>
                </a:moveTo>
                <a:cubicBezTo>
                  <a:pt x="1489" y="155"/>
                  <a:pt x="714" y="279"/>
                  <a:pt x="0" y="372"/>
                </a:cubicBezTo>
                <a:cubicBezTo>
                  <a:pt x="94" y="1055"/>
                  <a:pt x="249" y="1644"/>
                  <a:pt x="435" y="2172"/>
                </a:cubicBezTo>
                <a:cubicBezTo>
                  <a:pt x="528" y="2141"/>
                  <a:pt x="621" y="2141"/>
                  <a:pt x="714" y="2110"/>
                </a:cubicBezTo>
                <a:lnTo>
                  <a:pt x="745" y="2110"/>
                </a:lnTo>
                <a:cubicBezTo>
                  <a:pt x="1055" y="2048"/>
                  <a:pt x="1334" y="1954"/>
                  <a:pt x="1645" y="1892"/>
                </a:cubicBezTo>
                <a:lnTo>
                  <a:pt x="1738" y="1861"/>
                </a:lnTo>
                <a:cubicBezTo>
                  <a:pt x="1893" y="1830"/>
                  <a:pt x="2048" y="1768"/>
                  <a:pt x="2234" y="1737"/>
                </a:cubicBezTo>
                <a:cubicBezTo>
                  <a:pt x="2544" y="1644"/>
                  <a:pt x="2885" y="1551"/>
                  <a:pt x="3196" y="1458"/>
                </a:cubicBezTo>
                <a:cubicBezTo>
                  <a:pt x="2885" y="993"/>
                  <a:pt x="2606" y="496"/>
                  <a:pt x="2327" y="0"/>
                </a:cubicBezTo>
                <a:close/>
              </a:path>
            </a:pathLst>
          </a:custGeom>
          <a:solidFill>
            <a:srgbClr val="853604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39" name="Google Shape;4139;p51">
            <a:extLst>
              <a:ext uri="{FF2B5EF4-FFF2-40B4-BE49-F238E27FC236}">
                <a16:creationId xmlns:a16="http://schemas.microsoft.com/office/drawing/2014/main" id="{0B5EF960-9ADD-4FF3-9C93-0DA8E3BD1086}"/>
              </a:ext>
            </a:extLst>
          </p:cNvPr>
          <p:cNvSpPr>
            <a:spLocks noGrp="1"/>
          </p:cNvSpPr>
          <p:nvPr/>
        </p:nvSpPr>
        <p:spPr>
          <a:xfrm>
            <a:off x="6924953" y="3381531"/>
            <a:ext cx="192039" cy="132721"/>
          </a:xfrm>
          <a:custGeom>
            <a:avLst/>
            <a:gdLst/>
            <a:ahLst/>
            <a:cxnLst/>
            <a:rect l="l" t="t" r="r" b="b"/>
            <a:pathLst>
              <a:path w="4344" h="3010">
                <a:moveTo>
                  <a:pt x="31" y="1"/>
                </a:moveTo>
                <a:lnTo>
                  <a:pt x="31" y="1"/>
                </a:lnTo>
                <a:cubicBezTo>
                  <a:pt x="0" y="994"/>
                  <a:pt x="124" y="1862"/>
                  <a:pt x="217" y="2483"/>
                </a:cubicBezTo>
                <a:cubicBezTo>
                  <a:pt x="558" y="2545"/>
                  <a:pt x="900" y="2638"/>
                  <a:pt x="1272" y="2700"/>
                </a:cubicBezTo>
                <a:cubicBezTo>
                  <a:pt x="1303" y="2700"/>
                  <a:pt x="1334" y="2700"/>
                  <a:pt x="1365" y="2731"/>
                </a:cubicBezTo>
                <a:lnTo>
                  <a:pt x="1458" y="2731"/>
                </a:lnTo>
                <a:cubicBezTo>
                  <a:pt x="2420" y="2886"/>
                  <a:pt x="3381" y="2979"/>
                  <a:pt x="4343" y="3010"/>
                </a:cubicBezTo>
                <a:cubicBezTo>
                  <a:pt x="4064" y="2358"/>
                  <a:pt x="3785" y="1614"/>
                  <a:pt x="3506" y="807"/>
                </a:cubicBezTo>
                <a:cubicBezTo>
                  <a:pt x="2296" y="652"/>
                  <a:pt x="1148" y="373"/>
                  <a:pt x="31" y="1"/>
                </a:cubicBezTo>
                <a:close/>
              </a:path>
            </a:pathLst>
          </a:custGeom>
          <a:solidFill>
            <a:srgbClr val="853604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41" name="Google Shape;4141;p51">
            <a:extLst>
              <a:ext uri="{FF2B5EF4-FFF2-40B4-BE49-F238E27FC236}">
                <a16:creationId xmlns:a16="http://schemas.microsoft.com/office/drawing/2014/main" id="{6E79B076-FE87-4E69-9573-7112738AB62F}"/>
              </a:ext>
            </a:extLst>
          </p:cNvPr>
          <p:cNvSpPr>
            <a:spLocks noGrp="1"/>
          </p:cNvSpPr>
          <p:nvPr/>
        </p:nvSpPr>
        <p:spPr>
          <a:xfrm flipH="1">
            <a:off x="-10066063" y="3302556"/>
            <a:ext cx="1239091" cy="945392"/>
          </a:xfrm>
          <a:custGeom>
            <a:avLst/>
            <a:gdLst/>
            <a:ahLst/>
            <a:cxnLst/>
            <a:rect l="l" t="t" r="r" b="b"/>
            <a:pathLst>
              <a:path w="25975" h="19689">
                <a:moveTo>
                  <a:pt x="7300" y="1"/>
                </a:moveTo>
                <a:cubicBezTo>
                  <a:pt x="5044" y="1"/>
                  <a:pt x="8279" y="4954"/>
                  <a:pt x="8559" y="6222"/>
                </a:cubicBezTo>
                <a:cubicBezTo>
                  <a:pt x="6796" y="4606"/>
                  <a:pt x="2825" y="2102"/>
                  <a:pt x="1058" y="2102"/>
                </a:cubicBezTo>
                <a:cubicBezTo>
                  <a:pt x="355" y="2102"/>
                  <a:pt x="0" y="2499"/>
                  <a:pt x="273" y="3506"/>
                </a:cubicBezTo>
                <a:cubicBezTo>
                  <a:pt x="1072" y="6291"/>
                  <a:pt x="5363" y="8664"/>
                  <a:pt x="7783" y="10696"/>
                </a:cubicBezTo>
                <a:cubicBezTo>
                  <a:pt x="6094" y="11221"/>
                  <a:pt x="319" y="10878"/>
                  <a:pt x="3378" y="13412"/>
                </a:cubicBezTo>
                <a:cubicBezTo>
                  <a:pt x="5295" y="15033"/>
                  <a:pt x="9837" y="14485"/>
                  <a:pt x="11640" y="16014"/>
                </a:cubicBezTo>
                <a:cubicBezTo>
                  <a:pt x="10887" y="16197"/>
                  <a:pt x="7600" y="16562"/>
                  <a:pt x="7440" y="17521"/>
                </a:cubicBezTo>
                <a:cubicBezTo>
                  <a:pt x="7052" y="19164"/>
                  <a:pt x="11549" y="19552"/>
                  <a:pt x="12576" y="19552"/>
                </a:cubicBezTo>
                <a:cubicBezTo>
                  <a:pt x="13609" y="19627"/>
                  <a:pt x="14860" y="19649"/>
                  <a:pt x="16216" y="19649"/>
                </a:cubicBezTo>
                <a:cubicBezTo>
                  <a:pt x="18120" y="19649"/>
                  <a:pt x="20229" y="19606"/>
                  <a:pt x="22227" y="19606"/>
                </a:cubicBezTo>
                <a:cubicBezTo>
                  <a:pt x="23557" y="19606"/>
                  <a:pt x="24837" y="19625"/>
                  <a:pt x="25975" y="19689"/>
                </a:cubicBezTo>
                <a:cubicBezTo>
                  <a:pt x="25084" y="17543"/>
                  <a:pt x="24514" y="14576"/>
                  <a:pt x="24103" y="12202"/>
                </a:cubicBezTo>
                <a:cubicBezTo>
                  <a:pt x="23943" y="10947"/>
                  <a:pt x="23464" y="7295"/>
                  <a:pt x="22596" y="6336"/>
                </a:cubicBezTo>
                <a:cubicBezTo>
                  <a:pt x="22205" y="5940"/>
                  <a:pt x="21880" y="5777"/>
                  <a:pt x="21600" y="5777"/>
                </a:cubicBezTo>
                <a:cubicBezTo>
                  <a:pt x="20542" y="5777"/>
                  <a:pt x="20140" y="8103"/>
                  <a:pt x="19310" y="8915"/>
                </a:cubicBezTo>
                <a:cubicBezTo>
                  <a:pt x="18283" y="6176"/>
                  <a:pt x="17780" y="4601"/>
                  <a:pt x="16434" y="2707"/>
                </a:cubicBezTo>
                <a:cubicBezTo>
                  <a:pt x="15815" y="1739"/>
                  <a:pt x="15368" y="1351"/>
                  <a:pt x="15042" y="1351"/>
                </a:cubicBezTo>
                <a:cubicBezTo>
                  <a:pt x="13961" y="1351"/>
                  <a:pt x="14214" y="5620"/>
                  <a:pt x="13969" y="7181"/>
                </a:cubicBezTo>
                <a:cubicBezTo>
                  <a:pt x="12188" y="4487"/>
                  <a:pt x="10339" y="493"/>
                  <a:pt x="7783" y="59"/>
                </a:cubicBezTo>
                <a:cubicBezTo>
                  <a:pt x="7600" y="19"/>
                  <a:pt x="7439" y="1"/>
                  <a:pt x="7300" y="1"/>
                </a:cubicBezTo>
                <a:close/>
              </a:path>
            </a:pathLst>
          </a:custGeom>
          <a:solidFill>
            <a:srgbClr val="CFD690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42" name="Google Shape;4142;p51">
            <a:extLst>
              <a:ext uri="{FF2B5EF4-FFF2-40B4-BE49-F238E27FC236}">
                <a16:creationId xmlns:a16="http://schemas.microsoft.com/office/drawing/2014/main" id="{2E11A04C-60C3-4F51-892B-E5A311ADDB94}"/>
              </a:ext>
            </a:extLst>
          </p:cNvPr>
          <p:cNvSpPr>
            <a:spLocks noGrp="1"/>
          </p:cNvSpPr>
          <p:nvPr/>
        </p:nvSpPr>
        <p:spPr>
          <a:xfrm flipH="1">
            <a:off x="-10218098" y="3515560"/>
            <a:ext cx="1118879" cy="759377"/>
          </a:xfrm>
          <a:custGeom>
            <a:avLst/>
            <a:gdLst/>
            <a:ahLst/>
            <a:cxnLst/>
            <a:rect l="l" t="t" r="r" b="b"/>
            <a:pathLst>
              <a:path w="23455" h="15815">
                <a:moveTo>
                  <a:pt x="494" y="0"/>
                </a:moveTo>
                <a:cubicBezTo>
                  <a:pt x="193" y="0"/>
                  <a:pt x="0" y="452"/>
                  <a:pt x="328" y="645"/>
                </a:cubicBezTo>
                <a:cubicBezTo>
                  <a:pt x="8179" y="5141"/>
                  <a:pt x="15141" y="10962"/>
                  <a:pt x="22788" y="15755"/>
                </a:cubicBezTo>
                <a:cubicBezTo>
                  <a:pt x="22851" y="15796"/>
                  <a:pt x="22914" y="15814"/>
                  <a:pt x="22972" y="15814"/>
                </a:cubicBezTo>
                <a:cubicBezTo>
                  <a:pt x="23268" y="15814"/>
                  <a:pt x="23454" y="15352"/>
                  <a:pt x="23130" y="15162"/>
                </a:cubicBezTo>
                <a:cubicBezTo>
                  <a:pt x="15484" y="10368"/>
                  <a:pt x="8522" y="4525"/>
                  <a:pt x="670" y="51"/>
                </a:cubicBezTo>
                <a:cubicBezTo>
                  <a:pt x="609" y="16"/>
                  <a:pt x="550" y="0"/>
                  <a:pt x="494" y="0"/>
                </a:cubicBezTo>
                <a:close/>
              </a:path>
            </a:pathLst>
          </a:custGeom>
          <a:solidFill>
            <a:srgbClr val="0E514A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43" name="Google Shape;4143;p51">
            <a:extLst>
              <a:ext uri="{FF2B5EF4-FFF2-40B4-BE49-F238E27FC236}">
                <a16:creationId xmlns:a16="http://schemas.microsoft.com/office/drawing/2014/main" id="{4FB9B7A2-7597-41A1-B01C-849380B32D7D}"/>
              </a:ext>
            </a:extLst>
          </p:cNvPr>
          <p:cNvSpPr>
            <a:spLocks noGrp="1"/>
          </p:cNvSpPr>
          <p:nvPr/>
        </p:nvSpPr>
        <p:spPr>
          <a:xfrm flipH="1">
            <a:off x="-10722617" y="3851202"/>
            <a:ext cx="23995" cy="20839"/>
          </a:xfrm>
          <a:custGeom>
            <a:avLst/>
            <a:gdLst/>
            <a:ahLst/>
            <a:cxnLst/>
            <a:rect l="l" t="t" r="r" b="b"/>
            <a:pathLst>
              <a:path w="503" h="434">
                <a:moveTo>
                  <a:pt x="502" y="0"/>
                </a:moveTo>
                <a:cubicBezTo>
                  <a:pt x="342" y="0"/>
                  <a:pt x="160" y="23"/>
                  <a:pt x="0" y="23"/>
                </a:cubicBezTo>
                <a:cubicBezTo>
                  <a:pt x="46" y="160"/>
                  <a:pt x="114" y="297"/>
                  <a:pt x="183" y="434"/>
                </a:cubicBezTo>
                <a:cubicBezTo>
                  <a:pt x="274" y="297"/>
                  <a:pt x="388" y="160"/>
                  <a:pt x="502" y="0"/>
                </a:cubicBezTo>
                <a:close/>
              </a:path>
            </a:pathLst>
          </a:custGeom>
          <a:solidFill>
            <a:srgbClr val="0E514A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44" name="Google Shape;4144;p51">
            <a:extLst>
              <a:ext uri="{FF2B5EF4-FFF2-40B4-BE49-F238E27FC236}">
                <a16:creationId xmlns:a16="http://schemas.microsoft.com/office/drawing/2014/main" id="{279F779D-1480-4DA2-AC88-954F1709A404}"/>
              </a:ext>
            </a:extLst>
          </p:cNvPr>
          <p:cNvSpPr>
            <a:spLocks noGrp="1"/>
          </p:cNvSpPr>
          <p:nvPr/>
        </p:nvSpPr>
        <p:spPr>
          <a:xfrm flipH="1">
            <a:off x="-10349665" y="3453522"/>
            <a:ext cx="417593" cy="475072"/>
          </a:xfrm>
          <a:custGeom>
            <a:avLst/>
            <a:gdLst/>
            <a:ahLst/>
            <a:cxnLst/>
            <a:rect l="l" t="t" r="r" b="b"/>
            <a:pathLst>
              <a:path w="8754" h="9894">
                <a:moveTo>
                  <a:pt x="3300" y="1"/>
                </a:moveTo>
                <a:cubicBezTo>
                  <a:pt x="3062" y="1"/>
                  <a:pt x="2819" y="250"/>
                  <a:pt x="2979" y="522"/>
                </a:cubicBezTo>
                <a:cubicBezTo>
                  <a:pt x="4554" y="3055"/>
                  <a:pt x="6586" y="5543"/>
                  <a:pt x="7818" y="8305"/>
                </a:cubicBezTo>
                <a:cubicBezTo>
                  <a:pt x="7978" y="8305"/>
                  <a:pt x="8160" y="8282"/>
                  <a:pt x="8320" y="8282"/>
                </a:cubicBezTo>
                <a:cubicBezTo>
                  <a:pt x="8206" y="8442"/>
                  <a:pt x="8092" y="8579"/>
                  <a:pt x="8001" y="8716"/>
                </a:cubicBezTo>
                <a:cubicBezTo>
                  <a:pt x="7932" y="8579"/>
                  <a:pt x="7864" y="8442"/>
                  <a:pt x="7818" y="8305"/>
                </a:cubicBezTo>
                <a:cubicBezTo>
                  <a:pt x="5307" y="8374"/>
                  <a:pt x="2819" y="8556"/>
                  <a:pt x="400" y="9218"/>
                </a:cubicBezTo>
                <a:cubicBezTo>
                  <a:pt x="0" y="9323"/>
                  <a:pt x="124" y="9893"/>
                  <a:pt x="485" y="9893"/>
                </a:cubicBezTo>
                <a:cubicBezTo>
                  <a:pt x="516" y="9893"/>
                  <a:pt x="548" y="9889"/>
                  <a:pt x="582" y="9880"/>
                </a:cubicBezTo>
                <a:cubicBezTo>
                  <a:pt x="3116" y="9195"/>
                  <a:pt x="5718" y="9035"/>
                  <a:pt x="8320" y="8990"/>
                </a:cubicBezTo>
                <a:cubicBezTo>
                  <a:pt x="8526" y="8967"/>
                  <a:pt x="8754" y="8762"/>
                  <a:pt x="8663" y="8533"/>
                </a:cubicBezTo>
                <a:cubicBezTo>
                  <a:pt x="7453" y="5543"/>
                  <a:pt x="5284" y="2895"/>
                  <a:pt x="3573" y="156"/>
                </a:cubicBezTo>
                <a:cubicBezTo>
                  <a:pt x="3504" y="47"/>
                  <a:pt x="3403" y="1"/>
                  <a:pt x="3300" y="1"/>
                </a:cubicBezTo>
                <a:close/>
              </a:path>
            </a:pathLst>
          </a:custGeom>
          <a:solidFill>
            <a:srgbClr val="0E514A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45" name="Google Shape;4145;p51">
            <a:extLst>
              <a:ext uri="{FF2B5EF4-FFF2-40B4-BE49-F238E27FC236}">
                <a16:creationId xmlns:a16="http://schemas.microsoft.com/office/drawing/2014/main" id="{189AF324-44CA-44D5-A42C-596F1C2C4C61}"/>
              </a:ext>
            </a:extLst>
          </p:cNvPr>
          <p:cNvSpPr>
            <a:spLocks noGrp="1"/>
          </p:cNvSpPr>
          <p:nvPr/>
        </p:nvSpPr>
        <p:spPr>
          <a:xfrm flipH="1">
            <a:off x="-10627019" y="3582833"/>
            <a:ext cx="313410" cy="448568"/>
          </a:xfrm>
          <a:custGeom>
            <a:avLst/>
            <a:gdLst/>
            <a:ahLst/>
            <a:cxnLst/>
            <a:rect l="l" t="t" r="r" b="b"/>
            <a:pathLst>
              <a:path w="6570" h="9342">
                <a:moveTo>
                  <a:pt x="4338" y="0"/>
                </a:moveTo>
                <a:cubicBezTo>
                  <a:pt x="4133" y="0"/>
                  <a:pt x="3921" y="170"/>
                  <a:pt x="3990" y="431"/>
                </a:cubicBezTo>
                <a:cubicBezTo>
                  <a:pt x="4469" y="2462"/>
                  <a:pt x="5177" y="4471"/>
                  <a:pt x="5633" y="6525"/>
                </a:cubicBezTo>
                <a:cubicBezTo>
                  <a:pt x="5747" y="7027"/>
                  <a:pt x="5816" y="7552"/>
                  <a:pt x="5862" y="8077"/>
                </a:cubicBezTo>
                <a:cubicBezTo>
                  <a:pt x="5862" y="8260"/>
                  <a:pt x="3807" y="8305"/>
                  <a:pt x="3602" y="8328"/>
                </a:cubicBezTo>
                <a:cubicBezTo>
                  <a:pt x="2529" y="8374"/>
                  <a:pt x="1479" y="8442"/>
                  <a:pt x="406" y="8671"/>
                </a:cubicBezTo>
                <a:cubicBezTo>
                  <a:pt x="1" y="8756"/>
                  <a:pt x="134" y="9341"/>
                  <a:pt x="509" y="9341"/>
                </a:cubicBezTo>
                <a:cubicBezTo>
                  <a:pt x="534" y="9341"/>
                  <a:pt x="561" y="9338"/>
                  <a:pt x="589" y="9333"/>
                </a:cubicBezTo>
                <a:cubicBezTo>
                  <a:pt x="2483" y="8945"/>
                  <a:pt x="4401" y="9059"/>
                  <a:pt x="6295" y="8785"/>
                </a:cubicBezTo>
                <a:cubicBezTo>
                  <a:pt x="6455" y="8762"/>
                  <a:pt x="6569" y="8579"/>
                  <a:pt x="6546" y="8442"/>
                </a:cubicBezTo>
                <a:cubicBezTo>
                  <a:pt x="6478" y="5635"/>
                  <a:pt x="5314" y="2941"/>
                  <a:pt x="4652" y="248"/>
                </a:cubicBezTo>
                <a:cubicBezTo>
                  <a:pt x="4606" y="75"/>
                  <a:pt x="4474" y="0"/>
                  <a:pt x="4338" y="0"/>
                </a:cubicBezTo>
                <a:close/>
              </a:path>
            </a:pathLst>
          </a:custGeom>
          <a:solidFill>
            <a:srgbClr val="0E514A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46" name="Google Shape;4146;p51">
            <a:extLst>
              <a:ext uri="{FF2B5EF4-FFF2-40B4-BE49-F238E27FC236}">
                <a16:creationId xmlns:a16="http://schemas.microsoft.com/office/drawing/2014/main" id="{F248D631-1BBC-4FB1-8375-F26EB0DAE88E}"/>
              </a:ext>
            </a:extLst>
          </p:cNvPr>
          <p:cNvSpPr>
            <a:spLocks noGrp="1"/>
          </p:cNvSpPr>
          <p:nvPr/>
        </p:nvSpPr>
        <p:spPr>
          <a:xfrm flipH="1">
            <a:off x="-11110215" y="4141612"/>
            <a:ext cx="19654" cy="20886"/>
          </a:xfrm>
          <a:custGeom>
            <a:avLst/>
            <a:gdLst/>
            <a:ahLst/>
            <a:cxnLst/>
            <a:rect l="l" t="t" r="r" b="b"/>
            <a:pathLst>
              <a:path w="412" h="435">
                <a:moveTo>
                  <a:pt x="1" y="1"/>
                </a:moveTo>
                <a:cubicBezTo>
                  <a:pt x="24" y="161"/>
                  <a:pt x="47" y="298"/>
                  <a:pt x="69" y="435"/>
                </a:cubicBezTo>
                <a:cubicBezTo>
                  <a:pt x="184" y="275"/>
                  <a:pt x="298" y="138"/>
                  <a:pt x="412" y="1"/>
                </a:cubicBezTo>
                <a:close/>
              </a:path>
            </a:pathLst>
          </a:custGeom>
          <a:solidFill>
            <a:srgbClr val="0E514A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47" name="Google Shape;4147;p51">
            <a:extLst>
              <a:ext uri="{FF2B5EF4-FFF2-40B4-BE49-F238E27FC236}">
                <a16:creationId xmlns:a16="http://schemas.microsoft.com/office/drawing/2014/main" id="{07D64874-3B51-483F-828D-1215BCB5A9B5}"/>
              </a:ext>
            </a:extLst>
          </p:cNvPr>
          <p:cNvSpPr>
            <a:spLocks noGrp="1"/>
          </p:cNvSpPr>
          <p:nvPr/>
        </p:nvSpPr>
        <p:spPr>
          <a:xfrm flipH="1">
            <a:off x="-10787925" y="3754880"/>
            <a:ext cx="359348" cy="426240"/>
          </a:xfrm>
          <a:custGeom>
            <a:avLst/>
            <a:gdLst/>
            <a:ahLst/>
            <a:cxnLst/>
            <a:rect l="l" t="t" r="r" b="b"/>
            <a:pathLst>
              <a:path w="7533" h="8877">
                <a:moveTo>
                  <a:pt x="6120" y="1"/>
                </a:moveTo>
                <a:cubicBezTo>
                  <a:pt x="5920" y="1"/>
                  <a:pt x="5689" y="171"/>
                  <a:pt x="5730" y="431"/>
                </a:cubicBezTo>
                <a:cubicBezTo>
                  <a:pt x="6072" y="2988"/>
                  <a:pt x="6323" y="5544"/>
                  <a:pt x="6757" y="8055"/>
                </a:cubicBezTo>
                <a:lnTo>
                  <a:pt x="7168" y="8055"/>
                </a:lnTo>
                <a:cubicBezTo>
                  <a:pt x="7054" y="8192"/>
                  <a:pt x="6940" y="8329"/>
                  <a:pt x="6825" y="8489"/>
                </a:cubicBezTo>
                <a:cubicBezTo>
                  <a:pt x="6803" y="8352"/>
                  <a:pt x="6780" y="8215"/>
                  <a:pt x="6757" y="8055"/>
                </a:cubicBezTo>
                <a:cubicBezTo>
                  <a:pt x="4657" y="8169"/>
                  <a:pt x="2557" y="8192"/>
                  <a:pt x="457" y="8192"/>
                </a:cubicBezTo>
                <a:cubicBezTo>
                  <a:pt x="1" y="8192"/>
                  <a:pt x="1" y="8877"/>
                  <a:pt x="457" y="8877"/>
                </a:cubicBezTo>
                <a:cubicBezTo>
                  <a:pt x="2694" y="8877"/>
                  <a:pt x="4931" y="8854"/>
                  <a:pt x="7168" y="8740"/>
                </a:cubicBezTo>
                <a:cubicBezTo>
                  <a:pt x="7396" y="8740"/>
                  <a:pt x="7533" y="8534"/>
                  <a:pt x="7487" y="8306"/>
                </a:cubicBezTo>
                <a:cubicBezTo>
                  <a:pt x="7008" y="5635"/>
                  <a:pt x="6757" y="2942"/>
                  <a:pt x="6392" y="249"/>
                </a:cubicBezTo>
                <a:cubicBezTo>
                  <a:pt x="6373" y="76"/>
                  <a:pt x="6254" y="1"/>
                  <a:pt x="6120" y="1"/>
                </a:cubicBezTo>
                <a:close/>
              </a:path>
            </a:pathLst>
          </a:custGeom>
          <a:solidFill>
            <a:srgbClr val="0E514A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676122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9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4FF4F7B-ED98-4542-AFE2-E86819183D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8B6B2757-FEB8-4E6A-B806-7531436E99C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副標題 3">
            <a:extLst>
              <a:ext uri="{FF2B5EF4-FFF2-40B4-BE49-F238E27FC236}">
                <a16:creationId xmlns:a16="http://schemas.microsoft.com/office/drawing/2014/main" id="{BA22BE7E-7C5B-4F77-BE6F-DC9E59D1B82E}"/>
              </a:ext>
            </a:extLst>
          </p:cNvPr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endParaRPr/>
          </a:p>
        </p:txBody>
      </p:sp>
      <p:pic>
        <p:nvPicPr>
          <p:cNvPr id="11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086100" y="457200"/>
            <a:ext cx="5753100" cy="4229100"/>
          </a:xfrm>
          <a:prstGeom prst="rect">
            <a:avLst/>
          </a:prstGeom>
        </p:spPr>
      </p:pic>
      <p:sp>
        <p:nvSpPr>
          <p:cNvPr id="6" name="Google Shape;4089;p51">
            <a:extLst>
              <a:ext uri="{FF2B5EF4-FFF2-40B4-BE49-F238E27FC236}">
                <a16:creationId xmlns:a16="http://schemas.microsoft.com/office/drawing/2014/main" id="{BE4E1AD1-338B-4A9C-8780-C03C0F22DD1E}"/>
              </a:ext>
            </a:extLst>
          </p:cNvPr>
          <p:cNvSpPr>
            <a:spLocks noGrp="1"/>
          </p:cNvSpPr>
          <p:nvPr/>
        </p:nvSpPr>
        <p:spPr>
          <a:xfrm>
            <a:off x="266700" y="514350"/>
            <a:ext cx="2667000" cy="405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spcFirstLastPara="1" wrap="square" lIns="95250" tIns="76200" rIns="95250" bIns="76200" anchor="ctr">
            <a:normAutofit/>
          </a:bodyPr>
          <a:lstStyle>
            <a:lvl1pPr marL="457200" marR="0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Barlow Medium"/>
              <a:buNone/>
              <a:defRPr sz="2000" b="0" i="0" u="none" cap="none">
                <a:solidFill>
                  <a:schemeClr val="accent3"/>
                </a:solidFill>
                <a:latin typeface="Sriracha"/>
                <a:ea typeface="Sriracha"/>
                <a:cs typeface="Sriracha"/>
              </a:defRPr>
            </a:lvl1pPr>
            <a:lvl2pPr marL="914400" marR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Barlow Medium"/>
              <a:buNone/>
              <a:defRPr sz="1400" b="0" i="0" u="none" cap="none">
                <a:solidFill>
                  <a:schemeClr val="dk2"/>
                </a:solidFill>
                <a:latin typeface="Barlow Medium"/>
                <a:ea typeface="Barlow Medium"/>
                <a:cs typeface="Barlow Medium"/>
              </a:defRPr>
            </a:lvl2pPr>
            <a:lvl3pPr marL="1371600" marR="0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Barlow Medium"/>
              <a:buNone/>
              <a:defRPr sz="1400" b="0" i="0" u="none" cap="none">
                <a:solidFill>
                  <a:schemeClr val="dk2"/>
                </a:solidFill>
                <a:latin typeface="Barlow Medium"/>
                <a:ea typeface="Barlow Medium"/>
                <a:cs typeface="Barlow Medium"/>
              </a:defRPr>
            </a:lvl3pPr>
            <a:lvl4pPr marL="1828800" marR="0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Barlow Medium"/>
              <a:buNone/>
              <a:defRPr sz="1400" b="0" i="0" u="none" cap="none">
                <a:solidFill>
                  <a:schemeClr val="dk2"/>
                </a:solidFill>
                <a:latin typeface="Barlow Medium"/>
                <a:ea typeface="Barlow Medium"/>
                <a:cs typeface="Barlow Medium"/>
              </a:defRPr>
            </a:lvl4pPr>
            <a:lvl5pPr marL="2286000" marR="0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Barlow Medium"/>
              <a:buNone/>
              <a:defRPr sz="1400" b="0" i="0" u="none" cap="none">
                <a:solidFill>
                  <a:schemeClr val="dk2"/>
                </a:solidFill>
                <a:latin typeface="Barlow Medium"/>
                <a:ea typeface="Barlow Medium"/>
                <a:cs typeface="Barlow Medium"/>
              </a:defRPr>
            </a:lvl5pPr>
            <a:lvl6pPr marL="2743200" marR="0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Barlow Medium"/>
              <a:buNone/>
              <a:defRPr sz="1400" b="0" i="0" u="none" cap="none">
                <a:solidFill>
                  <a:schemeClr val="dk2"/>
                </a:solidFill>
                <a:latin typeface="Barlow Medium"/>
                <a:ea typeface="Barlow Medium"/>
                <a:cs typeface="Barlow Medium"/>
              </a:defRPr>
            </a:lvl6pPr>
            <a:lvl7pPr marL="3200400" marR="0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Barlow Medium"/>
              <a:buNone/>
              <a:defRPr sz="1400" b="0" i="0" u="none" cap="none">
                <a:solidFill>
                  <a:schemeClr val="dk2"/>
                </a:solidFill>
                <a:latin typeface="Barlow Medium"/>
                <a:ea typeface="Barlow Medium"/>
                <a:cs typeface="Barlow Medium"/>
              </a:defRPr>
            </a:lvl7pPr>
            <a:lvl8pPr marL="3657600" marR="0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Barlow Medium"/>
              <a:buNone/>
              <a:defRPr sz="1400" b="0" i="0" u="none" cap="none">
                <a:solidFill>
                  <a:schemeClr val="dk2"/>
                </a:solidFill>
                <a:latin typeface="Barlow Medium"/>
                <a:ea typeface="Barlow Medium"/>
                <a:cs typeface="Barlow Medium"/>
              </a:defRPr>
            </a:lvl8pPr>
            <a:lvl9pPr marL="4114800" marR="0" indent="-3175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Barlow Medium"/>
              <a:buNone/>
              <a:defRPr sz="1400" b="0" i="0" u="none" cap="none">
                <a:solidFill>
                  <a:schemeClr val="dk2"/>
                </a:solidFill>
                <a:latin typeface="Barlow Medium"/>
                <a:ea typeface="Barlow Medium"/>
                <a:cs typeface="Barlow Medium"/>
              </a:defRPr>
            </a:lvl9pPr>
          </a:lstStyle>
          <a:p>
            <a:pPr marL="0" indent="0" algn="l">
              <a:lnSpc>
                <a:spcPct val="112000"/>
              </a:lnSpc>
              <a:buNone/>
              <a:defRPr sz="1500" b="0">
                <a:solidFill>
                  <a:srgbClr val="303030"/>
                </a:solidFill>
                <a:latin typeface="新細明體"/>
                <a:ea typeface="新細明體"/>
                <a:cs typeface="新細明體"/>
              </a:defRPr>
            </a:pPr>
            <a:r>
              <a:rPr sz="1500" b="0" i="0">
                <a:solidFill>
                  <a:srgbClr val="303030"/>
                </a:solidFill>
                <a:latin typeface="新細明體"/>
                <a:ea typeface="新細明體"/>
                <a:cs typeface="新細明體"/>
              </a:rPr>
              <a:t>提供「通用型學習夥伴」及</a:t>
            </a:r>
            <a:endParaRPr/>
          </a:p>
          <a:p>
            <a:pPr marL="0" indent="0" algn="l">
              <a:lnSpc>
                <a:spcPct val="112000"/>
              </a:lnSpc>
              <a:buNone/>
              <a:defRPr sz="1500" b="0">
                <a:solidFill>
                  <a:srgbClr val="303030"/>
                </a:solidFill>
                <a:latin typeface="新細明體"/>
                <a:ea typeface="新細明體"/>
                <a:cs typeface="新細明體"/>
              </a:defRPr>
            </a:pPr>
            <a:r>
              <a:rPr sz="1500" b="0" i="0">
                <a:solidFill>
                  <a:srgbClr val="303030"/>
                </a:solidFill>
                <a:latin typeface="新細明體"/>
                <a:ea typeface="新細明體"/>
                <a:cs typeface="新細明體"/>
              </a:rPr>
              <a:t>「學科領域學習夥伴」2 種人工智慧學習夥伴運用人工智慧輔助學習及診斷學習落點，</a:t>
            </a:r>
            <a:endParaRPr/>
          </a:p>
          <a:p>
            <a:pPr marL="0" indent="0" algn="l">
              <a:lnSpc>
                <a:spcPct val="112000"/>
              </a:lnSpc>
              <a:buNone/>
              <a:defRPr sz="1500" b="0">
                <a:solidFill>
                  <a:srgbClr val="303030"/>
                </a:solidFill>
                <a:latin typeface="新細明體"/>
                <a:ea typeface="新細明體"/>
                <a:cs typeface="新細明體"/>
              </a:defRPr>
            </a:pPr>
            <a:r>
              <a:rPr sz="1500" b="0" i="0">
                <a:solidFill>
                  <a:srgbClr val="303030"/>
                </a:solidFill>
                <a:latin typeface="新細明體"/>
                <a:ea typeface="新細明體"/>
                <a:cs typeface="新細明體"/>
              </a:rPr>
              <a:t>提供學生自主學習使用，並納入生成式 AI ，搭配多方對話情境設計、可輔助教師實施數位化的教學及學習學科內容及教學法，</a:t>
            </a:r>
            <a:endParaRPr/>
          </a:p>
          <a:p>
            <a:pPr marL="0" indent="0" algn="l">
              <a:lnSpc>
                <a:spcPct val="112000"/>
              </a:lnSpc>
              <a:buNone/>
              <a:defRPr sz="1500" b="0">
                <a:solidFill>
                  <a:srgbClr val="303030"/>
                </a:solidFill>
                <a:latin typeface="新細明體"/>
                <a:ea typeface="新細明體"/>
                <a:cs typeface="新細明體"/>
              </a:defRPr>
            </a:pPr>
            <a:r>
              <a:rPr sz="1500" b="0" i="0">
                <a:solidFill>
                  <a:srgbClr val="303030"/>
                </a:solidFill>
                <a:latin typeface="新細明體"/>
                <a:ea typeface="新細明體"/>
                <a:cs typeface="新細明體"/>
              </a:rPr>
              <a:t>給予補強學習內容與方向。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203461111"/>
      </p:ext>
    </p:extLst>
  </p:cSld>
  <p:clrMapOvr>
    <a:masterClrMapping/>
  </p:clrMapOvr>
</p:sld>
</file>

<file path=ppt/theme/theme1.xml><?xml version="1.0" encoding="utf-8"?>
<a:theme xmlns:a="http://schemas.openxmlformats.org/drawingml/2006/main" name="Who's Who Game by Slides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8888"/>
      </a:accent1>
      <a:accent2>
        <a:srgbClr val="CFD690"/>
      </a:accent2>
      <a:accent3>
        <a:srgbClr val="46AA9E"/>
      </a:accent3>
      <a:accent4>
        <a:srgbClr val="0B443D"/>
      </a:accent4>
      <a:accent5>
        <a:srgbClr val="F4EAD7"/>
      </a:accent5>
      <a:accent6>
        <a:srgbClr val="F8F4EC"/>
      </a:accent6>
      <a:hlink>
        <a:srgbClr val="CE715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Who's Who Game by Slides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8888"/>
      </a:accent1>
      <a:accent2>
        <a:srgbClr val="CFD690"/>
      </a:accent2>
      <a:accent3>
        <a:srgbClr val="46AA9E"/>
      </a:accent3>
      <a:accent4>
        <a:srgbClr val="0B443D"/>
      </a:accent4>
      <a:accent5>
        <a:srgbClr val="F4EAD7"/>
      </a:accent5>
      <a:accent6>
        <a:srgbClr val="F8F4EC"/>
      </a:accent6>
      <a:hlink>
        <a:srgbClr val="CE715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356BD91542F44E8617FF0313DD12F8" ma:contentTypeVersion="6" ma:contentTypeDescription="Create a new document." ma:contentTypeScope="" ma:versionID="4ffc5bc3f97626c56194ae6d25764b73">
  <xsd:schema xmlns:xsd="http://www.w3.org/2001/XMLSchema" xmlns:xs="http://www.w3.org/2001/XMLSchema" xmlns:p="http://schemas.microsoft.com/office/2006/metadata/properties" xmlns:ns3="01ecbc88-6569-49aa-86dd-8854882500f9" targetNamespace="http://schemas.microsoft.com/office/2006/metadata/properties" ma:root="true" ma:fieldsID="1757ca8dbc127e5bb84f91a249ff5c1f" ns3:_="">
    <xsd:import namespace="01ecbc88-6569-49aa-86dd-8854882500f9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1ecbc88-6569-49aa-86dd-8854882500f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D531A55-0D8C-480A-B04E-142BA61BC4A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83D51CD-07E9-4A3F-9F0A-5FE207E1ED0A}">
  <ds:schemaRefs>
    <ds:schemaRef ds:uri="http://schemas.microsoft.com/office/2006/documentManagement/types"/>
    <ds:schemaRef ds:uri="http://schemas.microsoft.com/office/2006/metadata/properties"/>
    <ds:schemaRef ds:uri="http://www.w3.org/XML/1998/namespace"/>
    <ds:schemaRef ds:uri="http://purl.org/dc/elements/1.1/"/>
    <ds:schemaRef ds:uri="http://purl.org/dc/dcmitype/"/>
    <ds:schemaRef ds:uri="http://purl.org/dc/terms/"/>
    <ds:schemaRef ds:uri="http://schemas.openxmlformats.org/package/2006/metadata/core-properties"/>
    <ds:schemaRef ds:uri="http://schemas.microsoft.com/office/infopath/2007/PartnerControls"/>
    <ds:schemaRef ds:uri="01ecbc88-6569-49aa-86dd-8854882500f9"/>
  </ds:schemaRefs>
</ds:datastoreItem>
</file>

<file path=customXml/itemProps3.xml><?xml version="1.0" encoding="utf-8"?>
<ds:datastoreItem xmlns:ds="http://schemas.openxmlformats.org/officeDocument/2006/customXml" ds:itemID="{3CDE7803-FCA9-4DD3-BF41-5068BA84D4F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1ecbc88-6569-49aa-86dd-8854882500f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204</Words>
  <Application>Microsoft Office PowerPoint</Application>
  <DocSecurity>0</DocSecurity>
  <PresentationFormat>如螢幕大小 (16:9)</PresentationFormat>
  <Paragraphs>53</Paragraphs>
  <Slides>15</Slides>
  <Notes>13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15</vt:i4>
      </vt:variant>
    </vt:vector>
  </HeadingPairs>
  <TitlesOfParts>
    <vt:vector size="23" baseType="lpstr">
      <vt:lpstr>Bangers</vt:lpstr>
      <vt:lpstr>Sriracha</vt:lpstr>
      <vt:lpstr>新細明體</vt:lpstr>
      <vt:lpstr>標楷體</vt:lpstr>
      <vt:lpstr>Arial</vt:lpstr>
      <vt:lpstr>Barlow</vt:lpstr>
      <vt:lpstr>Barlow Medium</vt:lpstr>
      <vt:lpstr>Who's Who Game by Slidesgo</vt:lpstr>
      <vt:lpstr>自然科領域備課社群</vt:lpstr>
      <vt:lpstr>PowerPoint 簡報</vt:lpstr>
      <vt:lpstr>素養導向備課</vt:lpstr>
      <vt:lpstr>PowerPoint 簡報</vt:lpstr>
      <vt:lpstr>觀察→提問→討論(蒐集資料)→提出假設→實驗→紀錄</vt:lpstr>
      <vt:lpstr>PowerPoint 簡報</vt:lpstr>
      <vt:lpstr>STEAM：結合科學、技術、工程、藝術、數學等跨領域能力</vt:lpstr>
      <vt:lpstr>學生運用 物體發生彈性形變後， 為了恢復原狀而對接觸的物體施加的力。 也就是彈力原理製作投石器</vt:lpstr>
      <vt:lpstr>趣味競賽活動現場</vt:lpstr>
      <vt:lpstr>PowerPoint 簡報</vt:lpstr>
      <vt:lpstr>PowerPoint 簡報</vt:lpstr>
      <vt:lpstr>PowerPoint 簡報</vt:lpstr>
      <vt:lpstr>PowerPoint 簡報</vt:lpstr>
      <vt:lpstr>因材網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陳冠百</cp:lastModifiedBy>
  <cp:revision>5</cp:revision>
  <dcterms:created xsi:type="dcterms:W3CDTF">2026-09-16T05:19:55Z</dcterms:created>
  <dcterms:modified xsi:type="dcterms:W3CDTF">2026-09-23T04:59:00Z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0x01010009356BD91542F44E8617FF0313DD12F8</vt:lpwstr>
  </property>
</Properties>
</file>